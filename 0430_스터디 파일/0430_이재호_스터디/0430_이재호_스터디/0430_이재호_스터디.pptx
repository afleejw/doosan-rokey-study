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4" r:id="rId4"/>
  </p:sldMasterIdLst>
  <p:notesMasterIdLst>
    <p:notesMasterId r:id="rId15"/>
  </p:notesMasterIdLst>
  <p:handoutMasterIdLst>
    <p:handoutMasterId r:id="rId16"/>
  </p:handoutMasterIdLst>
  <p:sldIdLst>
    <p:sldId id="256" r:id="rId5"/>
    <p:sldId id="403" r:id="rId6"/>
    <p:sldId id="404" r:id="rId7"/>
    <p:sldId id="408" r:id="rId8"/>
    <p:sldId id="409" r:id="rId9"/>
    <p:sldId id="310" r:id="rId10"/>
    <p:sldId id="410" r:id="rId11"/>
    <p:sldId id="411" r:id="rId12"/>
    <p:sldId id="412" r:id="rId13"/>
    <p:sldId id="413" r:id="rId14"/>
  </p:sldIdLst>
  <p:sldSz cx="6858000" cy="5143500"/>
  <p:notesSz cx="6858000" cy="9144000"/>
  <p:embeddedFontLst>
    <p:embeddedFont>
      <p:font typeface="Nixie One" panose="020B0600000101010101" charset="0"/>
      <p:regular r:id="rId17"/>
    </p:embeddedFont>
    <p:embeddedFont>
      <p:font typeface="레시피코리아OTF Medium" panose="02020503020101020101" pitchFamily="18" charset="-127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922441B6-E75D-44E5-B769-20AE05901FEA}">
          <p14:sldIdLst>
            <p14:sldId id="256"/>
            <p14:sldId id="403"/>
            <p14:sldId id="404"/>
            <p14:sldId id="408"/>
            <p14:sldId id="409"/>
            <p14:sldId id="310"/>
            <p14:sldId id="410"/>
            <p14:sldId id="411"/>
            <p14:sldId id="412"/>
            <p14:sldId id="413"/>
          </p14:sldIdLst>
        </p14:section>
        <p14:section name="etc" id="{A30F8C5B-1DF3-4365-9EE5-2C6A4E9DC71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7CBE05-39C0-2198-BDE6-CE604A87F1A8}" name="남정한" initials="남정" userId="S::17102007@officestu.seoultech.ac.kr::ec624859-cb1c-4584-94ba-cf49a50f4db0" providerId="AD"/>
  <p188:author id="{CC2E23F7-0B7C-0483-6E58-D690F233BAC3}" name="이재호" initials="이" userId="이재호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F9F"/>
    <a:srgbClr val="8E9C3A"/>
    <a:srgbClr val="C60293"/>
    <a:srgbClr val="F0F0F0"/>
    <a:srgbClr val="FAE5CA"/>
    <a:srgbClr val="FCE78C"/>
    <a:srgbClr val="E0FD77"/>
    <a:srgbClr val="FEDADB"/>
    <a:srgbClr val="FEDAE2"/>
    <a:srgbClr val="FFD9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9CBB98-E011-476E-B9D4-A06E0F01E4F0}" v="34" dt="2023-08-13T10:59:01.144"/>
  </p1510:revLst>
</p1510:revInfo>
</file>

<file path=ppt/tableStyles.xml><?xml version="1.0" encoding="utf-8"?>
<a:tblStyleLst xmlns:a="http://schemas.openxmlformats.org/drawingml/2006/main" def="{43BBD2E8-9A31-4CBC-99FD-948D80DB42DA}">
  <a:tblStyle styleId="{43BBD2E8-9A31-4CBC-99FD-948D80DB42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824" autoAdjust="0"/>
  </p:normalViewPr>
  <p:slideViewPr>
    <p:cSldViewPr snapToGrid="0">
      <p:cViewPr varScale="1">
        <p:scale>
          <a:sx n="111" d="100"/>
          <a:sy n="111" d="100"/>
        </p:scale>
        <p:origin x="2340" y="318"/>
      </p:cViewPr>
      <p:guideLst>
        <p:guide orient="horz" pos="16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 재호" userId="7add18884005aa59" providerId="LiveId" clId="{049CBB98-E011-476E-B9D4-A06E0F01E4F0}"/>
    <pc:docChg chg="undo redo custSel addSld modSld sldOrd">
      <pc:chgData name="이 재호" userId="7add18884005aa59" providerId="LiveId" clId="{049CBB98-E011-476E-B9D4-A06E0F01E4F0}" dt="2023-08-13T11:04:01.009" v="236" actId="1582"/>
      <pc:docMkLst>
        <pc:docMk/>
      </pc:docMkLst>
      <pc:sldChg chg="modSp mod">
        <pc:chgData name="이 재호" userId="7add18884005aa59" providerId="LiveId" clId="{049CBB98-E011-476E-B9D4-A06E0F01E4F0}" dt="2023-08-13T10:54:05.088" v="162" actId="207"/>
        <pc:sldMkLst>
          <pc:docMk/>
          <pc:sldMk cId="2095360823" sldId="310"/>
        </pc:sldMkLst>
        <pc:spChg chg="mod">
          <ac:chgData name="이 재호" userId="7add18884005aa59" providerId="LiveId" clId="{049CBB98-E011-476E-B9D4-A06E0F01E4F0}" dt="2023-08-13T10:53:58.721" v="160" actId="207"/>
          <ac:spMkLst>
            <pc:docMk/>
            <pc:sldMk cId="2095360823" sldId="310"/>
            <ac:spMk id="2" creationId="{68418F9D-DC34-6FC2-C6C0-B3FC8BDADA53}"/>
          </ac:spMkLst>
        </pc:spChg>
        <pc:spChg chg="mod">
          <ac:chgData name="이 재호" userId="7add18884005aa59" providerId="LiveId" clId="{049CBB98-E011-476E-B9D4-A06E0F01E4F0}" dt="2023-08-13T10:54:00.834" v="161" actId="207"/>
          <ac:spMkLst>
            <pc:docMk/>
            <pc:sldMk cId="2095360823" sldId="310"/>
            <ac:spMk id="33" creationId="{B728302A-9161-EC34-B173-770844BD38C0}"/>
          </ac:spMkLst>
        </pc:spChg>
        <pc:spChg chg="mod">
          <ac:chgData name="이 재호" userId="7add18884005aa59" providerId="LiveId" clId="{049CBB98-E011-476E-B9D4-A06E0F01E4F0}" dt="2023-08-13T10:54:05.088" v="162" actId="207"/>
          <ac:spMkLst>
            <pc:docMk/>
            <pc:sldMk cId="2095360823" sldId="310"/>
            <ac:spMk id="40" creationId="{6C7DEBFE-FC86-8870-6D84-651E44D5E897}"/>
          </ac:spMkLst>
        </pc:spChg>
        <pc:spChg chg="mod">
          <ac:chgData name="이 재호" userId="7add18884005aa59" providerId="LiveId" clId="{049CBB98-E011-476E-B9D4-A06E0F01E4F0}" dt="2023-08-13T10:53:55.894" v="159" actId="207"/>
          <ac:spMkLst>
            <pc:docMk/>
            <pc:sldMk cId="2095360823" sldId="310"/>
            <ac:spMk id="42" creationId="{02336D7B-AA54-AD9A-5CB6-F7BFB396742D}"/>
          </ac:spMkLst>
        </pc:spChg>
      </pc:sldChg>
      <pc:sldChg chg="modSp mod">
        <pc:chgData name="이 재호" userId="7add18884005aa59" providerId="LiveId" clId="{049CBB98-E011-476E-B9D4-A06E0F01E4F0}" dt="2023-08-13T10:54:57.506" v="163" actId="20577"/>
        <pc:sldMkLst>
          <pc:docMk/>
          <pc:sldMk cId="2803868175" sldId="351"/>
        </pc:sldMkLst>
        <pc:spChg chg="mod">
          <ac:chgData name="이 재호" userId="7add18884005aa59" providerId="LiveId" clId="{049CBB98-E011-476E-B9D4-A06E0F01E4F0}" dt="2023-08-13T10:54:57.506" v="163" actId="20577"/>
          <ac:spMkLst>
            <pc:docMk/>
            <pc:sldMk cId="2803868175" sldId="351"/>
            <ac:spMk id="37" creationId="{603765CB-AA1B-E208-6C6E-90B2DA644292}"/>
          </ac:spMkLst>
        </pc:spChg>
      </pc:sldChg>
      <pc:sldChg chg="modSp mod">
        <pc:chgData name="이 재호" userId="7add18884005aa59" providerId="LiveId" clId="{049CBB98-E011-476E-B9D4-A06E0F01E4F0}" dt="2023-08-13T10:56:09.287" v="202" actId="14429"/>
        <pc:sldMkLst>
          <pc:docMk/>
          <pc:sldMk cId="2587477653" sldId="353"/>
        </pc:sldMkLst>
        <pc:spChg chg="mod modVis">
          <ac:chgData name="이 재호" userId="7add18884005aa59" providerId="LiveId" clId="{049CBB98-E011-476E-B9D4-A06E0F01E4F0}" dt="2023-08-13T10:56:09.287" v="202" actId="14429"/>
          <ac:spMkLst>
            <pc:docMk/>
            <pc:sldMk cId="2587477653" sldId="353"/>
            <ac:spMk id="24" creationId="{0D6D2BFA-DBB5-527D-30AC-2CC3871E12A5}"/>
          </ac:spMkLst>
        </pc:spChg>
        <pc:spChg chg="mod">
          <ac:chgData name="이 재호" userId="7add18884005aa59" providerId="LiveId" clId="{049CBB98-E011-476E-B9D4-A06E0F01E4F0}" dt="2023-08-13T10:55:56.906" v="199" actId="1076"/>
          <ac:spMkLst>
            <pc:docMk/>
            <pc:sldMk cId="2587477653" sldId="353"/>
            <ac:spMk id="25" creationId="{0D023EA5-A092-7226-BFD4-DC30B1D4DE82}"/>
          </ac:spMkLst>
        </pc:spChg>
        <pc:cxnChg chg="mod">
          <ac:chgData name="이 재호" userId="7add18884005aa59" providerId="LiveId" clId="{049CBB98-E011-476E-B9D4-A06E0F01E4F0}" dt="2023-08-13T10:56:07.068" v="201" actId="14100"/>
          <ac:cxnSpMkLst>
            <pc:docMk/>
            <pc:sldMk cId="2587477653" sldId="353"/>
            <ac:cxnSpMk id="22" creationId="{ADDD7921-CCBE-0991-FFF2-678F59A07F2F}"/>
          </ac:cxnSpMkLst>
        </pc:cxnChg>
      </pc:sldChg>
      <pc:sldChg chg="addSp modSp mod">
        <pc:chgData name="이 재호" userId="7add18884005aa59" providerId="LiveId" clId="{049CBB98-E011-476E-B9D4-A06E0F01E4F0}" dt="2023-08-13T08:46:35.251" v="146"/>
        <pc:sldMkLst>
          <pc:docMk/>
          <pc:sldMk cId="1914492407" sldId="354"/>
        </pc:sldMkLst>
        <pc:spChg chg="mod">
          <ac:chgData name="이 재호" userId="7add18884005aa59" providerId="LiveId" clId="{049CBB98-E011-476E-B9D4-A06E0F01E4F0}" dt="2023-08-13T08:46:35.251" v="146"/>
          <ac:spMkLst>
            <pc:docMk/>
            <pc:sldMk cId="1914492407" sldId="354"/>
            <ac:spMk id="25" creationId="{FFB12774-E75A-20E2-A42B-C4FEF2B68B0E}"/>
          </ac:spMkLst>
        </pc:spChg>
        <pc:grpChg chg="add mod">
          <ac:chgData name="이 재호" userId="7add18884005aa59" providerId="LiveId" clId="{049CBB98-E011-476E-B9D4-A06E0F01E4F0}" dt="2023-08-13T08:39:43.535" v="132" actId="465"/>
          <ac:grpSpMkLst>
            <pc:docMk/>
            <pc:sldMk cId="1914492407" sldId="354"/>
            <ac:grpSpMk id="2" creationId="{74C5994D-CB76-23DC-84C3-6773711034D9}"/>
          </ac:grpSpMkLst>
        </pc:grpChg>
        <pc:grpChg chg="add mod">
          <ac:chgData name="이 재호" userId="7add18884005aa59" providerId="LiveId" clId="{049CBB98-E011-476E-B9D4-A06E0F01E4F0}" dt="2023-08-13T08:39:43.535" v="132" actId="465"/>
          <ac:grpSpMkLst>
            <pc:docMk/>
            <pc:sldMk cId="1914492407" sldId="354"/>
            <ac:grpSpMk id="14" creationId="{24826109-36D0-F70A-08CE-C1B18DE0E963}"/>
          </ac:grpSpMkLst>
        </pc:grpChg>
        <pc:grpChg chg="add mod">
          <ac:chgData name="이 재호" userId="7add18884005aa59" providerId="LiveId" clId="{049CBB98-E011-476E-B9D4-A06E0F01E4F0}" dt="2023-08-13T08:39:38.254" v="131" actId="14100"/>
          <ac:grpSpMkLst>
            <pc:docMk/>
            <pc:sldMk cId="1914492407" sldId="354"/>
            <ac:grpSpMk id="19" creationId="{3897E3CC-0D51-9E9E-C0C7-0A658E2ED749}"/>
          </ac:grpSpMkLst>
        </pc:grpChg>
        <pc:grpChg chg="mod">
          <ac:chgData name="이 재호" userId="7add18884005aa59" providerId="LiveId" clId="{049CBB98-E011-476E-B9D4-A06E0F01E4F0}" dt="2023-08-13T08:39:36.127" v="130" actId="164"/>
          <ac:grpSpMkLst>
            <pc:docMk/>
            <pc:sldMk cId="1914492407" sldId="354"/>
            <ac:grpSpMk id="24" creationId="{22DC8D3C-1A8F-4EC4-CEA7-F6AE849366CB}"/>
          </ac:grpSpMkLst>
        </pc:grpChg>
        <pc:picChg chg="mod">
          <ac:chgData name="이 재호" userId="7add18884005aa59" providerId="LiveId" clId="{049CBB98-E011-476E-B9D4-A06E0F01E4F0}" dt="2023-08-13T08:39:11.408" v="123" actId="164"/>
          <ac:picMkLst>
            <pc:docMk/>
            <pc:sldMk cId="1914492407" sldId="354"/>
            <ac:picMk id="12" creationId="{D513A69C-6CA1-6588-05F7-B8750AE54178}"/>
          </ac:picMkLst>
        </pc:picChg>
        <pc:picChg chg="mod">
          <ac:chgData name="이 재호" userId="7add18884005aa59" providerId="LiveId" clId="{049CBB98-E011-476E-B9D4-A06E0F01E4F0}" dt="2023-08-13T08:39:36.127" v="130" actId="164"/>
          <ac:picMkLst>
            <pc:docMk/>
            <pc:sldMk cId="1914492407" sldId="354"/>
            <ac:picMk id="69" creationId="{8FF78B27-70D6-F173-FE9D-1B50BBA25D26}"/>
          </ac:picMkLst>
        </pc:picChg>
        <pc:picChg chg="mod">
          <ac:chgData name="이 재호" userId="7add18884005aa59" providerId="LiveId" clId="{049CBB98-E011-476E-B9D4-A06E0F01E4F0}" dt="2023-08-13T08:39:19.938" v="126" actId="164"/>
          <ac:picMkLst>
            <pc:docMk/>
            <pc:sldMk cId="1914492407" sldId="354"/>
            <ac:picMk id="70" creationId="{7E5CC974-3E44-98AB-D925-A8ADCC05AB71}"/>
          </ac:picMkLst>
        </pc:picChg>
        <pc:picChg chg="mod">
          <ac:chgData name="이 재호" userId="7add18884005aa59" providerId="LiveId" clId="{049CBB98-E011-476E-B9D4-A06E0F01E4F0}" dt="2023-08-13T08:39:19.938" v="126" actId="164"/>
          <ac:picMkLst>
            <pc:docMk/>
            <pc:sldMk cId="1914492407" sldId="354"/>
            <ac:picMk id="71" creationId="{A793DAE7-30D0-7291-170C-7A3CD5DC0007}"/>
          </ac:picMkLst>
        </pc:picChg>
        <pc:picChg chg="mod">
          <ac:chgData name="이 재호" userId="7add18884005aa59" providerId="LiveId" clId="{049CBB98-E011-476E-B9D4-A06E0F01E4F0}" dt="2023-08-13T08:39:28.697" v="129" actId="1076"/>
          <ac:picMkLst>
            <pc:docMk/>
            <pc:sldMk cId="1914492407" sldId="354"/>
            <ac:picMk id="72" creationId="{BA3F9663-F42A-2B5F-C1AE-D25A8AE41F8D}"/>
          </ac:picMkLst>
        </pc:picChg>
        <pc:picChg chg="mod">
          <ac:chgData name="이 재호" userId="7add18884005aa59" providerId="LiveId" clId="{049CBB98-E011-476E-B9D4-A06E0F01E4F0}" dt="2023-08-13T08:39:11.408" v="123" actId="164"/>
          <ac:picMkLst>
            <pc:docMk/>
            <pc:sldMk cId="1914492407" sldId="354"/>
            <ac:picMk id="73" creationId="{63DB483B-2E3C-B85F-5B2C-96B001B90116}"/>
          </ac:picMkLst>
        </pc:picChg>
      </pc:sldChg>
      <pc:sldChg chg="delSp modSp mod">
        <pc:chgData name="이 재호" userId="7add18884005aa59" providerId="LiveId" clId="{049CBB98-E011-476E-B9D4-A06E0F01E4F0}" dt="2023-08-13T11:00:20.388" v="233" actId="1076"/>
        <pc:sldMkLst>
          <pc:docMk/>
          <pc:sldMk cId="3646571838" sldId="358"/>
        </pc:sldMkLst>
        <pc:spChg chg="mod">
          <ac:chgData name="이 재호" userId="7add18884005aa59" providerId="LiveId" clId="{049CBB98-E011-476E-B9D4-A06E0F01E4F0}" dt="2023-08-13T11:00:17.658" v="232" actId="1076"/>
          <ac:spMkLst>
            <pc:docMk/>
            <pc:sldMk cId="3646571838" sldId="358"/>
            <ac:spMk id="30" creationId="{C1934661-B27C-3872-2B03-4DAE578B52A8}"/>
          </ac:spMkLst>
        </pc:spChg>
        <pc:spChg chg="del mod">
          <ac:chgData name="이 재호" userId="7add18884005aa59" providerId="LiveId" clId="{049CBB98-E011-476E-B9D4-A06E0F01E4F0}" dt="2023-08-13T10:59:13.537" v="214" actId="478"/>
          <ac:spMkLst>
            <pc:docMk/>
            <pc:sldMk cId="3646571838" sldId="358"/>
            <ac:spMk id="31" creationId="{C8B91E5F-F946-0A8B-6D02-3E548FADEE77}"/>
          </ac:spMkLst>
        </pc:spChg>
        <pc:spChg chg="mod">
          <ac:chgData name="이 재호" userId="7add18884005aa59" providerId="LiveId" clId="{049CBB98-E011-476E-B9D4-A06E0F01E4F0}" dt="2023-08-13T11:00:20.388" v="233" actId="1076"/>
          <ac:spMkLst>
            <pc:docMk/>
            <pc:sldMk cId="3646571838" sldId="358"/>
            <ac:spMk id="34" creationId="{42C68F87-59D5-1450-BAE9-5BF4020993A9}"/>
          </ac:spMkLst>
        </pc:spChg>
        <pc:spChg chg="del mod">
          <ac:chgData name="이 재호" userId="7add18884005aa59" providerId="LiveId" clId="{049CBB98-E011-476E-B9D4-A06E0F01E4F0}" dt="2023-08-13T10:59:45.760" v="224" actId="478"/>
          <ac:spMkLst>
            <pc:docMk/>
            <pc:sldMk cId="3646571838" sldId="358"/>
            <ac:spMk id="35" creationId="{AB65A316-B398-97A8-8964-323F171116B8}"/>
          </ac:spMkLst>
        </pc:spChg>
      </pc:sldChg>
      <pc:sldChg chg="modSp mod">
        <pc:chgData name="이 재호" userId="7add18884005aa59" providerId="LiveId" clId="{049CBB98-E011-476E-B9D4-A06E0F01E4F0}" dt="2023-08-13T08:47:20.928" v="151" actId="1076"/>
        <pc:sldMkLst>
          <pc:docMk/>
          <pc:sldMk cId="752315220" sldId="361"/>
        </pc:sldMkLst>
        <pc:spChg chg="mod">
          <ac:chgData name="이 재호" userId="7add18884005aa59" providerId="LiveId" clId="{049CBB98-E011-476E-B9D4-A06E0F01E4F0}" dt="2023-08-13T08:47:20.928" v="151" actId="1076"/>
          <ac:spMkLst>
            <pc:docMk/>
            <pc:sldMk cId="752315220" sldId="361"/>
            <ac:spMk id="46" creationId="{F60BBBC6-6224-3134-4090-8A10755979CF}"/>
          </ac:spMkLst>
        </pc:spChg>
      </pc:sldChg>
      <pc:sldChg chg="modSp mod">
        <pc:chgData name="이 재호" userId="7add18884005aa59" providerId="LiveId" clId="{049CBB98-E011-476E-B9D4-A06E0F01E4F0}" dt="2023-08-13T08:36:47.951" v="122"/>
        <pc:sldMkLst>
          <pc:docMk/>
          <pc:sldMk cId="2773535984" sldId="363"/>
        </pc:sldMkLst>
        <pc:spChg chg="mod">
          <ac:chgData name="이 재호" userId="7add18884005aa59" providerId="LiveId" clId="{049CBB98-E011-476E-B9D4-A06E0F01E4F0}" dt="2023-08-13T08:36:47.951" v="122"/>
          <ac:spMkLst>
            <pc:docMk/>
            <pc:sldMk cId="2773535984" sldId="363"/>
            <ac:spMk id="13" creationId="{72FB7B0C-AF40-7173-C934-55FBF8055D78}"/>
          </ac:spMkLst>
        </pc:spChg>
      </pc:sldChg>
      <pc:sldChg chg="modSp mod">
        <pc:chgData name="이 재호" userId="7add18884005aa59" providerId="LiveId" clId="{049CBB98-E011-476E-B9D4-A06E0F01E4F0}" dt="2023-08-13T11:04:01.009" v="236" actId="1582"/>
        <pc:sldMkLst>
          <pc:docMk/>
          <pc:sldMk cId="234224475" sldId="364"/>
        </pc:sldMkLst>
        <pc:picChg chg="mod">
          <ac:chgData name="이 재호" userId="7add18884005aa59" providerId="LiveId" clId="{049CBB98-E011-476E-B9D4-A06E0F01E4F0}" dt="2023-08-13T11:03:52.983" v="234" actId="1582"/>
          <ac:picMkLst>
            <pc:docMk/>
            <pc:sldMk cId="234224475" sldId="364"/>
            <ac:picMk id="3" creationId="{71C7F75E-4B8C-75BC-B379-3F9C0C5872AA}"/>
          </ac:picMkLst>
        </pc:picChg>
        <pc:picChg chg="mod">
          <ac:chgData name="이 재호" userId="7add18884005aa59" providerId="LiveId" clId="{049CBB98-E011-476E-B9D4-A06E0F01E4F0}" dt="2023-08-13T11:03:57.313" v="235" actId="1582"/>
          <ac:picMkLst>
            <pc:docMk/>
            <pc:sldMk cId="234224475" sldId="364"/>
            <ac:picMk id="16" creationId="{771D04BD-FCD8-93E4-AD06-D8CF0A539E72}"/>
          </ac:picMkLst>
        </pc:picChg>
        <pc:picChg chg="mod">
          <ac:chgData name="이 재호" userId="7add18884005aa59" providerId="LiveId" clId="{049CBB98-E011-476E-B9D4-A06E0F01E4F0}" dt="2023-08-13T11:04:01.009" v="236" actId="1582"/>
          <ac:picMkLst>
            <pc:docMk/>
            <pc:sldMk cId="234224475" sldId="364"/>
            <ac:picMk id="19" creationId="{0FE397AF-5621-F0FD-CD5E-78F184043429}"/>
          </ac:picMkLst>
        </pc:picChg>
      </pc:sldChg>
      <pc:sldChg chg="modSp mod">
        <pc:chgData name="이 재호" userId="7add18884005aa59" providerId="LiveId" clId="{049CBB98-E011-476E-B9D4-A06E0F01E4F0}" dt="2023-08-13T08:36:18.967" v="79"/>
        <pc:sldMkLst>
          <pc:docMk/>
          <pc:sldMk cId="4021799422" sldId="365"/>
        </pc:sldMkLst>
        <pc:spChg chg="mod">
          <ac:chgData name="이 재호" userId="7add18884005aa59" providerId="LiveId" clId="{049CBB98-E011-476E-B9D4-A06E0F01E4F0}" dt="2023-08-13T08:36:18.967" v="79"/>
          <ac:spMkLst>
            <pc:docMk/>
            <pc:sldMk cId="4021799422" sldId="365"/>
            <ac:spMk id="22" creationId="{7E6A1D01-1BD3-DB7F-DD6F-B1CEE0DCED2C}"/>
          </ac:spMkLst>
        </pc:spChg>
      </pc:sldChg>
      <pc:sldChg chg="modSp mod">
        <pc:chgData name="이 재호" userId="7add18884005aa59" providerId="LiveId" clId="{049CBB98-E011-476E-B9D4-A06E0F01E4F0}" dt="2023-08-13T10:21:00.355" v="156" actId="20577"/>
        <pc:sldMkLst>
          <pc:docMk/>
          <pc:sldMk cId="352461664" sldId="366"/>
        </pc:sldMkLst>
        <pc:spChg chg="mod">
          <ac:chgData name="이 재호" userId="7add18884005aa59" providerId="LiveId" clId="{049CBB98-E011-476E-B9D4-A06E0F01E4F0}" dt="2023-08-13T10:21:00.355" v="156" actId="20577"/>
          <ac:spMkLst>
            <pc:docMk/>
            <pc:sldMk cId="352461664" sldId="366"/>
            <ac:spMk id="20" creationId="{52520DC1-6BE6-BFA2-698F-0BD258DBAA2D}"/>
          </ac:spMkLst>
        </pc:spChg>
      </pc:sldChg>
      <pc:sldChg chg="add ord">
        <pc:chgData name="이 재호" userId="7add18884005aa59" providerId="LiveId" clId="{049CBB98-E011-476E-B9D4-A06E0F01E4F0}" dt="2023-08-13T08:46:57.492" v="149"/>
        <pc:sldMkLst>
          <pc:docMk/>
          <pc:sldMk cId="2608555032" sldId="36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ACAC641-9047-22E8-ACCC-8D236DA879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>
              <a:latin typeface="나눔 명조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8EDCE3A-D234-7243-6BE7-3F13F228B3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605F9B-E4D1-487E-B003-BAB728E1A408}" type="datetimeFigureOut">
              <a:rPr lang="ko-KR" altLang="en-US" smtClean="0">
                <a:latin typeface="나눔 명조"/>
              </a:rPr>
              <a:t>2025-04-30</a:t>
            </a:fld>
            <a:endParaRPr lang="ko-KR" altLang="en-US">
              <a:latin typeface="나눔 명조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23C7CC8-EFF1-7AB0-C003-DC178C5E07B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>
              <a:latin typeface="나눔 명조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959934-A459-8F6E-79AA-321E613EBA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F6B3B-7C8F-49A3-8320-DA298DEC5FBE}" type="slidenum">
              <a:rPr lang="ko-KR" altLang="en-US" smtClean="0">
                <a:latin typeface="나눔 명조"/>
              </a:rPr>
              <a:t>‹#›</a:t>
            </a:fld>
            <a:endParaRPr lang="ko-KR" altLang="en-US">
              <a:latin typeface="나눔 명조"/>
            </a:endParaRPr>
          </a:p>
        </p:txBody>
      </p:sp>
    </p:spTree>
    <p:extLst>
      <p:ext uri="{BB962C8B-B14F-4D97-AF65-F5344CB8AC3E}">
        <p14:creationId xmlns:p14="http://schemas.microsoft.com/office/powerpoint/2010/main" val="1085427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나눔 명조"/>
        <a:ea typeface="나눔 명조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E4A81D7F-27CB-E7B1-5270-FB5A6ADCA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5b4d6cb139_0_135:notes">
            <a:extLst>
              <a:ext uri="{FF2B5EF4-FFF2-40B4-BE49-F238E27FC236}">
                <a16:creationId xmlns:a16="http://schemas.microsoft.com/office/drawing/2014/main" id="{EDB5B199-9474-E20C-6CFC-77FC752C7A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5b4d6cb139_0_135:notes">
            <a:extLst>
              <a:ext uri="{FF2B5EF4-FFF2-40B4-BE49-F238E27FC236}">
                <a16:creationId xmlns:a16="http://schemas.microsoft.com/office/drawing/2014/main" id="{271792EF-846D-6456-0E0F-9862B417BB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1779603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39215116-04D6-50B1-487D-A633CCBE8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5b4d6cb139_0_135:notes">
            <a:extLst>
              <a:ext uri="{FF2B5EF4-FFF2-40B4-BE49-F238E27FC236}">
                <a16:creationId xmlns:a16="http://schemas.microsoft.com/office/drawing/2014/main" id="{445FE11D-ADF2-3F32-7918-85918B57AF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5b4d6cb139_0_135:notes">
            <a:extLst>
              <a:ext uri="{FF2B5EF4-FFF2-40B4-BE49-F238E27FC236}">
                <a16:creationId xmlns:a16="http://schemas.microsoft.com/office/drawing/2014/main" id="{BD44BF16-BC26-E306-B32C-AB7ADBE87D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1790665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F8B05AED-6CB9-37FC-33B3-A834D679C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5b4d6cb139_0_135:notes">
            <a:extLst>
              <a:ext uri="{FF2B5EF4-FFF2-40B4-BE49-F238E27FC236}">
                <a16:creationId xmlns:a16="http://schemas.microsoft.com/office/drawing/2014/main" id="{B0497266-8CBD-C48E-C9D7-E9341D8A91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5b4d6cb139_0_135:notes">
            <a:extLst>
              <a:ext uri="{FF2B5EF4-FFF2-40B4-BE49-F238E27FC236}">
                <a16:creationId xmlns:a16="http://schemas.microsoft.com/office/drawing/2014/main" id="{EC98A5BC-BEFD-635D-E703-EBFBB2673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3017925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C65682CD-2188-6054-8F7C-C17E7950B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5b4d6cb139_0_135:notes">
            <a:extLst>
              <a:ext uri="{FF2B5EF4-FFF2-40B4-BE49-F238E27FC236}">
                <a16:creationId xmlns:a16="http://schemas.microsoft.com/office/drawing/2014/main" id="{3D7FE512-4FB6-2781-DCB9-B91D73204E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5b4d6cb139_0_135:notes">
            <a:extLst>
              <a:ext uri="{FF2B5EF4-FFF2-40B4-BE49-F238E27FC236}">
                <a16:creationId xmlns:a16="http://schemas.microsoft.com/office/drawing/2014/main" id="{08FD9044-2FD5-C029-1BB1-CFC4783DF2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413676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5b4d6cb139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5b4d6cb139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26832153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75475DEF-C9FE-54A3-DC50-40298EB35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5b4d6cb139_0_135:notes">
            <a:extLst>
              <a:ext uri="{FF2B5EF4-FFF2-40B4-BE49-F238E27FC236}">
                <a16:creationId xmlns:a16="http://schemas.microsoft.com/office/drawing/2014/main" id="{0A52CC74-814C-B492-02D5-0C0862BC36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5b4d6cb139_0_135:notes">
            <a:extLst>
              <a:ext uri="{FF2B5EF4-FFF2-40B4-BE49-F238E27FC236}">
                <a16:creationId xmlns:a16="http://schemas.microsoft.com/office/drawing/2014/main" id="{7EBA2360-6DBC-3873-8325-C749673F9B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3336623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4A5BFD93-B406-96C3-F499-2AD8D6C61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5b4d6cb139_0_135:notes">
            <a:extLst>
              <a:ext uri="{FF2B5EF4-FFF2-40B4-BE49-F238E27FC236}">
                <a16:creationId xmlns:a16="http://schemas.microsoft.com/office/drawing/2014/main" id="{B32102C6-6F7F-CF5E-BF7B-D10D2C8B4F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5b4d6cb139_0_135:notes">
            <a:extLst>
              <a:ext uri="{FF2B5EF4-FFF2-40B4-BE49-F238E27FC236}">
                <a16:creationId xmlns:a16="http://schemas.microsoft.com/office/drawing/2014/main" id="{D126E075-D936-E4AE-78D6-82CFF278E0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1812581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9E18BBBC-519D-CD17-4692-F79F592C5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5b4d6cb139_0_135:notes">
            <a:extLst>
              <a:ext uri="{FF2B5EF4-FFF2-40B4-BE49-F238E27FC236}">
                <a16:creationId xmlns:a16="http://schemas.microsoft.com/office/drawing/2014/main" id="{C69A40EE-8E8E-5426-2E5C-1C530600E4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5b4d6cb139_0_135:notes">
            <a:extLst>
              <a:ext uri="{FF2B5EF4-FFF2-40B4-BE49-F238E27FC236}">
                <a16:creationId xmlns:a16="http://schemas.microsoft.com/office/drawing/2014/main" id="{AF907416-83EC-BC86-0EFC-4D0E9D9801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18945278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AFFC5B35-D24F-F8CE-D1C9-D0D75A8F9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5b4d6cb139_0_135:notes">
            <a:extLst>
              <a:ext uri="{FF2B5EF4-FFF2-40B4-BE49-F238E27FC236}">
                <a16:creationId xmlns:a16="http://schemas.microsoft.com/office/drawing/2014/main" id="{F55615AC-1196-37BF-2878-54223195C1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5b4d6cb139_0_135:notes">
            <a:extLst>
              <a:ext uri="{FF2B5EF4-FFF2-40B4-BE49-F238E27FC236}">
                <a16:creationId xmlns:a16="http://schemas.microsoft.com/office/drawing/2014/main" id="{5C995618-C126-304A-CE46-3F7AA25A09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806889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530231" y="534250"/>
            <a:ext cx="579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 flipH="1">
            <a:off x="530194" y="1431350"/>
            <a:ext cx="2810700" cy="239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3000">
                <a:solidFill>
                  <a:schemeClr val="dk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 flipH="1">
            <a:off x="530269" y="3828300"/>
            <a:ext cx="2810700" cy="4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 idx="2"/>
          </p:nvPr>
        </p:nvSpPr>
        <p:spPr>
          <a:xfrm flipH="1">
            <a:off x="530231" y="849300"/>
            <a:ext cx="2810700" cy="50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1950">
                <a:latin typeface="레시피코리아OTF Medium" panose="02020503020101020101" pitchFamily="18" charset="-127"/>
                <a:ea typeface="레시피코리아OTF Medium" panose="02020503020101020101" pitchFamily="18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ctrTitle" idx="3"/>
          </p:nvPr>
        </p:nvSpPr>
        <p:spPr>
          <a:xfrm flipH="1">
            <a:off x="530231" y="233100"/>
            <a:ext cx="57942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>
                <a:solidFill>
                  <a:schemeClr val="dk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 userDrawn="1"/>
        </p:nvSpPr>
        <p:spPr>
          <a:xfrm>
            <a:off x="-18900" y="2571750"/>
            <a:ext cx="6895800" cy="257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Nixie One"/>
              <a:sym typeface="Nixie One"/>
            </a:endParaRPr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2394000" y="3161875"/>
            <a:ext cx="3928725" cy="64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000">
                <a:solidFill>
                  <a:schemeClr val="lt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1138500" y="3253525"/>
            <a:ext cx="962325" cy="12087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5250">
                <a:solidFill>
                  <a:schemeClr val="lt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9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9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9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9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9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9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9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9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2394000" y="3908825"/>
            <a:ext cx="28458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endParaRPr/>
          </a:p>
        </p:txBody>
      </p:sp>
      <p:cxnSp>
        <p:nvCxnSpPr>
          <p:cNvPr id="20" name="Google Shape;20;p3"/>
          <p:cNvCxnSpPr/>
          <p:nvPr/>
        </p:nvCxnSpPr>
        <p:spPr>
          <a:xfrm>
            <a:off x="530231" y="534250"/>
            <a:ext cx="579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21" name="Google Shape;21;p3"/>
          <p:cNvSpPr txBox="1">
            <a:spLocks noGrp="1"/>
          </p:cNvSpPr>
          <p:nvPr>
            <p:ph type="ctrTitle" idx="3"/>
          </p:nvPr>
        </p:nvSpPr>
        <p:spPr>
          <a:xfrm flipH="1">
            <a:off x="530231" y="233100"/>
            <a:ext cx="57942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>
                <a:solidFill>
                  <a:schemeClr val="dk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6B69DD6A-FC73-718E-473C-2DB089A38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02400" y="4914900"/>
            <a:ext cx="444500" cy="298450"/>
          </a:xfrm>
          <a:prstGeom prst="rect">
            <a:avLst/>
          </a:prstGeom>
        </p:spPr>
        <p:txBody>
          <a:bodyPr/>
          <a:lstStyle>
            <a:lvl1pPr>
              <a:defRPr sz="800">
                <a:latin typeface="레시피코리아OTF Medium" panose="02020503020101020101" pitchFamily="18" charset="-127"/>
                <a:ea typeface="레시피코리아OTF Medium" panose="02020503020101020101" pitchFamily="18" charset="-127"/>
              </a:defRPr>
            </a:lvl1pPr>
          </a:lstStyle>
          <a:p>
            <a:fld id="{D5C09FFF-FA28-48B0-906F-8E983FBDF5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-19013" y="3857700"/>
            <a:ext cx="6896025" cy="128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Nixie One"/>
              <a:sym typeface="Nixie One"/>
            </a:endParaRPr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1"/>
          </p:nvPr>
        </p:nvSpPr>
        <p:spPr>
          <a:xfrm>
            <a:off x="774131" y="3314100"/>
            <a:ext cx="2585250" cy="5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1650" b="1"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레시피코리아OTF Medium" panose="02020503020101020101" pitchFamily="18" charset="-127"/>
                <a:sym typeface="Nixi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2"/>
          </p:nvPr>
        </p:nvSpPr>
        <p:spPr>
          <a:xfrm>
            <a:off x="3498619" y="3314100"/>
            <a:ext cx="2585250" cy="5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1650" b="1"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레시피코리아OTF Medium" panose="02020503020101020101" pitchFamily="18" charset="-127"/>
                <a:sym typeface="Nixi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3"/>
          </p:nvPr>
        </p:nvSpPr>
        <p:spPr>
          <a:xfrm>
            <a:off x="774131" y="3920675"/>
            <a:ext cx="2585250" cy="5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레시피코리아OTF Medium" panose="02020503020101020101" pitchFamily="18" charset="-127"/>
                <a:ea typeface="레시피코리아OTF Medium" panose="02020503020101020101" pitchFamily="18" charset="-127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4"/>
          </p:nvPr>
        </p:nvSpPr>
        <p:spPr>
          <a:xfrm>
            <a:off x="3498619" y="3920675"/>
            <a:ext cx="2585250" cy="5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레시피코리아OTF Medium" panose="02020503020101020101" pitchFamily="18" charset="-127"/>
                <a:ea typeface="레시피코리아OTF Medium" panose="02020503020101020101" pitchFamily="18" charset="-127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endParaRPr/>
          </a:p>
        </p:txBody>
      </p:sp>
      <p:cxnSp>
        <p:nvCxnSpPr>
          <p:cNvPr id="33" name="Google Shape;33;p5"/>
          <p:cNvCxnSpPr/>
          <p:nvPr/>
        </p:nvCxnSpPr>
        <p:spPr>
          <a:xfrm>
            <a:off x="530231" y="534250"/>
            <a:ext cx="579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534919" y="445025"/>
            <a:ext cx="578812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Nixie One"/>
              <a:buNone/>
              <a:defRPr sz="2250" b="1"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레시피코리아OTF Medium" panose="02020503020101020101" pitchFamily="18" charset="-127"/>
                <a:sym typeface="Nixi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1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1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1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1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1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1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1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ctrTitle" idx="5"/>
          </p:nvPr>
        </p:nvSpPr>
        <p:spPr>
          <a:xfrm flipH="1">
            <a:off x="530231" y="233100"/>
            <a:ext cx="57942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>
                <a:solidFill>
                  <a:schemeClr val="dk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534919" y="1331888"/>
            <a:ext cx="3065625" cy="28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lvl="0" indent="-23812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>
                <a:latin typeface="레시피코리아OTF Medium" panose="02020503020101020101" pitchFamily="18" charset="-127"/>
                <a:ea typeface="레시피코리아OTF Medium" panose="02020503020101020101" pitchFamily="18" charset="-127"/>
              </a:defRPr>
            </a:lvl1pPr>
            <a:lvl2pPr marL="685800" lvl="1" indent="-238125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 sz="900"/>
            </a:lvl2pPr>
            <a:lvl3pPr marL="1028700" lvl="2" indent="-238125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 sz="900"/>
            </a:lvl3pPr>
            <a:lvl4pPr marL="1371600" lvl="3" indent="-238125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 sz="900"/>
            </a:lvl4pPr>
            <a:lvl5pPr marL="1714500" lvl="4" indent="-238125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 sz="900"/>
            </a:lvl5pPr>
            <a:lvl6pPr marL="2057400" lvl="5" indent="-238125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 sz="900"/>
            </a:lvl6pPr>
            <a:lvl7pPr marL="2400300" lvl="6" indent="-238125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 sz="900"/>
            </a:lvl7pPr>
            <a:lvl8pPr marL="2743200" lvl="7" indent="-238125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 sz="900"/>
            </a:lvl8pPr>
            <a:lvl9pPr marL="3086100" lvl="8" indent="-238125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 sz="9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534919" y="539500"/>
            <a:ext cx="3017700" cy="4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Nixie One"/>
              <a:buNone/>
              <a:defRPr b="1"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레시피코리아OTF Medium" panose="02020503020101020101" pitchFamily="18" charset="-127"/>
                <a:sym typeface="Nixi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cxnSp>
        <p:nvCxnSpPr>
          <p:cNvPr id="42" name="Google Shape;42;p7"/>
          <p:cNvCxnSpPr/>
          <p:nvPr/>
        </p:nvCxnSpPr>
        <p:spPr>
          <a:xfrm>
            <a:off x="530231" y="534250"/>
            <a:ext cx="579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44" name="Google Shape;44;p7"/>
          <p:cNvSpPr txBox="1">
            <a:spLocks noGrp="1"/>
          </p:cNvSpPr>
          <p:nvPr>
            <p:ph type="ctrTitle" idx="2"/>
          </p:nvPr>
        </p:nvSpPr>
        <p:spPr>
          <a:xfrm flipH="1">
            <a:off x="530231" y="233100"/>
            <a:ext cx="57942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>
                <a:solidFill>
                  <a:schemeClr val="dk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/>
          <p:nvPr/>
        </p:nvSpPr>
        <p:spPr>
          <a:xfrm>
            <a:off x="0" y="0"/>
            <a:ext cx="6858000" cy="257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2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Nixie One"/>
              <a:sym typeface="Nixie One"/>
            </a:endParaRPr>
          </a:p>
        </p:txBody>
      </p:sp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1267988" y="638330"/>
            <a:ext cx="4322025" cy="176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75">
                <a:solidFill>
                  <a:schemeClr val="lt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9pPr>
          </a:lstStyle>
          <a:p>
            <a:endParaRPr dirty="0"/>
          </a:p>
        </p:txBody>
      </p:sp>
      <p:cxnSp>
        <p:nvCxnSpPr>
          <p:cNvPr id="48" name="Google Shape;48;p8"/>
          <p:cNvCxnSpPr/>
          <p:nvPr/>
        </p:nvCxnSpPr>
        <p:spPr>
          <a:xfrm>
            <a:off x="530231" y="534250"/>
            <a:ext cx="579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49" name="Google Shape;49;p8"/>
          <p:cNvSpPr txBox="1">
            <a:spLocks noGrp="1"/>
          </p:cNvSpPr>
          <p:nvPr>
            <p:ph type="ctrTitle" idx="2"/>
          </p:nvPr>
        </p:nvSpPr>
        <p:spPr>
          <a:xfrm flipH="1">
            <a:off x="530231" y="233100"/>
            <a:ext cx="57942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>
                <a:solidFill>
                  <a:schemeClr val="dk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 dirty="0"/>
          </a:p>
        </p:txBody>
      </p:sp>
      <p:sp>
        <p:nvSpPr>
          <p:cNvPr id="2" name="텍스트 상자 11">
            <a:extLst>
              <a:ext uri="{FF2B5EF4-FFF2-40B4-BE49-F238E27FC236}">
                <a16:creationId xmlns:a16="http://schemas.microsoft.com/office/drawing/2014/main" id="{FA94AC56-F323-DCD0-F1DF-C556361569CE}"/>
              </a:ext>
            </a:extLst>
          </p:cNvPr>
          <p:cNvSpPr txBox="1"/>
          <p:nvPr userDrawn="1"/>
        </p:nvSpPr>
        <p:spPr>
          <a:xfrm>
            <a:off x="6323044" y="4702683"/>
            <a:ext cx="453483" cy="32998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fld id="{E7FF73EE-DEFA-DD40-A162-19EE85813BBC}" type="slidenum">
              <a:rPr kumimoji="1" lang="ko-KR" altLang="en-US" sz="1000" smtClean="0">
                <a:solidFill>
                  <a:schemeClr val="tx1">
                    <a:lumMod val="50000"/>
                  </a:schemeClr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rPr>
              <a:pPr algn="ctr"/>
              <a:t>‹#›</a:t>
            </a:fld>
            <a:endParaRPr kumimoji="1" lang="ko-KR" altLang="en-US" sz="900">
              <a:solidFill>
                <a:schemeClr val="tx1">
                  <a:lumMod val="50000"/>
                </a:schemeClr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534919" y="1776925"/>
            <a:ext cx="2817675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ixie One"/>
              <a:buNone/>
              <a:defRPr b="1"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레시피코리아OTF Medium" panose="02020503020101020101" pitchFamily="18" charset="-127"/>
                <a:sym typeface="Nixi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534919" y="2460551"/>
            <a:ext cx="2817675" cy="14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레시피코리아OTF Medium" panose="02020503020101020101" pitchFamily="18" charset="-127"/>
                <a:ea typeface="레시피코리아OTF Medium" panose="02020503020101020101" pitchFamily="18" charset="-127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endParaRPr/>
          </a:p>
        </p:txBody>
      </p:sp>
      <p:cxnSp>
        <p:nvCxnSpPr>
          <p:cNvPr id="53" name="Google Shape;53;p9"/>
          <p:cNvCxnSpPr/>
          <p:nvPr/>
        </p:nvCxnSpPr>
        <p:spPr>
          <a:xfrm>
            <a:off x="530231" y="534250"/>
            <a:ext cx="579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54" name="Google Shape;54;p9"/>
          <p:cNvSpPr txBox="1">
            <a:spLocks noGrp="1"/>
          </p:cNvSpPr>
          <p:nvPr>
            <p:ph type="ctrTitle" idx="2"/>
          </p:nvPr>
        </p:nvSpPr>
        <p:spPr>
          <a:xfrm flipH="1">
            <a:off x="530231" y="233100"/>
            <a:ext cx="57942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>
                <a:solidFill>
                  <a:schemeClr val="dk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2" name="텍스트 상자 11">
            <a:extLst>
              <a:ext uri="{FF2B5EF4-FFF2-40B4-BE49-F238E27FC236}">
                <a16:creationId xmlns:a16="http://schemas.microsoft.com/office/drawing/2014/main" id="{DEFE78EF-CF04-D86B-1A1B-ABCC97B1946C}"/>
              </a:ext>
            </a:extLst>
          </p:cNvPr>
          <p:cNvSpPr txBox="1"/>
          <p:nvPr userDrawn="1"/>
        </p:nvSpPr>
        <p:spPr>
          <a:xfrm>
            <a:off x="6323044" y="4702683"/>
            <a:ext cx="453483" cy="32998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fld id="{E7FF73EE-DEFA-DD40-A162-19EE85813BBC}" type="slidenum">
              <a:rPr kumimoji="1" lang="ko-KR" altLang="en-US" sz="1000" smtClean="0">
                <a:solidFill>
                  <a:schemeClr val="tx1">
                    <a:lumMod val="50000"/>
                  </a:schemeClr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rPr>
              <a:pPr algn="ctr"/>
              <a:t>‹#›</a:t>
            </a:fld>
            <a:endParaRPr kumimoji="1" lang="ko-KR" altLang="en-US" sz="900">
              <a:solidFill>
                <a:schemeClr val="tx1">
                  <a:lumMod val="50000"/>
                </a:schemeClr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3436519" y="2029800"/>
            <a:ext cx="2886525" cy="10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ctrTitle" idx="2"/>
          </p:nvPr>
        </p:nvSpPr>
        <p:spPr>
          <a:xfrm flipH="1">
            <a:off x="530231" y="233100"/>
            <a:ext cx="57942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/>
          <p:nvPr/>
        </p:nvSpPr>
        <p:spPr>
          <a:xfrm flipH="1">
            <a:off x="-18900" y="2588288"/>
            <a:ext cx="6895800" cy="257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Nixie One"/>
              <a:sym typeface="Nixie One"/>
            </a:endParaRPr>
          </a:p>
        </p:txBody>
      </p:sp>
      <p:sp>
        <p:nvSpPr>
          <p:cNvPr id="60" name="Google Shape;60;p11"/>
          <p:cNvSpPr txBox="1">
            <a:spLocks noGrp="1"/>
          </p:cNvSpPr>
          <p:nvPr>
            <p:ph type="title" hasCustomPrompt="1"/>
          </p:nvPr>
        </p:nvSpPr>
        <p:spPr>
          <a:xfrm>
            <a:off x="534919" y="615700"/>
            <a:ext cx="5788125" cy="134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8025">
                <a:latin typeface="레시피코리아OTF Medium" panose="02020503020101020101" pitchFamily="18" charset="-127"/>
                <a:ea typeface="레시피코리아OTF Medium" panose="02020503020101020101" pitchFamily="18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>
            <a:spLocks noGrp="1"/>
          </p:cNvSpPr>
          <p:nvPr>
            <p:ph type="subTitle" idx="1"/>
          </p:nvPr>
        </p:nvSpPr>
        <p:spPr>
          <a:xfrm>
            <a:off x="534938" y="2069372"/>
            <a:ext cx="5788125" cy="3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9pPr>
          </a:lstStyle>
          <a:p>
            <a:endParaRPr/>
          </a:p>
        </p:txBody>
      </p:sp>
      <p:cxnSp>
        <p:nvCxnSpPr>
          <p:cNvPr id="62" name="Google Shape;62;p11"/>
          <p:cNvCxnSpPr/>
          <p:nvPr/>
        </p:nvCxnSpPr>
        <p:spPr>
          <a:xfrm>
            <a:off x="530231" y="534250"/>
            <a:ext cx="579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63" name="Google Shape;63;p11"/>
          <p:cNvSpPr txBox="1">
            <a:spLocks noGrp="1"/>
          </p:cNvSpPr>
          <p:nvPr>
            <p:ph type="ctrTitle" idx="2"/>
          </p:nvPr>
        </p:nvSpPr>
        <p:spPr>
          <a:xfrm flipH="1">
            <a:off x="530231" y="233100"/>
            <a:ext cx="57942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>
                <a:solidFill>
                  <a:schemeClr val="dk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84462DEE-33E0-C773-C41C-E3F901B285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13500" y="4845050"/>
            <a:ext cx="444500" cy="298450"/>
          </a:xfrm>
          <a:prstGeom prst="rect">
            <a:avLst/>
          </a:prstGeom>
        </p:spPr>
        <p:txBody>
          <a:bodyPr/>
          <a:lstStyle>
            <a:lvl1pPr>
              <a:defRPr>
                <a:latin typeface="레시피코리아OTF Medium" panose="02020503020101020101" pitchFamily="18" charset="-127"/>
                <a:ea typeface="레시피코리아OTF Medium" panose="02020503020101020101" pitchFamily="18" charset="-127"/>
              </a:defRPr>
            </a:lvl1pPr>
          </a:lstStyle>
          <a:p>
            <a:fld id="{D5C09FFF-FA28-48B0-906F-8E983FBDF5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레시피코리아OTF Medium" panose="02020503020101020101" pitchFamily="18" charset="-127"/>
          <a:ea typeface="레시피코리아OTF Medium" panose="02020503020101020101" pitchFamily="18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레시피코리아OTF Medium" panose="02020503020101020101" pitchFamily="18" charset="-127"/>
          <a:ea typeface="레시피코리아OTF Medium" panose="02020503020101020101" pitchFamily="18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74;p15">
            <a:extLst>
              <a:ext uri="{FF2B5EF4-FFF2-40B4-BE49-F238E27FC236}">
                <a16:creationId xmlns:a16="http://schemas.microsoft.com/office/drawing/2014/main" id="{82BB24E8-6B78-88D6-A597-0268D8F46576}"/>
              </a:ext>
            </a:extLst>
          </p:cNvPr>
          <p:cNvSpPr/>
          <p:nvPr/>
        </p:nvSpPr>
        <p:spPr>
          <a:xfrm>
            <a:off x="124692" y="126422"/>
            <a:ext cx="6608617" cy="48906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050" dirty="0">
              <a:solidFill>
                <a:srgbClr val="FFFFFF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Nixie One"/>
              <a:sym typeface="Nixie One"/>
            </a:endParaRPr>
          </a:p>
        </p:txBody>
      </p:sp>
      <p:cxnSp>
        <p:nvCxnSpPr>
          <p:cNvPr id="5" name="Google Shape;10;p2">
            <a:extLst>
              <a:ext uri="{FF2B5EF4-FFF2-40B4-BE49-F238E27FC236}">
                <a16:creationId xmlns:a16="http://schemas.microsoft.com/office/drawing/2014/main" id="{1124BC15-5EED-DE43-03B4-794AEB3212D0}"/>
              </a:ext>
            </a:extLst>
          </p:cNvPr>
          <p:cNvCxnSpPr>
            <a:cxnSpLocks/>
          </p:cNvCxnSpPr>
          <p:nvPr/>
        </p:nvCxnSpPr>
        <p:spPr>
          <a:xfrm>
            <a:off x="523103" y="3692740"/>
            <a:ext cx="579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54E3846-B020-0790-B325-E2CBCEC81BD9}"/>
              </a:ext>
            </a:extLst>
          </p:cNvPr>
          <p:cNvSpPr txBox="1"/>
          <p:nvPr/>
        </p:nvSpPr>
        <p:spPr>
          <a:xfrm>
            <a:off x="4544016" y="4194592"/>
            <a:ext cx="21892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4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2025.04.30</a:t>
            </a:r>
            <a:r>
              <a:rPr lang="ko-KR" altLang="en-US" sz="14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 </a:t>
            </a:r>
            <a:endParaRPr lang="en-US" altLang="ko-KR" sz="14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algn="r">
              <a:lnSpc>
                <a:spcPct val="150000"/>
              </a:lnSpc>
            </a:pPr>
            <a:r>
              <a:rPr lang="ko-KR" altLang="en-US" sz="14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이재호</a:t>
            </a:r>
            <a:endParaRPr lang="en-US" altLang="ko-KR" sz="14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349FB4-33D4-606D-0922-CB59C33DEF07}"/>
              </a:ext>
            </a:extLst>
          </p:cNvPr>
          <p:cNvSpPr txBox="1"/>
          <p:nvPr/>
        </p:nvSpPr>
        <p:spPr>
          <a:xfrm>
            <a:off x="2119190" y="1826854"/>
            <a:ext cx="26196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Doosan Robotics</a:t>
            </a:r>
          </a:p>
          <a:p>
            <a:pPr algn="ctr"/>
            <a:endParaRPr lang="en-US" altLang="ko-KR" sz="2000" dirty="0"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algn="ctr"/>
            <a:r>
              <a:rPr lang="en-US" altLang="ko-KR" sz="20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42926BF7-5D63-BBA8-DBE8-3C10BDADC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97BBE8A1-A8C5-4F6F-97B7-24E9936A8955}"/>
              </a:ext>
            </a:extLst>
          </p:cNvPr>
          <p:cNvSpPr txBox="1"/>
          <p:nvPr/>
        </p:nvSpPr>
        <p:spPr>
          <a:xfrm>
            <a:off x="175599" y="577767"/>
            <a:ext cx="62687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문제</a:t>
            </a:r>
            <a:endParaRPr lang="en-US" altLang="ko-KR" sz="800" b="1" dirty="0">
              <a:solidFill>
                <a:srgbClr val="FF0000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7C86BA7-80A3-5BF5-4730-956B4A85E584}"/>
              </a:ext>
            </a:extLst>
          </p:cNvPr>
          <p:cNvGrpSpPr/>
          <p:nvPr/>
        </p:nvGrpSpPr>
        <p:grpSpPr>
          <a:xfrm>
            <a:off x="289559" y="113509"/>
            <a:ext cx="2022503" cy="366928"/>
            <a:chOff x="244549" y="180754"/>
            <a:chExt cx="3457789" cy="627321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97D4017-299E-53AA-B15F-7D20148F58C3}"/>
                </a:ext>
              </a:extLst>
            </p:cNvPr>
            <p:cNvSpPr/>
            <p:nvPr/>
          </p:nvSpPr>
          <p:spPr>
            <a:xfrm>
              <a:off x="244549" y="180754"/>
              <a:ext cx="627321" cy="627321"/>
            </a:xfrm>
            <a:prstGeom prst="ellipse">
              <a:avLst/>
            </a:prstGeom>
            <a:solidFill>
              <a:srgbClr val="4E627B"/>
            </a:solidFill>
            <a:ln>
              <a:solidFill>
                <a:srgbClr val="C8CC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149F9FC4-601B-A6DD-EB80-5158C2695D57}"/>
                </a:ext>
              </a:extLst>
            </p:cNvPr>
            <p:cNvSpPr/>
            <p:nvPr/>
          </p:nvSpPr>
          <p:spPr>
            <a:xfrm>
              <a:off x="280738" y="216943"/>
              <a:ext cx="554941" cy="5549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bg2">
                    <a:lumMod val="25000"/>
                  </a:schemeClr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2D6389A-AE60-EF43-346B-B4C3AACB7B08}"/>
                </a:ext>
              </a:extLst>
            </p:cNvPr>
            <p:cNvCxnSpPr>
              <a:cxnSpLocks/>
            </p:cNvCxnSpPr>
            <p:nvPr/>
          </p:nvCxnSpPr>
          <p:spPr>
            <a:xfrm>
              <a:off x="905660" y="765546"/>
              <a:ext cx="2638829" cy="0"/>
            </a:xfrm>
            <a:prstGeom prst="line">
              <a:avLst/>
            </a:prstGeom>
            <a:ln w="28575">
              <a:solidFill>
                <a:srgbClr val="C8CC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83A9E1A-119A-7DAE-155F-A15C3CC9BF3E}"/>
                </a:ext>
              </a:extLst>
            </p:cNvPr>
            <p:cNvSpPr txBox="1"/>
            <p:nvPr/>
          </p:nvSpPr>
          <p:spPr>
            <a:xfrm>
              <a:off x="280736" y="282154"/>
              <a:ext cx="477412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1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0590BC4-96B5-E8F2-02AC-6438486599BB}"/>
                </a:ext>
              </a:extLst>
            </p:cNvPr>
            <p:cNvSpPr txBox="1"/>
            <p:nvPr/>
          </p:nvSpPr>
          <p:spPr>
            <a:xfrm>
              <a:off x="871869" y="303882"/>
              <a:ext cx="2601365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삼성 코딩 문제 풀이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AE6303E-7069-0BF8-AF43-FB155A7B3B69}"/>
                </a:ext>
              </a:extLst>
            </p:cNvPr>
            <p:cNvSpPr/>
            <p:nvPr/>
          </p:nvSpPr>
          <p:spPr>
            <a:xfrm>
              <a:off x="3535937" y="599145"/>
              <a:ext cx="166401" cy="166401"/>
            </a:xfrm>
            <a:prstGeom prst="rect">
              <a:avLst/>
            </a:prstGeom>
            <a:solidFill>
              <a:srgbClr val="C8CCD2"/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</p:grp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017A9EAB-ABFC-74E2-5530-F1D59D80A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9FFF-FA28-48B0-906F-8E983FBDF5C9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81B026-A46F-A56E-7960-4CB1AD55A935}"/>
              </a:ext>
            </a:extLst>
          </p:cNvPr>
          <p:cNvSpPr txBox="1"/>
          <p:nvPr/>
        </p:nvSpPr>
        <p:spPr>
          <a:xfrm>
            <a:off x="220436" y="4730234"/>
            <a:ext cx="6417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rPr>
              <a:t>https://swexpertacademy.com/main/code/problem/problemDetail.do?problemLevel=4&amp;contestProbId=AV15Khn6AN0CFAYD&amp;categoryId=AV15Khn6AN0CFAYD&amp;categoryType=CODE&amp;problemTitle=&amp;orderBy=FIRST_REG_DATETIME&amp;selectCodeLang=ALL&amp;select-1=4&amp;pageSize=10&amp;pageIndex=2&amp;&amp;&amp;&amp;&amp;&amp;&amp;&amp;&amp;&amp;</a:t>
            </a:r>
            <a:endParaRPr lang="ko-KR" altLang="en-US" sz="600" dirty="0">
              <a:latin typeface="레시피코리아OTF Medium" panose="02020503020101020101" pitchFamily="18" charset="-127"/>
              <a:ea typeface="레시피코리아OTF Medium" panose="020205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5BB54D5-39DC-DEFB-1BEB-D36915B78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8" y="943390"/>
            <a:ext cx="3321892" cy="36223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38F4D65-D34C-F8C3-AE3B-A6FE46401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7938" y="2052453"/>
            <a:ext cx="2974462" cy="140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702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8640676A-5219-D5E4-6BF6-EDCAE4E48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A5FFBA2B-0BC9-D632-0B73-A0098A777AE3}"/>
              </a:ext>
            </a:extLst>
          </p:cNvPr>
          <p:cNvSpPr txBox="1"/>
          <p:nvPr/>
        </p:nvSpPr>
        <p:spPr>
          <a:xfrm>
            <a:off x="175599" y="577767"/>
            <a:ext cx="62687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해설</a:t>
            </a:r>
            <a:endParaRPr lang="en-US" altLang="ko-KR" sz="800" b="1" dirty="0">
              <a:solidFill>
                <a:srgbClr val="FF0000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6BFB10D-6D21-8819-C681-C9FE38344030}"/>
              </a:ext>
            </a:extLst>
          </p:cNvPr>
          <p:cNvGrpSpPr/>
          <p:nvPr/>
        </p:nvGrpSpPr>
        <p:grpSpPr>
          <a:xfrm>
            <a:off x="289559" y="113509"/>
            <a:ext cx="2022503" cy="366928"/>
            <a:chOff x="244549" y="180754"/>
            <a:chExt cx="3457789" cy="627321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64AA7A4-87E7-5791-0E98-0095CDF24260}"/>
                </a:ext>
              </a:extLst>
            </p:cNvPr>
            <p:cNvSpPr/>
            <p:nvPr/>
          </p:nvSpPr>
          <p:spPr>
            <a:xfrm>
              <a:off x="244549" y="180754"/>
              <a:ext cx="627321" cy="627321"/>
            </a:xfrm>
            <a:prstGeom prst="ellipse">
              <a:avLst/>
            </a:prstGeom>
            <a:solidFill>
              <a:srgbClr val="4E627B"/>
            </a:solidFill>
            <a:ln>
              <a:solidFill>
                <a:srgbClr val="C8CC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A77F800-4FD8-8A7B-2067-0B78F6080D93}"/>
                </a:ext>
              </a:extLst>
            </p:cNvPr>
            <p:cNvSpPr/>
            <p:nvPr/>
          </p:nvSpPr>
          <p:spPr>
            <a:xfrm>
              <a:off x="280738" y="216943"/>
              <a:ext cx="554941" cy="5549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bg2">
                    <a:lumMod val="25000"/>
                  </a:schemeClr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A24BF7B8-B4D1-232B-F565-B7ABF388B103}"/>
                </a:ext>
              </a:extLst>
            </p:cNvPr>
            <p:cNvCxnSpPr>
              <a:cxnSpLocks/>
            </p:cNvCxnSpPr>
            <p:nvPr/>
          </p:nvCxnSpPr>
          <p:spPr>
            <a:xfrm>
              <a:off x="905660" y="765546"/>
              <a:ext cx="2638829" cy="0"/>
            </a:xfrm>
            <a:prstGeom prst="line">
              <a:avLst/>
            </a:prstGeom>
            <a:ln w="28575">
              <a:solidFill>
                <a:srgbClr val="C8CC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53A5CE0-3928-4B59-82FF-9A8E1D61D7A6}"/>
                </a:ext>
              </a:extLst>
            </p:cNvPr>
            <p:cNvSpPr txBox="1"/>
            <p:nvPr/>
          </p:nvSpPr>
          <p:spPr>
            <a:xfrm>
              <a:off x="280736" y="282154"/>
              <a:ext cx="477412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1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EFD4E6-34BC-085B-A91F-75FB0F3DAAE7}"/>
                </a:ext>
              </a:extLst>
            </p:cNvPr>
            <p:cNvSpPr txBox="1"/>
            <p:nvPr/>
          </p:nvSpPr>
          <p:spPr>
            <a:xfrm>
              <a:off x="871869" y="303882"/>
              <a:ext cx="2601365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삼성 코딩 문제 풀이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227E9FD-1D6B-BA44-BF1F-4C4E9268D079}"/>
                </a:ext>
              </a:extLst>
            </p:cNvPr>
            <p:cNvSpPr/>
            <p:nvPr/>
          </p:nvSpPr>
          <p:spPr>
            <a:xfrm>
              <a:off x="3535937" y="599145"/>
              <a:ext cx="166401" cy="166401"/>
            </a:xfrm>
            <a:prstGeom prst="rect">
              <a:avLst/>
            </a:prstGeom>
            <a:solidFill>
              <a:srgbClr val="C8CCD2"/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</p:grp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71C582D1-3C9F-5E22-3D57-34169FA6B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9FFF-FA28-48B0-906F-8E983FBDF5C9}" type="slidenum">
              <a:rPr lang="ko-KR" altLang="en-US" smtClean="0"/>
              <a:t>3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7210D96-41C0-7CFF-BE4F-1C799443B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679" y="952096"/>
            <a:ext cx="4514581" cy="36633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862C7A-2F1C-9B21-EDE6-69B6A81146AC}"/>
              </a:ext>
            </a:extLst>
          </p:cNvPr>
          <p:cNvSpPr txBox="1"/>
          <p:nvPr/>
        </p:nvSpPr>
        <p:spPr>
          <a:xfrm>
            <a:off x="220436" y="4730234"/>
            <a:ext cx="6417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rPr>
              <a:t>https://swexpertacademy.com/main/code/problem/problemDetail.do?problemLevel=4&amp;contestProbId=AV15Khn6AN0CFAYD&amp;categoryId=AV15Khn6AN0CFAYD&amp;categoryType=CODE&amp;problemTitle=&amp;orderBy=FIRST_REG_DATETIME&amp;selectCodeLang=ALL&amp;select-1=4&amp;pageSize=10&amp;pageIndex=2&amp;&amp;&amp;&amp;&amp;&amp;&amp;&amp;&amp;&amp;</a:t>
            </a:r>
            <a:endParaRPr lang="ko-KR" altLang="en-US" sz="600" dirty="0">
              <a:latin typeface="레시피코리아OTF Medium" panose="02020503020101020101" pitchFamily="18" charset="-127"/>
              <a:ea typeface="레시피코리아OTF Medium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2731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F546476D-E544-E7FE-2AF3-76A47FDC3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9F6DA9C4-39B8-C762-220D-D1636D705A92}"/>
              </a:ext>
            </a:extLst>
          </p:cNvPr>
          <p:cNvSpPr txBox="1"/>
          <p:nvPr/>
        </p:nvSpPr>
        <p:spPr>
          <a:xfrm>
            <a:off x="175599" y="577767"/>
            <a:ext cx="62687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해설</a:t>
            </a:r>
            <a:endParaRPr lang="en-US" altLang="ko-KR" sz="800" b="1" dirty="0">
              <a:solidFill>
                <a:srgbClr val="FF0000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DAD2D85-0517-066B-3457-F639258B3EFD}"/>
              </a:ext>
            </a:extLst>
          </p:cNvPr>
          <p:cNvGrpSpPr/>
          <p:nvPr/>
        </p:nvGrpSpPr>
        <p:grpSpPr>
          <a:xfrm>
            <a:off x="289559" y="113509"/>
            <a:ext cx="2022503" cy="366928"/>
            <a:chOff x="244549" y="180754"/>
            <a:chExt cx="3457789" cy="627321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1033DFC-9015-BB4D-79D3-762CCC351F72}"/>
                </a:ext>
              </a:extLst>
            </p:cNvPr>
            <p:cNvSpPr/>
            <p:nvPr/>
          </p:nvSpPr>
          <p:spPr>
            <a:xfrm>
              <a:off x="244549" y="180754"/>
              <a:ext cx="627321" cy="627321"/>
            </a:xfrm>
            <a:prstGeom prst="ellipse">
              <a:avLst/>
            </a:prstGeom>
            <a:solidFill>
              <a:srgbClr val="4E627B"/>
            </a:solidFill>
            <a:ln>
              <a:solidFill>
                <a:srgbClr val="C8CC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9773EEEA-DB5D-D5E5-C06C-EDA11B228FD8}"/>
                </a:ext>
              </a:extLst>
            </p:cNvPr>
            <p:cNvSpPr/>
            <p:nvPr/>
          </p:nvSpPr>
          <p:spPr>
            <a:xfrm>
              <a:off x="280738" y="216943"/>
              <a:ext cx="554941" cy="5549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bg2">
                    <a:lumMod val="25000"/>
                  </a:schemeClr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B40E1BAF-68AC-D587-E13C-7448B022CEB5}"/>
                </a:ext>
              </a:extLst>
            </p:cNvPr>
            <p:cNvCxnSpPr>
              <a:cxnSpLocks/>
            </p:cNvCxnSpPr>
            <p:nvPr/>
          </p:nvCxnSpPr>
          <p:spPr>
            <a:xfrm>
              <a:off x="905660" y="765546"/>
              <a:ext cx="2638829" cy="0"/>
            </a:xfrm>
            <a:prstGeom prst="line">
              <a:avLst/>
            </a:prstGeom>
            <a:ln w="28575">
              <a:solidFill>
                <a:srgbClr val="C8CC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35F063C-9727-F466-645D-DDAD90F63BFB}"/>
                </a:ext>
              </a:extLst>
            </p:cNvPr>
            <p:cNvSpPr txBox="1"/>
            <p:nvPr/>
          </p:nvSpPr>
          <p:spPr>
            <a:xfrm>
              <a:off x="280736" y="282154"/>
              <a:ext cx="477412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1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38086D6-44CC-B4BE-470C-3FE256D920D4}"/>
                </a:ext>
              </a:extLst>
            </p:cNvPr>
            <p:cNvSpPr txBox="1"/>
            <p:nvPr/>
          </p:nvSpPr>
          <p:spPr>
            <a:xfrm>
              <a:off x="871869" y="303882"/>
              <a:ext cx="2601365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삼성 코딩 문제 풀이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9F0D472B-EEB1-ADEB-CC70-463F7F24708A}"/>
                </a:ext>
              </a:extLst>
            </p:cNvPr>
            <p:cNvSpPr/>
            <p:nvPr/>
          </p:nvSpPr>
          <p:spPr>
            <a:xfrm>
              <a:off x="3535937" y="599145"/>
              <a:ext cx="166401" cy="166401"/>
            </a:xfrm>
            <a:prstGeom prst="rect">
              <a:avLst/>
            </a:prstGeom>
            <a:solidFill>
              <a:srgbClr val="C8CCD2"/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</p:grp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90044F6D-0642-E8B3-FFE3-D13AAF49A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9FFF-FA28-48B0-906F-8E983FBDF5C9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36BEEB-F58B-EAE6-510F-A55845A29123}"/>
              </a:ext>
            </a:extLst>
          </p:cNvPr>
          <p:cNvSpPr txBox="1"/>
          <p:nvPr/>
        </p:nvSpPr>
        <p:spPr>
          <a:xfrm>
            <a:off x="220436" y="4730234"/>
            <a:ext cx="6417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rPr>
              <a:t>https://swexpertacademy.com/main/code/problem/problemDetail.do?problemLevel=4&amp;contestProbId=AV15Khn6AN0CFAYD&amp;categoryId=AV15Khn6AN0CFAYD&amp;categoryType=CODE&amp;problemTitle=&amp;orderBy=FIRST_REG_DATETIME&amp;selectCodeLang=ALL&amp;select-1=4&amp;pageSize=10&amp;pageIndex=2&amp;&amp;&amp;&amp;&amp;&amp;&amp;&amp;&amp;&amp;</a:t>
            </a:r>
            <a:endParaRPr lang="ko-KR" altLang="en-US" sz="600" dirty="0">
              <a:latin typeface="레시피코리아OTF Medium" panose="02020503020101020101" pitchFamily="18" charset="-127"/>
              <a:ea typeface="레시피코리아OTF Medium" panose="020205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D04C4C8-587C-C911-3A7A-383A51350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94" y="997631"/>
            <a:ext cx="4425351" cy="314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25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63C62B4F-FF94-FC7F-4543-9F700B2E6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1B17AE33-00D6-1A78-7FAC-4235930BCBD0}"/>
              </a:ext>
            </a:extLst>
          </p:cNvPr>
          <p:cNvSpPr txBox="1"/>
          <p:nvPr/>
        </p:nvSpPr>
        <p:spPr>
          <a:xfrm>
            <a:off x="175599" y="577767"/>
            <a:ext cx="62687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해설</a:t>
            </a:r>
            <a:endParaRPr lang="en-US" altLang="ko-KR" sz="800" b="1" dirty="0">
              <a:solidFill>
                <a:srgbClr val="FF0000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4A4C80B-2490-BB53-B9FB-8DE72714FAE2}"/>
              </a:ext>
            </a:extLst>
          </p:cNvPr>
          <p:cNvGrpSpPr/>
          <p:nvPr/>
        </p:nvGrpSpPr>
        <p:grpSpPr>
          <a:xfrm>
            <a:off x="289559" y="113509"/>
            <a:ext cx="2022503" cy="366928"/>
            <a:chOff x="244549" y="180754"/>
            <a:chExt cx="3457789" cy="627321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87D8A79-3CDE-DB5D-83C8-86C1FD04AB8D}"/>
                </a:ext>
              </a:extLst>
            </p:cNvPr>
            <p:cNvSpPr/>
            <p:nvPr/>
          </p:nvSpPr>
          <p:spPr>
            <a:xfrm>
              <a:off x="244549" y="180754"/>
              <a:ext cx="627321" cy="627321"/>
            </a:xfrm>
            <a:prstGeom prst="ellipse">
              <a:avLst/>
            </a:prstGeom>
            <a:solidFill>
              <a:srgbClr val="4E627B"/>
            </a:solidFill>
            <a:ln>
              <a:solidFill>
                <a:srgbClr val="C8CC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90CF7C35-9D1E-E085-1C22-02A0A8878437}"/>
                </a:ext>
              </a:extLst>
            </p:cNvPr>
            <p:cNvSpPr/>
            <p:nvPr/>
          </p:nvSpPr>
          <p:spPr>
            <a:xfrm>
              <a:off x="280738" y="216943"/>
              <a:ext cx="554941" cy="5549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bg2">
                    <a:lumMod val="25000"/>
                  </a:schemeClr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826DF4CD-E15C-20DC-62D2-97E862CE1623}"/>
                </a:ext>
              </a:extLst>
            </p:cNvPr>
            <p:cNvCxnSpPr>
              <a:cxnSpLocks/>
            </p:cNvCxnSpPr>
            <p:nvPr/>
          </p:nvCxnSpPr>
          <p:spPr>
            <a:xfrm>
              <a:off x="905660" y="765546"/>
              <a:ext cx="2638829" cy="0"/>
            </a:xfrm>
            <a:prstGeom prst="line">
              <a:avLst/>
            </a:prstGeom>
            <a:ln w="28575">
              <a:solidFill>
                <a:srgbClr val="C8CC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3091329-18C3-360D-9720-E0E0C51E9168}"/>
                </a:ext>
              </a:extLst>
            </p:cNvPr>
            <p:cNvSpPr txBox="1"/>
            <p:nvPr/>
          </p:nvSpPr>
          <p:spPr>
            <a:xfrm>
              <a:off x="280736" y="282154"/>
              <a:ext cx="477412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1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81CFB6A-30DF-5B62-F231-0020300E93D1}"/>
                </a:ext>
              </a:extLst>
            </p:cNvPr>
            <p:cNvSpPr txBox="1"/>
            <p:nvPr/>
          </p:nvSpPr>
          <p:spPr>
            <a:xfrm>
              <a:off x="871869" y="303882"/>
              <a:ext cx="2601365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삼성 코딩 문제 풀이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1E1FED03-AFE8-4503-CE84-8CBF11C27487}"/>
                </a:ext>
              </a:extLst>
            </p:cNvPr>
            <p:cNvSpPr/>
            <p:nvPr/>
          </p:nvSpPr>
          <p:spPr>
            <a:xfrm>
              <a:off x="3535937" y="599145"/>
              <a:ext cx="166401" cy="166401"/>
            </a:xfrm>
            <a:prstGeom prst="rect">
              <a:avLst/>
            </a:prstGeom>
            <a:solidFill>
              <a:srgbClr val="C8CCD2"/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</p:grp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C88240C4-F93A-A4CE-A515-169AE587F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9FFF-FA28-48B0-906F-8E983FBDF5C9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F5DF4-377D-30C8-7CED-ADC256577B6D}"/>
              </a:ext>
            </a:extLst>
          </p:cNvPr>
          <p:cNvSpPr txBox="1"/>
          <p:nvPr/>
        </p:nvSpPr>
        <p:spPr>
          <a:xfrm>
            <a:off x="220436" y="4730234"/>
            <a:ext cx="6417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rPr>
              <a:t>https://swexpertacademy.com/main/code/problem/problemDetail.do?problemLevel=4&amp;contestProbId=AV15Khn6AN0CFAYD&amp;categoryId=AV15Khn6AN0CFAYD&amp;categoryType=CODE&amp;problemTitle=&amp;orderBy=FIRST_REG_DATETIME&amp;selectCodeLang=ALL&amp;select-1=4&amp;pageSize=10&amp;pageIndex=2&amp;&amp;&amp;&amp;&amp;&amp;&amp;&amp;&amp;&amp;</a:t>
            </a:r>
            <a:endParaRPr lang="ko-KR" altLang="en-US" sz="600" dirty="0">
              <a:latin typeface="레시피코리아OTF Medium" panose="02020503020101020101" pitchFamily="18" charset="-127"/>
              <a:ea typeface="레시피코리아OTF Medium" panose="020205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D628F36-9ECF-21B8-CB78-FCC656AC8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4" y="865002"/>
            <a:ext cx="2276333" cy="370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684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B728302A-9161-EC34-B173-770844BD38C0}"/>
              </a:ext>
            </a:extLst>
          </p:cNvPr>
          <p:cNvSpPr txBox="1"/>
          <p:nvPr/>
        </p:nvSpPr>
        <p:spPr>
          <a:xfrm>
            <a:off x="175599" y="577767"/>
            <a:ext cx="6268743" cy="961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"/>
              </a:spcAft>
            </a:pPr>
            <a:r>
              <a:rPr lang="en-US" altLang="ko-KR" sz="1200" b="1" dirty="0">
                <a:solidFill>
                  <a:srgbClr val="005F9F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ROS2</a:t>
            </a:r>
          </a:p>
          <a:p>
            <a:pPr algn="just">
              <a:lnSpc>
                <a:spcPct val="150000"/>
              </a:lnSpc>
              <a:spcAft>
                <a:spcPts val="80"/>
              </a:spcAft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webcam</a:t>
            </a: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rgbClr val="FF0000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B3ADF72-3A99-25BA-9D6F-E45CB9F90504}"/>
              </a:ext>
            </a:extLst>
          </p:cNvPr>
          <p:cNvGrpSpPr/>
          <p:nvPr/>
        </p:nvGrpSpPr>
        <p:grpSpPr>
          <a:xfrm>
            <a:off x="289559" y="113509"/>
            <a:ext cx="2022503" cy="366928"/>
            <a:chOff x="244549" y="180754"/>
            <a:chExt cx="3457789" cy="627321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916BBB0-6BF7-87BA-DF2F-D2AA07691886}"/>
                </a:ext>
              </a:extLst>
            </p:cNvPr>
            <p:cNvSpPr/>
            <p:nvPr/>
          </p:nvSpPr>
          <p:spPr>
            <a:xfrm>
              <a:off x="244549" y="180754"/>
              <a:ext cx="627321" cy="627321"/>
            </a:xfrm>
            <a:prstGeom prst="ellipse">
              <a:avLst/>
            </a:prstGeom>
            <a:solidFill>
              <a:srgbClr val="4E627B"/>
            </a:solidFill>
            <a:ln>
              <a:solidFill>
                <a:srgbClr val="C8CC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3EA5C7DB-98F4-5473-C03D-B10DEC361957}"/>
                </a:ext>
              </a:extLst>
            </p:cNvPr>
            <p:cNvSpPr/>
            <p:nvPr/>
          </p:nvSpPr>
          <p:spPr>
            <a:xfrm>
              <a:off x="280738" y="216943"/>
              <a:ext cx="554941" cy="5549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bg2">
                    <a:lumMod val="25000"/>
                  </a:schemeClr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9D726056-58C2-C817-7FE9-E0404D3DB002}"/>
                </a:ext>
              </a:extLst>
            </p:cNvPr>
            <p:cNvCxnSpPr>
              <a:cxnSpLocks/>
            </p:cNvCxnSpPr>
            <p:nvPr/>
          </p:nvCxnSpPr>
          <p:spPr>
            <a:xfrm>
              <a:off x="905660" y="765546"/>
              <a:ext cx="2638829" cy="0"/>
            </a:xfrm>
            <a:prstGeom prst="line">
              <a:avLst/>
            </a:prstGeom>
            <a:ln w="28575">
              <a:solidFill>
                <a:srgbClr val="C8CC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3AF814A-4EBB-9561-FE4F-ED8E94463B3A}"/>
                </a:ext>
              </a:extLst>
            </p:cNvPr>
            <p:cNvSpPr txBox="1"/>
            <p:nvPr/>
          </p:nvSpPr>
          <p:spPr>
            <a:xfrm>
              <a:off x="280736" y="282154"/>
              <a:ext cx="496594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2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440F539-5570-2554-D863-33153C347000}"/>
                </a:ext>
              </a:extLst>
            </p:cNvPr>
            <p:cNvSpPr txBox="1"/>
            <p:nvPr/>
          </p:nvSpPr>
          <p:spPr>
            <a:xfrm>
              <a:off x="871869" y="303882"/>
              <a:ext cx="1617496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Robotics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D1D27299-7DC1-25D4-73CB-3A4443B5E890}"/>
                </a:ext>
              </a:extLst>
            </p:cNvPr>
            <p:cNvSpPr/>
            <p:nvPr/>
          </p:nvSpPr>
          <p:spPr>
            <a:xfrm>
              <a:off x="3535937" y="599145"/>
              <a:ext cx="166401" cy="166401"/>
            </a:xfrm>
            <a:prstGeom prst="rect">
              <a:avLst/>
            </a:prstGeom>
            <a:solidFill>
              <a:srgbClr val="C8CCD2"/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</p:grp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AE7319DC-8EAE-0D31-6850-231FDE4E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9FFF-FA28-48B0-906F-8E983FBDF5C9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027DC5-DD7E-E907-ABF1-D1416E453CBF}"/>
              </a:ext>
            </a:extLst>
          </p:cNvPr>
          <p:cNvSpPr txBox="1"/>
          <p:nvPr/>
        </p:nvSpPr>
        <p:spPr>
          <a:xfrm>
            <a:off x="220436" y="4730234"/>
            <a:ext cx="641712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rPr>
              <a:t>https://github.com/pratikPhadte/my_camera/tree/main</a:t>
            </a:r>
            <a:endParaRPr lang="ko-KR" altLang="en-US" sz="600" dirty="0">
              <a:latin typeface="레시피코리아OTF Medium" panose="02020503020101020101" pitchFamily="18" charset="-127"/>
              <a:ea typeface="레시피코리아OTF Medium" panose="020205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5A326F4-EB48-A105-84BC-0D64CA63A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691" y="1356381"/>
            <a:ext cx="4670557" cy="320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36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EBE3F92F-99D0-E55A-2419-26B4E1BAD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85D32019-FF6A-C85C-118D-BD8E963E3B2A}"/>
              </a:ext>
            </a:extLst>
          </p:cNvPr>
          <p:cNvSpPr txBox="1"/>
          <p:nvPr/>
        </p:nvSpPr>
        <p:spPr>
          <a:xfrm>
            <a:off x="175599" y="577767"/>
            <a:ext cx="6268743" cy="961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"/>
              </a:spcAft>
            </a:pPr>
            <a:r>
              <a:rPr lang="en-US" altLang="ko-KR" sz="1200" b="1" dirty="0">
                <a:solidFill>
                  <a:srgbClr val="005F9F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ROS2</a:t>
            </a:r>
          </a:p>
          <a:p>
            <a:pPr algn="just">
              <a:lnSpc>
                <a:spcPct val="150000"/>
              </a:lnSpc>
              <a:spcAft>
                <a:spcPts val="80"/>
              </a:spcAft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webcam</a:t>
            </a: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rgbClr val="FF0000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D01EEB-E63B-5CED-F9FD-4D32A4F6336F}"/>
              </a:ext>
            </a:extLst>
          </p:cNvPr>
          <p:cNvGrpSpPr/>
          <p:nvPr/>
        </p:nvGrpSpPr>
        <p:grpSpPr>
          <a:xfrm>
            <a:off x="289559" y="113509"/>
            <a:ext cx="2022503" cy="366928"/>
            <a:chOff x="244549" y="180754"/>
            <a:chExt cx="3457789" cy="627321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BF7EAE8-9884-1B70-9F3C-6646AFD70E3D}"/>
                </a:ext>
              </a:extLst>
            </p:cNvPr>
            <p:cNvSpPr/>
            <p:nvPr/>
          </p:nvSpPr>
          <p:spPr>
            <a:xfrm>
              <a:off x="244549" y="180754"/>
              <a:ext cx="627321" cy="627321"/>
            </a:xfrm>
            <a:prstGeom prst="ellipse">
              <a:avLst/>
            </a:prstGeom>
            <a:solidFill>
              <a:srgbClr val="4E627B"/>
            </a:solidFill>
            <a:ln>
              <a:solidFill>
                <a:srgbClr val="C8CC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1EFCE01-5DFD-C1A3-9999-14CAB199060D}"/>
                </a:ext>
              </a:extLst>
            </p:cNvPr>
            <p:cNvSpPr/>
            <p:nvPr/>
          </p:nvSpPr>
          <p:spPr>
            <a:xfrm>
              <a:off x="280738" y="216943"/>
              <a:ext cx="554941" cy="5549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bg2">
                    <a:lumMod val="25000"/>
                  </a:schemeClr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68CA9FC-1710-6386-1AAA-EA21E1523BB4}"/>
                </a:ext>
              </a:extLst>
            </p:cNvPr>
            <p:cNvCxnSpPr>
              <a:cxnSpLocks/>
            </p:cNvCxnSpPr>
            <p:nvPr/>
          </p:nvCxnSpPr>
          <p:spPr>
            <a:xfrm>
              <a:off x="905660" y="765546"/>
              <a:ext cx="2638829" cy="0"/>
            </a:xfrm>
            <a:prstGeom prst="line">
              <a:avLst/>
            </a:prstGeom>
            <a:ln w="28575">
              <a:solidFill>
                <a:srgbClr val="C8CC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5883171-0FD5-D482-915B-6D74F0051B52}"/>
                </a:ext>
              </a:extLst>
            </p:cNvPr>
            <p:cNvSpPr txBox="1"/>
            <p:nvPr/>
          </p:nvSpPr>
          <p:spPr>
            <a:xfrm>
              <a:off x="280736" y="282154"/>
              <a:ext cx="496594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2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75A3274-7EAB-2811-60B8-6D54FD01DCF9}"/>
                </a:ext>
              </a:extLst>
            </p:cNvPr>
            <p:cNvSpPr txBox="1"/>
            <p:nvPr/>
          </p:nvSpPr>
          <p:spPr>
            <a:xfrm>
              <a:off x="871869" y="303882"/>
              <a:ext cx="1617496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Robotics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8C79DE8-2CE0-D421-1AE7-17DD8FDCD129}"/>
                </a:ext>
              </a:extLst>
            </p:cNvPr>
            <p:cNvSpPr/>
            <p:nvPr/>
          </p:nvSpPr>
          <p:spPr>
            <a:xfrm>
              <a:off x="3535937" y="599145"/>
              <a:ext cx="166401" cy="166401"/>
            </a:xfrm>
            <a:prstGeom prst="rect">
              <a:avLst/>
            </a:prstGeom>
            <a:solidFill>
              <a:srgbClr val="C8CCD2"/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</p:grp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497FE06F-9B9E-C8DB-5FC3-80BA7D90F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9FFF-FA28-48B0-906F-8E983FBDF5C9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3B8688-AA94-67A4-2F1F-928E03079034}"/>
              </a:ext>
            </a:extLst>
          </p:cNvPr>
          <p:cNvSpPr txBox="1"/>
          <p:nvPr/>
        </p:nvSpPr>
        <p:spPr>
          <a:xfrm>
            <a:off x="220436" y="4730234"/>
            <a:ext cx="641712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rPr>
              <a:t>https://github.com/pratikPhadte/my_camera/tree/main</a:t>
            </a:r>
            <a:endParaRPr lang="ko-KR" altLang="en-US" sz="600" dirty="0">
              <a:latin typeface="레시피코리아OTF Medium" panose="02020503020101020101" pitchFamily="18" charset="-127"/>
              <a:ea typeface="레시피코리아OTF Medium" panose="020205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510BB34-9779-24C4-B693-ABA728696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691" y="1356381"/>
            <a:ext cx="4670557" cy="320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820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66C59CDC-3202-B75C-3DFD-58EBA5F46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8C8F91B0-ED1D-1189-57A2-CDA3F5131FEE}"/>
              </a:ext>
            </a:extLst>
          </p:cNvPr>
          <p:cNvSpPr txBox="1"/>
          <p:nvPr/>
        </p:nvSpPr>
        <p:spPr>
          <a:xfrm>
            <a:off x="175599" y="577767"/>
            <a:ext cx="6268743" cy="961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"/>
              </a:spcAft>
            </a:pPr>
            <a:r>
              <a:rPr lang="en-US" altLang="ko-KR" sz="1200" b="1" dirty="0">
                <a:solidFill>
                  <a:srgbClr val="005F9F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ROS2</a:t>
            </a:r>
          </a:p>
          <a:p>
            <a:pPr algn="just">
              <a:lnSpc>
                <a:spcPct val="150000"/>
              </a:lnSpc>
              <a:spcAft>
                <a:spcPts val="80"/>
              </a:spcAft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webcam</a:t>
            </a: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rgbClr val="FF0000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A1A5BBC-E288-30E6-BF1A-A8D3B226C4F4}"/>
              </a:ext>
            </a:extLst>
          </p:cNvPr>
          <p:cNvGrpSpPr/>
          <p:nvPr/>
        </p:nvGrpSpPr>
        <p:grpSpPr>
          <a:xfrm>
            <a:off x="289559" y="113509"/>
            <a:ext cx="2022503" cy="366928"/>
            <a:chOff x="244549" y="180754"/>
            <a:chExt cx="3457789" cy="627321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07D7E5D-07D5-FC92-AF55-55FAB3F9F5D3}"/>
                </a:ext>
              </a:extLst>
            </p:cNvPr>
            <p:cNvSpPr/>
            <p:nvPr/>
          </p:nvSpPr>
          <p:spPr>
            <a:xfrm>
              <a:off x="244549" y="180754"/>
              <a:ext cx="627321" cy="627321"/>
            </a:xfrm>
            <a:prstGeom prst="ellipse">
              <a:avLst/>
            </a:prstGeom>
            <a:solidFill>
              <a:srgbClr val="4E627B"/>
            </a:solidFill>
            <a:ln>
              <a:solidFill>
                <a:srgbClr val="C8CC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7356D2E-92DF-0B8B-ADB6-1E520FF21439}"/>
                </a:ext>
              </a:extLst>
            </p:cNvPr>
            <p:cNvSpPr/>
            <p:nvPr/>
          </p:nvSpPr>
          <p:spPr>
            <a:xfrm>
              <a:off x="280738" y="216943"/>
              <a:ext cx="554941" cy="5549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bg2">
                    <a:lumMod val="25000"/>
                  </a:schemeClr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3758AA93-B599-2E8F-43A4-3F2315A5A47F}"/>
                </a:ext>
              </a:extLst>
            </p:cNvPr>
            <p:cNvCxnSpPr>
              <a:cxnSpLocks/>
            </p:cNvCxnSpPr>
            <p:nvPr/>
          </p:nvCxnSpPr>
          <p:spPr>
            <a:xfrm>
              <a:off x="905660" y="765546"/>
              <a:ext cx="2638829" cy="0"/>
            </a:xfrm>
            <a:prstGeom prst="line">
              <a:avLst/>
            </a:prstGeom>
            <a:ln w="28575">
              <a:solidFill>
                <a:srgbClr val="C8CC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B07246E-2F62-427E-5D8F-2FC4A21259F9}"/>
                </a:ext>
              </a:extLst>
            </p:cNvPr>
            <p:cNvSpPr txBox="1"/>
            <p:nvPr/>
          </p:nvSpPr>
          <p:spPr>
            <a:xfrm>
              <a:off x="280736" y="282154"/>
              <a:ext cx="496594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2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A95E215-B578-3FA1-FE66-E20AB1AA53BD}"/>
                </a:ext>
              </a:extLst>
            </p:cNvPr>
            <p:cNvSpPr txBox="1"/>
            <p:nvPr/>
          </p:nvSpPr>
          <p:spPr>
            <a:xfrm>
              <a:off x="871869" y="303882"/>
              <a:ext cx="1617496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Robotics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8200E69-734A-B3E0-29BC-9E3EF71B71A3}"/>
                </a:ext>
              </a:extLst>
            </p:cNvPr>
            <p:cNvSpPr/>
            <p:nvPr/>
          </p:nvSpPr>
          <p:spPr>
            <a:xfrm>
              <a:off x="3535937" y="599145"/>
              <a:ext cx="166401" cy="166401"/>
            </a:xfrm>
            <a:prstGeom prst="rect">
              <a:avLst/>
            </a:prstGeom>
            <a:solidFill>
              <a:srgbClr val="C8CCD2"/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</p:grp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D0A5D118-7400-1DBF-9424-B8225E82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9FFF-FA28-48B0-906F-8E983FBDF5C9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A0095D-5A07-833E-9B76-6F6BC0465E71}"/>
              </a:ext>
            </a:extLst>
          </p:cNvPr>
          <p:cNvSpPr txBox="1"/>
          <p:nvPr/>
        </p:nvSpPr>
        <p:spPr>
          <a:xfrm>
            <a:off x="220436" y="4730234"/>
            <a:ext cx="641712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rPr>
              <a:t>https://github.com/pratikPhadte/my_camera/tree/main</a:t>
            </a:r>
            <a:endParaRPr lang="ko-KR" altLang="en-US" sz="600" dirty="0">
              <a:latin typeface="레시피코리아OTF Medium" panose="02020503020101020101" pitchFamily="18" charset="-127"/>
              <a:ea typeface="레시피코리아OTF Medium" panose="020205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6385327-ACCC-1587-5BF4-E4A315338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965" y="1391401"/>
            <a:ext cx="4992069" cy="329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3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ED861440-41BE-A4F3-B0C8-E64D969D6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93D5D8B2-4501-3600-AC0C-6690DCC7630E}"/>
              </a:ext>
            </a:extLst>
          </p:cNvPr>
          <p:cNvSpPr txBox="1"/>
          <p:nvPr/>
        </p:nvSpPr>
        <p:spPr>
          <a:xfrm>
            <a:off x="175599" y="577767"/>
            <a:ext cx="6268743" cy="961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"/>
              </a:spcAft>
            </a:pPr>
            <a:r>
              <a:rPr lang="en-US" altLang="ko-KR" sz="1200" b="1" dirty="0">
                <a:solidFill>
                  <a:srgbClr val="005F9F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ROS2</a:t>
            </a:r>
          </a:p>
          <a:p>
            <a:pPr algn="just">
              <a:lnSpc>
                <a:spcPct val="150000"/>
              </a:lnSpc>
              <a:spcAft>
                <a:spcPts val="80"/>
              </a:spcAft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webcam</a:t>
            </a: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rgbClr val="FF0000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5428B8B-EE42-C91C-38BD-C7CB4638FAB7}"/>
              </a:ext>
            </a:extLst>
          </p:cNvPr>
          <p:cNvGrpSpPr/>
          <p:nvPr/>
        </p:nvGrpSpPr>
        <p:grpSpPr>
          <a:xfrm>
            <a:off x="289559" y="113509"/>
            <a:ext cx="2022503" cy="366928"/>
            <a:chOff x="244549" y="180754"/>
            <a:chExt cx="3457789" cy="627321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F6D328C-5CAA-4F02-B3B6-D9320D3E0EB7}"/>
                </a:ext>
              </a:extLst>
            </p:cNvPr>
            <p:cNvSpPr/>
            <p:nvPr/>
          </p:nvSpPr>
          <p:spPr>
            <a:xfrm>
              <a:off x="244549" y="180754"/>
              <a:ext cx="627321" cy="627321"/>
            </a:xfrm>
            <a:prstGeom prst="ellipse">
              <a:avLst/>
            </a:prstGeom>
            <a:solidFill>
              <a:srgbClr val="4E627B"/>
            </a:solidFill>
            <a:ln>
              <a:solidFill>
                <a:srgbClr val="C8CC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A1562549-7D2E-4AFD-5824-0D7BDCC19D1B}"/>
                </a:ext>
              </a:extLst>
            </p:cNvPr>
            <p:cNvSpPr/>
            <p:nvPr/>
          </p:nvSpPr>
          <p:spPr>
            <a:xfrm>
              <a:off x="280738" y="216943"/>
              <a:ext cx="554941" cy="5549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bg2">
                    <a:lumMod val="25000"/>
                  </a:schemeClr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2D71537-2C4D-1A59-3306-0BAA0DA9BAB6}"/>
                </a:ext>
              </a:extLst>
            </p:cNvPr>
            <p:cNvCxnSpPr>
              <a:cxnSpLocks/>
            </p:cNvCxnSpPr>
            <p:nvPr/>
          </p:nvCxnSpPr>
          <p:spPr>
            <a:xfrm>
              <a:off x="905660" y="765546"/>
              <a:ext cx="2638829" cy="0"/>
            </a:xfrm>
            <a:prstGeom prst="line">
              <a:avLst/>
            </a:prstGeom>
            <a:ln w="28575">
              <a:solidFill>
                <a:srgbClr val="C8CC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B9B626D-6F57-EEFD-09C5-7B03AD861A39}"/>
                </a:ext>
              </a:extLst>
            </p:cNvPr>
            <p:cNvSpPr txBox="1"/>
            <p:nvPr/>
          </p:nvSpPr>
          <p:spPr>
            <a:xfrm>
              <a:off x="280736" y="282154"/>
              <a:ext cx="496594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2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1C19293-4F66-AA64-6E6B-884D726964B5}"/>
                </a:ext>
              </a:extLst>
            </p:cNvPr>
            <p:cNvSpPr txBox="1"/>
            <p:nvPr/>
          </p:nvSpPr>
          <p:spPr>
            <a:xfrm>
              <a:off x="871869" y="303882"/>
              <a:ext cx="1617496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Robotics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C1D8A0E-65F6-3ABC-E614-ED374D7E7D9F}"/>
                </a:ext>
              </a:extLst>
            </p:cNvPr>
            <p:cNvSpPr/>
            <p:nvPr/>
          </p:nvSpPr>
          <p:spPr>
            <a:xfrm>
              <a:off x="3535937" y="599145"/>
              <a:ext cx="166401" cy="166401"/>
            </a:xfrm>
            <a:prstGeom prst="rect">
              <a:avLst/>
            </a:prstGeom>
            <a:solidFill>
              <a:srgbClr val="C8CCD2"/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</p:grp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9863BA1A-F7FF-797E-07AC-E6024590A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9FFF-FA28-48B0-906F-8E983FBDF5C9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767224-5255-F3F5-15FC-87FC717E878A}"/>
              </a:ext>
            </a:extLst>
          </p:cNvPr>
          <p:cNvSpPr txBox="1"/>
          <p:nvPr/>
        </p:nvSpPr>
        <p:spPr>
          <a:xfrm>
            <a:off x="220436" y="4730234"/>
            <a:ext cx="641712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rPr>
              <a:t>https://github.com/pratikPhadte/my_camera/tree/main</a:t>
            </a:r>
            <a:endParaRPr lang="ko-KR" altLang="en-US" sz="600" dirty="0">
              <a:latin typeface="레시피코리아OTF Medium" panose="02020503020101020101" pitchFamily="18" charset="-127"/>
              <a:ea typeface="레시피코리아OTF Medium" panose="020205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2F047A7-4AC1-B56D-E415-384FBE882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645" y="1488113"/>
            <a:ext cx="4718649" cy="307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730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6D526C91-E6B6-64AC-C6BB-7F27CD67D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B1CC773A-8F77-5224-080C-11CE6E8ADB65}"/>
              </a:ext>
            </a:extLst>
          </p:cNvPr>
          <p:cNvSpPr txBox="1"/>
          <p:nvPr/>
        </p:nvSpPr>
        <p:spPr>
          <a:xfrm>
            <a:off x="175599" y="577767"/>
            <a:ext cx="6268743" cy="961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"/>
              </a:spcAft>
            </a:pPr>
            <a:r>
              <a:rPr lang="en-US" altLang="ko-KR" sz="1200" b="1" dirty="0">
                <a:solidFill>
                  <a:srgbClr val="005F9F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ROS2</a:t>
            </a:r>
          </a:p>
          <a:p>
            <a:pPr algn="just">
              <a:lnSpc>
                <a:spcPct val="150000"/>
              </a:lnSpc>
              <a:spcAft>
                <a:spcPts val="80"/>
              </a:spcAft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Webcam (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원인 파악 중</a:t>
            </a:r>
            <a:r>
              <a:rPr lang="en-US" altLang="ko-KR" sz="800" b="1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)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rgbClr val="FF0000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2AECB3D-BCC5-1C8C-3AE9-0F3D58323E2D}"/>
              </a:ext>
            </a:extLst>
          </p:cNvPr>
          <p:cNvGrpSpPr/>
          <p:nvPr/>
        </p:nvGrpSpPr>
        <p:grpSpPr>
          <a:xfrm>
            <a:off x="289559" y="113509"/>
            <a:ext cx="2022503" cy="366928"/>
            <a:chOff x="244549" y="180754"/>
            <a:chExt cx="3457789" cy="627321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D5AB5EC-7444-E69C-6862-3865A994CB3D}"/>
                </a:ext>
              </a:extLst>
            </p:cNvPr>
            <p:cNvSpPr/>
            <p:nvPr/>
          </p:nvSpPr>
          <p:spPr>
            <a:xfrm>
              <a:off x="244549" y="180754"/>
              <a:ext cx="627321" cy="627321"/>
            </a:xfrm>
            <a:prstGeom prst="ellipse">
              <a:avLst/>
            </a:prstGeom>
            <a:solidFill>
              <a:srgbClr val="4E627B"/>
            </a:solidFill>
            <a:ln>
              <a:solidFill>
                <a:srgbClr val="C8CC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EA424C9-4A15-D090-1661-4DE8134AFD72}"/>
                </a:ext>
              </a:extLst>
            </p:cNvPr>
            <p:cNvSpPr/>
            <p:nvPr/>
          </p:nvSpPr>
          <p:spPr>
            <a:xfrm>
              <a:off x="280738" y="216943"/>
              <a:ext cx="554941" cy="5549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bg2">
                    <a:lumMod val="25000"/>
                  </a:schemeClr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17C5145D-67E0-707A-D776-BB3BB85C2A89}"/>
                </a:ext>
              </a:extLst>
            </p:cNvPr>
            <p:cNvCxnSpPr>
              <a:cxnSpLocks/>
            </p:cNvCxnSpPr>
            <p:nvPr/>
          </p:nvCxnSpPr>
          <p:spPr>
            <a:xfrm>
              <a:off x="905660" y="765546"/>
              <a:ext cx="2638829" cy="0"/>
            </a:xfrm>
            <a:prstGeom prst="line">
              <a:avLst/>
            </a:prstGeom>
            <a:ln w="28575">
              <a:solidFill>
                <a:srgbClr val="C8CC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CA90D15-C11F-7C04-F8FD-EE715692FCF8}"/>
                </a:ext>
              </a:extLst>
            </p:cNvPr>
            <p:cNvSpPr txBox="1"/>
            <p:nvPr/>
          </p:nvSpPr>
          <p:spPr>
            <a:xfrm>
              <a:off x="280736" y="282154"/>
              <a:ext cx="496594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2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9A6D9B3-962E-DEDD-EF69-0A592DE51E4E}"/>
                </a:ext>
              </a:extLst>
            </p:cNvPr>
            <p:cNvSpPr txBox="1"/>
            <p:nvPr/>
          </p:nvSpPr>
          <p:spPr>
            <a:xfrm>
              <a:off x="871869" y="303882"/>
              <a:ext cx="1617496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Robotics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353907C-BA0B-D7D1-0BEA-5789505DB4E3}"/>
                </a:ext>
              </a:extLst>
            </p:cNvPr>
            <p:cNvSpPr/>
            <p:nvPr/>
          </p:nvSpPr>
          <p:spPr>
            <a:xfrm>
              <a:off x="3535937" y="599145"/>
              <a:ext cx="166401" cy="166401"/>
            </a:xfrm>
            <a:prstGeom prst="rect">
              <a:avLst/>
            </a:prstGeom>
            <a:solidFill>
              <a:srgbClr val="C8CCD2"/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</p:grp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252F3E38-4FBE-DEE3-A6B2-17160E0A8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9FFF-FA28-48B0-906F-8E983FBDF5C9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E24109-B053-61FD-B77F-4ED2146C4763}"/>
              </a:ext>
            </a:extLst>
          </p:cNvPr>
          <p:cNvSpPr txBox="1"/>
          <p:nvPr/>
        </p:nvSpPr>
        <p:spPr>
          <a:xfrm>
            <a:off x="220436" y="4730234"/>
            <a:ext cx="641712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rPr>
              <a:t>https://github.com/pratikPhadte/my_camera/tree/main</a:t>
            </a:r>
            <a:endParaRPr lang="ko-KR" altLang="en-US" sz="600" dirty="0">
              <a:latin typeface="레시피코리아OTF Medium" panose="02020503020101020101" pitchFamily="18" charset="-127"/>
              <a:ea typeface="레시피코리아OTF Medium" panose="020205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524ABD8-F4BD-28AE-5344-79EB235D2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370" y="1391532"/>
            <a:ext cx="5029200" cy="329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232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nimated &amp; Interactive Project Proposal Infographics by Slidesgo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DBDE8A13A23CEB42993938DCB9BFEC7F" ma:contentTypeVersion="13" ma:contentTypeDescription="새 문서를 만듭니다." ma:contentTypeScope="" ma:versionID="3d8a03ddf09ae9ebb42f3b9253fc0ce9">
  <xsd:schema xmlns:xsd="http://www.w3.org/2001/XMLSchema" xmlns:xs="http://www.w3.org/2001/XMLSchema" xmlns:p="http://schemas.microsoft.com/office/2006/metadata/properties" xmlns:ns2="79e045ce-733a-4717-a3a0-f3edbe5574a4" xmlns:ns3="3768ac40-4122-4d91-9a6b-8368e3827dbe" targetNamespace="http://schemas.microsoft.com/office/2006/metadata/properties" ma:root="true" ma:fieldsID="dd68d4750a073ca48707f1dadda92372" ns2:_="" ns3:_="">
    <xsd:import namespace="79e045ce-733a-4717-a3a0-f3edbe5574a4"/>
    <xsd:import namespace="3768ac40-4122-4d91-9a6b-8368e3827d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e045ce-733a-4717-a3a0-f3edbe5574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이미지 태그" ma:readOnly="false" ma:fieldId="{5cf76f15-5ced-4ddc-b409-7134ff3c332f}" ma:taxonomyMulti="true" ma:sspId="e5b39976-851a-4e5c-99d5-d4f2d28b37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68ac40-4122-4d91-9a6b-8368e3827dbe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309c8da7-9c9b-453a-9412-b526bfb5a98f}" ma:internalName="TaxCatchAll" ma:showField="CatchAllData" ma:web="3768ac40-4122-4d91-9a6b-8368e3827db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768ac40-4122-4d91-9a6b-8368e3827dbe" xsi:nil="true"/>
    <lcf76f155ced4ddcb4097134ff3c332f xmlns="79e045ce-733a-4717-a3a0-f3edbe5574a4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A78E7D-DC4F-49E5-B76E-55F61627D977}">
  <ds:schemaRefs>
    <ds:schemaRef ds:uri="3768ac40-4122-4d91-9a6b-8368e3827dbe"/>
    <ds:schemaRef ds:uri="79e045ce-733a-4717-a3a0-f3edbe5574a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C74E7EE-C804-456D-B648-FFDFC932CE78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dcmitype/"/>
    <ds:schemaRef ds:uri="79e045ce-733a-4717-a3a0-f3edbe5574a4"/>
    <ds:schemaRef ds:uri="3768ac40-4122-4d91-9a6b-8368e3827dbe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B710D88-7D72-4A97-ACAA-7DDACF7FE7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2143</TotalTime>
  <Words>362</Words>
  <Application>Microsoft Office PowerPoint</Application>
  <PresentationFormat>사용자 지정</PresentationFormat>
  <Paragraphs>60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나눔 명조</vt:lpstr>
      <vt:lpstr>Nixie One</vt:lpstr>
      <vt:lpstr>Arial</vt:lpstr>
      <vt:lpstr>레시피코리아OTF Medium</vt:lpstr>
      <vt:lpstr>Anaheim</vt:lpstr>
      <vt:lpstr>Animated &amp; Interactive Project Proposal Infographics by Slidesgo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운동에너지를 이용한  친환경 에너지 저장 장치: E-Torus  -재생 에너지 연계 에너지 장치를 통한 전력산업 활성화-</dc:title>
  <dc:creator>이재호</dc:creator>
  <cp:lastModifiedBy>재호 이</cp:lastModifiedBy>
  <cp:revision>338</cp:revision>
  <dcterms:modified xsi:type="dcterms:W3CDTF">2025-04-30T03:25:45Z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0x010100DBDE8A13A23CEB42993938DCB9BFEC7F</vt:lpwstr>
  </property>
  <property fmtid="{D5CDD505-2E9C-101B-9397-08002B2CF9AE}" pid="3" name="MediaServiceImageTags">
    <vt:lpwstr/>
  </property>
</Properties>
</file>