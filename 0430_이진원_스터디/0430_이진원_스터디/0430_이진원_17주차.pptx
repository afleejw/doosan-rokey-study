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328" r:id="rId3"/>
    <p:sldId id="327" r:id="rId4"/>
    <p:sldId id="326" r:id="rId5"/>
    <p:sldId id="329" r:id="rId6"/>
    <p:sldId id="312" r:id="rId7"/>
    <p:sldId id="313" r:id="rId8"/>
    <p:sldId id="315" r:id="rId9"/>
    <p:sldId id="316" r:id="rId10"/>
    <p:sldId id="317" r:id="rId11"/>
    <p:sldId id="307" r:id="rId12"/>
    <p:sldId id="330" r:id="rId13"/>
    <p:sldId id="322" r:id="rId14"/>
    <p:sldId id="323" r:id="rId15"/>
    <p:sldId id="331" r:id="rId16"/>
    <p:sldId id="332" r:id="rId17"/>
    <p:sldId id="334" r:id="rId18"/>
    <p:sldId id="335" r:id="rId19"/>
    <p:sldId id="336" r:id="rId20"/>
    <p:sldId id="337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60BD7A26-066B-4B3D-9AAD-BC859025958D}">
          <p14:sldIdLst>
            <p14:sldId id="256"/>
          </p14:sldIdLst>
        </p14:section>
        <p14:section name="문제" id="{A761719D-E890-45CE-95EF-E37113FC10D7}">
          <p14:sldIdLst>
            <p14:sldId id="328"/>
            <p14:sldId id="327"/>
            <p14:sldId id="326"/>
            <p14:sldId id="329"/>
            <p14:sldId id="312"/>
            <p14:sldId id="313"/>
            <p14:sldId id="315"/>
            <p14:sldId id="316"/>
            <p14:sldId id="317"/>
          </p14:sldIdLst>
        </p14:section>
        <p14:section name="webcam" id="{F9DCAD67-7B97-47EF-A19E-8FE0284C284A}">
          <p14:sldIdLst>
            <p14:sldId id="307"/>
            <p14:sldId id="330"/>
            <p14:sldId id="322"/>
            <p14:sldId id="323"/>
            <p14:sldId id="331"/>
            <p14:sldId id="332"/>
            <p14:sldId id="334"/>
            <p14:sldId id="335"/>
            <p14:sldId id="336"/>
            <p14:sldId id="337"/>
          </p14:sldIdLst>
        </p14:section>
        <p14:section name="미사용" id="{6D90AE2C-E872-4982-99E2-C9537628A7E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249"/>
    <a:srgbClr val="1E505B"/>
    <a:srgbClr val="1F2532"/>
    <a:srgbClr val="5B513F"/>
    <a:srgbClr val="A87F52"/>
    <a:srgbClr val="B9956F"/>
    <a:srgbClr val="FFAB40"/>
    <a:srgbClr val="BAAD99"/>
    <a:srgbClr val="E0DCD4"/>
    <a:srgbClr val="C6C6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899A75-615F-B14C-AFDF-2AA715EF414C}" v="99" dt="2025-04-30T04:52:54.894"/>
    <p1510:client id="{887223BD-8D3B-43FF-9664-0A1B73139422}" v="371" dt="2025-04-30T10:11:02.3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7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570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진원" userId="3bd7cbf4-3df0-49eb-91af-e927c077234e" providerId="ADAL" clId="{F1F38236-C9DC-4C17-85F8-D9180B517CDC}"/>
    <pc:docChg chg="undo redo custSel addSld delSld modSld sldOrd addSection modSection">
      <pc:chgData name="이진원" userId="3bd7cbf4-3df0-49eb-91af-e927c077234e" providerId="ADAL" clId="{F1F38236-C9DC-4C17-85F8-D9180B517CDC}" dt="2025-04-15T13:01:06.803" v="1061" actId="20577"/>
      <pc:docMkLst>
        <pc:docMk/>
      </pc:docMkLst>
      <pc:sldChg chg="modSp mod">
        <pc:chgData name="이진원" userId="3bd7cbf4-3df0-49eb-91af-e927c077234e" providerId="ADAL" clId="{F1F38236-C9DC-4C17-85F8-D9180B517CDC}" dt="2025-04-15T13:01:06.803" v="1061" actId="20577"/>
        <pc:sldMkLst>
          <pc:docMk/>
          <pc:sldMk cId="0" sldId="256"/>
        </pc:sldMkLst>
        <pc:spChg chg="mod">
          <ac:chgData name="이진원" userId="3bd7cbf4-3df0-49eb-91af-e927c077234e" providerId="ADAL" clId="{F1F38236-C9DC-4C17-85F8-D9180B517CDC}" dt="2025-04-15T13:01:06.803" v="1061" actId="20577"/>
          <ac:spMkLst>
            <pc:docMk/>
            <pc:sldMk cId="0" sldId="256"/>
            <ac:spMk id="56" creationId="{00000000-0000-0000-0000-000000000000}"/>
          </ac:spMkLst>
        </pc:spChg>
      </pc:sldChg>
      <pc:sldChg chg="modSp del">
        <pc:chgData name="이진원" userId="3bd7cbf4-3df0-49eb-91af-e927c077234e" providerId="ADAL" clId="{F1F38236-C9DC-4C17-85F8-D9180B517CDC}" dt="2025-04-15T12:59:40.321" v="1057" actId="47"/>
        <pc:sldMkLst>
          <pc:docMk/>
          <pc:sldMk cId="2438184075" sldId="278"/>
        </pc:sldMkLst>
      </pc:sldChg>
      <pc:sldChg chg="del">
        <pc:chgData name="이진원" userId="3bd7cbf4-3df0-49eb-91af-e927c077234e" providerId="ADAL" clId="{F1F38236-C9DC-4C17-85F8-D9180B517CDC}" dt="2025-04-15T12:53:09.411" v="902" actId="47"/>
        <pc:sldMkLst>
          <pc:docMk/>
          <pc:sldMk cId="42844423" sldId="288"/>
        </pc:sldMkLst>
      </pc:sldChg>
      <pc:sldChg chg="del">
        <pc:chgData name="이진원" userId="3bd7cbf4-3df0-49eb-91af-e927c077234e" providerId="ADAL" clId="{F1F38236-C9DC-4C17-85F8-D9180B517CDC}" dt="2025-04-15T12:53:09.411" v="902" actId="47"/>
        <pc:sldMkLst>
          <pc:docMk/>
          <pc:sldMk cId="2656264709" sldId="289"/>
        </pc:sldMkLst>
      </pc:sldChg>
      <pc:sldChg chg="del">
        <pc:chgData name="이진원" userId="3bd7cbf4-3df0-49eb-91af-e927c077234e" providerId="ADAL" clId="{F1F38236-C9DC-4C17-85F8-D9180B517CDC}" dt="2025-04-15T12:53:09.411" v="902" actId="47"/>
        <pc:sldMkLst>
          <pc:docMk/>
          <pc:sldMk cId="264794814" sldId="290"/>
        </pc:sldMkLst>
      </pc:sldChg>
      <pc:sldChg chg="del">
        <pc:chgData name="이진원" userId="3bd7cbf4-3df0-49eb-91af-e927c077234e" providerId="ADAL" clId="{F1F38236-C9DC-4C17-85F8-D9180B517CDC}" dt="2025-04-15T12:53:09.411" v="902" actId="47"/>
        <pc:sldMkLst>
          <pc:docMk/>
          <pc:sldMk cId="2048507928" sldId="292"/>
        </pc:sldMkLst>
      </pc:sldChg>
      <pc:sldChg chg="del">
        <pc:chgData name="이진원" userId="3bd7cbf4-3df0-49eb-91af-e927c077234e" providerId="ADAL" clId="{F1F38236-C9DC-4C17-85F8-D9180B517CDC}" dt="2025-04-15T12:53:09.411" v="902" actId="47"/>
        <pc:sldMkLst>
          <pc:docMk/>
          <pc:sldMk cId="2923101334" sldId="294"/>
        </pc:sldMkLst>
      </pc:sldChg>
      <pc:sldChg chg="del">
        <pc:chgData name="이진원" userId="3bd7cbf4-3df0-49eb-91af-e927c077234e" providerId="ADAL" clId="{F1F38236-C9DC-4C17-85F8-D9180B517CDC}" dt="2025-04-15T12:53:09.411" v="902" actId="47"/>
        <pc:sldMkLst>
          <pc:docMk/>
          <pc:sldMk cId="1073546466" sldId="295"/>
        </pc:sldMkLst>
      </pc:sldChg>
      <pc:sldChg chg="del">
        <pc:chgData name="이진원" userId="3bd7cbf4-3df0-49eb-91af-e927c077234e" providerId="ADAL" clId="{F1F38236-C9DC-4C17-85F8-D9180B517CDC}" dt="2025-04-15T12:53:09.411" v="902" actId="47"/>
        <pc:sldMkLst>
          <pc:docMk/>
          <pc:sldMk cId="2000365658" sldId="296"/>
        </pc:sldMkLst>
      </pc:sldChg>
      <pc:sldChg chg="modSp mod">
        <pc:chgData name="이진원" userId="3bd7cbf4-3df0-49eb-91af-e927c077234e" providerId="ADAL" clId="{F1F38236-C9DC-4C17-85F8-D9180B517CDC}" dt="2025-04-15T09:25:09.301" v="213" actId="20577"/>
        <pc:sldMkLst>
          <pc:docMk/>
          <pc:sldMk cId="4015700786" sldId="297"/>
        </pc:sldMkLst>
      </pc:sldChg>
      <pc:sldChg chg="modSp new mod">
        <pc:chgData name="이진원" userId="3bd7cbf4-3df0-49eb-91af-e927c077234e" providerId="ADAL" clId="{F1F38236-C9DC-4C17-85F8-D9180B517CDC}" dt="2025-04-15T12:56:39.770" v="1050"/>
        <pc:sldMkLst>
          <pc:docMk/>
          <pc:sldMk cId="3804362507" sldId="298"/>
        </pc:sldMkLst>
      </pc:sldChg>
      <pc:sldChg chg="modSp add mod">
        <pc:chgData name="이진원" userId="3bd7cbf4-3df0-49eb-91af-e927c077234e" providerId="ADAL" clId="{F1F38236-C9DC-4C17-85F8-D9180B517CDC}" dt="2025-04-15T12:56:24.598" v="1049"/>
        <pc:sldMkLst>
          <pc:docMk/>
          <pc:sldMk cId="1056514874" sldId="299"/>
        </pc:sldMkLst>
      </pc:sldChg>
      <pc:sldChg chg="modSp add del mod">
        <pc:chgData name="이진원" userId="3bd7cbf4-3df0-49eb-91af-e927c077234e" providerId="ADAL" clId="{F1F38236-C9DC-4C17-85F8-D9180B517CDC}" dt="2025-04-15T09:44:18.594" v="302" actId="47"/>
        <pc:sldMkLst>
          <pc:docMk/>
          <pc:sldMk cId="691502923" sldId="300"/>
        </pc:sldMkLst>
      </pc:sldChg>
      <pc:sldChg chg="modSp add del mod">
        <pc:chgData name="이진원" userId="3bd7cbf4-3df0-49eb-91af-e927c077234e" providerId="ADAL" clId="{F1F38236-C9DC-4C17-85F8-D9180B517CDC}" dt="2025-04-15T09:44:19.237" v="303" actId="47"/>
        <pc:sldMkLst>
          <pc:docMk/>
          <pc:sldMk cId="3387896531" sldId="301"/>
        </pc:sldMkLst>
      </pc:sldChg>
      <pc:sldChg chg="modSp add del mod">
        <pc:chgData name="이진원" userId="3bd7cbf4-3df0-49eb-91af-e927c077234e" providerId="ADAL" clId="{F1F38236-C9DC-4C17-85F8-D9180B517CDC}" dt="2025-04-15T09:44:19.875" v="304" actId="47"/>
        <pc:sldMkLst>
          <pc:docMk/>
          <pc:sldMk cId="4269969514" sldId="302"/>
        </pc:sldMkLst>
      </pc:sldChg>
      <pc:sldChg chg="modSp add mod setBg">
        <pc:chgData name="이진원" userId="3bd7cbf4-3df0-49eb-91af-e927c077234e" providerId="ADAL" clId="{F1F38236-C9DC-4C17-85F8-D9180B517CDC}" dt="2025-04-15T12:56:39.770" v="1050"/>
        <pc:sldMkLst>
          <pc:docMk/>
          <pc:sldMk cId="1310745664" sldId="303"/>
        </pc:sldMkLst>
      </pc:sldChg>
      <pc:sldChg chg="modSp add mod ord">
        <pc:chgData name="이진원" userId="3bd7cbf4-3df0-49eb-91af-e927c077234e" providerId="ADAL" clId="{F1F38236-C9DC-4C17-85F8-D9180B517CDC}" dt="2025-04-15T12:56:39.770" v="1050"/>
        <pc:sldMkLst>
          <pc:docMk/>
          <pc:sldMk cId="1354741956" sldId="304"/>
        </pc:sldMkLst>
      </pc:sldChg>
      <pc:sldChg chg="add del">
        <pc:chgData name="이진원" userId="3bd7cbf4-3df0-49eb-91af-e927c077234e" providerId="ADAL" clId="{F1F38236-C9DC-4C17-85F8-D9180B517CDC}" dt="2025-04-15T09:44:15.293" v="301" actId="47"/>
        <pc:sldMkLst>
          <pc:docMk/>
          <pc:sldMk cId="3123015293" sldId="305"/>
        </pc:sldMkLst>
      </pc:sldChg>
      <pc:sldChg chg="modSp add mod ord">
        <pc:chgData name="이진원" userId="3bd7cbf4-3df0-49eb-91af-e927c077234e" providerId="ADAL" clId="{F1F38236-C9DC-4C17-85F8-D9180B517CDC}" dt="2025-04-15T12:56:39.770" v="1050"/>
        <pc:sldMkLst>
          <pc:docMk/>
          <pc:sldMk cId="3650245015" sldId="305"/>
        </pc:sldMkLst>
      </pc:sldChg>
      <pc:sldChg chg="modSp add del mod">
        <pc:chgData name="이진원" userId="3bd7cbf4-3df0-49eb-91af-e927c077234e" providerId="ADAL" clId="{F1F38236-C9DC-4C17-85F8-D9180B517CDC}" dt="2025-04-15T09:44:15.293" v="301" actId="47"/>
        <pc:sldMkLst>
          <pc:docMk/>
          <pc:sldMk cId="193780475" sldId="306"/>
        </pc:sldMkLst>
      </pc:sldChg>
      <pc:sldChg chg="modSp add mod">
        <pc:chgData name="이진원" userId="3bd7cbf4-3df0-49eb-91af-e927c077234e" providerId="ADAL" clId="{F1F38236-C9DC-4C17-85F8-D9180B517CDC}" dt="2025-04-15T12:56:39.770" v="1050"/>
        <pc:sldMkLst>
          <pc:docMk/>
          <pc:sldMk cId="1773265993" sldId="306"/>
        </pc:sldMkLst>
      </pc:sldChg>
      <pc:sldChg chg="modSp add mod">
        <pc:chgData name="이진원" userId="3bd7cbf4-3df0-49eb-91af-e927c077234e" providerId="ADAL" clId="{F1F38236-C9DC-4C17-85F8-D9180B517CDC}" dt="2025-04-15T12:34:08.429" v="862" actId="20577"/>
        <pc:sldMkLst>
          <pc:docMk/>
          <pc:sldMk cId="3454336430" sldId="307"/>
        </pc:sldMkLst>
      </pc:sldChg>
      <pc:sldChg chg="modSp add mod">
        <pc:chgData name="이진원" userId="3bd7cbf4-3df0-49eb-91af-e927c077234e" providerId="ADAL" clId="{F1F38236-C9DC-4C17-85F8-D9180B517CDC}" dt="2025-04-15T12:56:39.770" v="1050"/>
        <pc:sldMkLst>
          <pc:docMk/>
          <pc:sldMk cId="861959104" sldId="308"/>
        </pc:sldMkLst>
      </pc:sldChg>
      <pc:sldChg chg="modSp add mod">
        <pc:chgData name="이진원" userId="3bd7cbf4-3df0-49eb-91af-e927c077234e" providerId="ADAL" clId="{F1F38236-C9DC-4C17-85F8-D9180B517CDC}" dt="2025-04-15T12:56:39.770" v="1050"/>
        <pc:sldMkLst>
          <pc:docMk/>
          <pc:sldMk cId="66107584" sldId="309"/>
        </pc:sldMkLst>
      </pc:sldChg>
      <pc:sldChg chg="addSp delSp modSp add mod">
        <pc:chgData name="이진원" userId="3bd7cbf4-3df0-49eb-91af-e927c077234e" providerId="ADAL" clId="{F1F38236-C9DC-4C17-85F8-D9180B517CDC}" dt="2025-04-15T12:59:15.399" v="1056" actId="13782"/>
        <pc:sldMkLst>
          <pc:docMk/>
          <pc:sldMk cId="2950601618" sldId="310"/>
        </pc:sldMkLst>
      </pc:sldChg>
    </pc:docChg>
  </pc:docChgLst>
  <pc:docChgLst>
    <pc:chgData name="이진원" userId="S::afleejw@office365.kunsan.ac.kr::3bd7cbf4-3df0-49eb-91af-e927c077234e" providerId="AD" clId="Web-{43899A75-615F-B14C-AFDF-2AA715EF414C}"/>
    <pc:docChg chg="addSld modSld sldOrd modSection">
      <pc:chgData name="이진원" userId="S::afleejw@office365.kunsan.ac.kr::3bd7cbf4-3df0-49eb-91af-e927c077234e" providerId="AD" clId="Web-{43899A75-615F-B14C-AFDF-2AA715EF414C}" dt="2025-04-30T04:52:54.894" v="80"/>
      <pc:docMkLst>
        <pc:docMk/>
      </pc:docMkLst>
      <pc:sldChg chg="mod setBg">
        <pc:chgData name="이진원" userId="S::afleejw@office365.kunsan.ac.kr::3bd7cbf4-3df0-49eb-91af-e927c077234e" providerId="AD" clId="Web-{43899A75-615F-B14C-AFDF-2AA715EF414C}" dt="2025-04-30T04:12:23.849" v="46"/>
        <pc:sldMkLst>
          <pc:docMk/>
          <pc:sldMk cId="4015700786" sldId="297"/>
        </pc:sldMkLst>
      </pc:sldChg>
      <pc:sldChg chg="mod setBg">
        <pc:chgData name="이진원" userId="S::afleejw@office365.kunsan.ac.kr::3bd7cbf4-3df0-49eb-91af-e927c077234e" providerId="AD" clId="Web-{43899A75-615F-B14C-AFDF-2AA715EF414C}" dt="2025-04-30T04:12:23.849" v="54"/>
        <pc:sldMkLst>
          <pc:docMk/>
          <pc:sldMk cId="3454336430" sldId="307"/>
        </pc:sldMkLst>
      </pc:sldChg>
      <pc:sldChg chg="modSp mod ord setBg">
        <pc:chgData name="이진원" userId="S::afleejw@office365.kunsan.ac.kr::3bd7cbf4-3df0-49eb-91af-e927c077234e" providerId="AD" clId="Web-{43899A75-615F-B14C-AFDF-2AA715EF414C}" dt="2025-04-30T04:12:23.849" v="47"/>
        <pc:sldMkLst>
          <pc:docMk/>
          <pc:sldMk cId="4109389878" sldId="309"/>
        </pc:sldMkLst>
        <pc:spChg chg="mod">
          <ac:chgData name="이진원" userId="S::afleejw@office365.kunsan.ac.kr::3bd7cbf4-3df0-49eb-91af-e927c077234e" providerId="AD" clId="Web-{43899A75-615F-B14C-AFDF-2AA715EF414C}" dt="2025-04-30T04:11:37.894" v="26" actId="20577"/>
          <ac:spMkLst>
            <pc:docMk/>
            <pc:sldMk cId="4109389878" sldId="309"/>
            <ac:spMk id="3" creationId="{0DDCACA7-5282-4C3A-4684-E9DB905869FF}"/>
          </ac:spMkLst>
        </pc:spChg>
      </pc:sldChg>
      <pc:sldChg chg="mod setBg">
        <pc:chgData name="이진원" userId="S::afleejw@office365.kunsan.ac.kr::3bd7cbf4-3df0-49eb-91af-e927c077234e" providerId="AD" clId="Web-{43899A75-615F-B14C-AFDF-2AA715EF414C}" dt="2025-04-30T04:12:23.849" v="53"/>
        <pc:sldMkLst>
          <pc:docMk/>
          <pc:sldMk cId="2790619258" sldId="310"/>
        </pc:sldMkLst>
      </pc:sldChg>
      <pc:sldChg chg="modSp mod setBg">
        <pc:chgData name="이진원" userId="S::afleejw@office365.kunsan.ac.kr::3bd7cbf4-3df0-49eb-91af-e927c077234e" providerId="AD" clId="Web-{43899A75-615F-B14C-AFDF-2AA715EF414C}" dt="2025-04-30T04:12:23.849" v="52"/>
        <pc:sldMkLst>
          <pc:docMk/>
          <pc:sldMk cId="2258388989" sldId="311"/>
        </pc:sldMkLst>
        <pc:spChg chg="mod">
          <ac:chgData name="이진원" userId="S::afleejw@office365.kunsan.ac.kr::3bd7cbf4-3df0-49eb-91af-e927c077234e" providerId="AD" clId="Web-{43899A75-615F-B14C-AFDF-2AA715EF414C}" dt="2025-04-30T02:51:56.626" v="5" actId="20577"/>
          <ac:spMkLst>
            <pc:docMk/>
            <pc:sldMk cId="2258388989" sldId="311"/>
            <ac:spMk id="3" creationId="{B291427D-B8AA-D2A5-2055-CA76B156D91D}"/>
          </ac:spMkLst>
        </pc:spChg>
      </pc:sldChg>
      <pc:sldChg chg="mod setBg">
        <pc:chgData name="이진원" userId="S::afleejw@office365.kunsan.ac.kr::3bd7cbf4-3df0-49eb-91af-e927c077234e" providerId="AD" clId="Web-{43899A75-615F-B14C-AFDF-2AA715EF414C}" dt="2025-04-30T04:12:23.849" v="59"/>
        <pc:sldMkLst>
          <pc:docMk/>
          <pc:sldMk cId="2148200255" sldId="312"/>
        </pc:sldMkLst>
      </pc:sldChg>
      <pc:sldChg chg="mod setBg">
        <pc:chgData name="이진원" userId="S::afleejw@office365.kunsan.ac.kr::3bd7cbf4-3df0-49eb-91af-e927c077234e" providerId="AD" clId="Web-{43899A75-615F-B14C-AFDF-2AA715EF414C}" dt="2025-04-30T04:12:23.849" v="58"/>
        <pc:sldMkLst>
          <pc:docMk/>
          <pc:sldMk cId="2391179366" sldId="313"/>
        </pc:sldMkLst>
      </pc:sldChg>
      <pc:sldChg chg="mod setBg">
        <pc:chgData name="이진원" userId="S::afleejw@office365.kunsan.ac.kr::3bd7cbf4-3df0-49eb-91af-e927c077234e" providerId="AD" clId="Web-{43899A75-615F-B14C-AFDF-2AA715EF414C}" dt="2025-04-30T04:12:23.849" v="57"/>
        <pc:sldMkLst>
          <pc:docMk/>
          <pc:sldMk cId="2234810063" sldId="315"/>
        </pc:sldMkLst>
      </pc:sldChg>
      <pc:sldChg chg="mod setBg">
        <pc:chgData name="이진원" userId="S::afleejw@office365.kunsan.ac.kr::3bd7cbf4-3df0-49eb-91af-e927c077234e" providerId="AD" clId="Web-{43899A75-615F-B14C-AFDF-2AA715EF414C}" dt="2025-04-30T04:12:23.849" v="56"/>
        <pc:sldMkLst>
          <pc:docMk/>
          <pc:sldMk cId="832416191" sldId="316"/>
        </pc:sldMkLst>
      </pc:sldChg>
      <pc:sldChg chg="mod setBg">
        <pc:chgData name="이진원" userId="S::afleejw@office365.kunsan.ac.kr::3bd7cbf4-3df0-49eb-91af-e927c077234e" providerId="AD" clId="Web-{43899A75-615F-B14C-AFDF-2AA715EF414C}" dt="2025-04-30T04:12:23.849" v="55"/>
        <pc:sldMkLst>
          <pc:docMk/>
          <pc:sldMk cId="4250191911" sldId="317"/>
        </pc:sldMkLst>
      </pc:sldChg>
      <pc:sldChg chg="modSp add mod ord replId setBg">
        <pc:chgData name="이진원" userId="S::afleejw@office365.kunsan.ac.kr::3bd7cbf4-3df0-49eb-91af-e927c077234e" providerId="AD" clId="Web-{43899A75-615F-B14C-AFDF-2AA715EF414C}" dt="2025-04-30T04:48:56.558" v="74" actId="20577"/>
        <pc:sldMkLst>
          <pc:docMk/>
          <pc:sldMk cId="3722113786" sldId="318"/>
        </pc:sldMkLst>
        <pc:spChg chg="mod">
          <ac:chgData name="이진원" userId="S::afleejw@office365.kunsan.ac.kr::3bd7cbf4-3df0-49eb-91af-e927c077234e" providerId="AD" clId="Web-{43899A75-615F-B14C-AFDF-2AA715EF414C}" dt="2025-04-30T04:48:56.558" v="74" actId="20577"/>
          <ac:spMkLst>
            <pc:docMk/>
            <pc:sldMk cId="3722113786" sldId="318"/>
            <ac:spMk id="3" creationId="{5BFD79E4-2FEE-E40A-28AE-58D41FBB5270}"/>
          </ac:spMkLst>
        </pc:spChg>
      </pc:sldChg>
      <pc:sldChg chg="modSp add mod replId setBg">
        <pc:chgData name="이진원" userId="S::afleejw@office365.kunsan.ac.kr::3bd7cbf4-3df0-49eb-91af-e927c077234e" providerId="AD" clId="Web-{43899A75-615F-B14C-AFDF-2AA715EF414C}" dt="2025-04-30T04:12:44.334" v="62" actId="20577"/>
        <pc:sldMkLst>
          <pc:docMk/>
          <pc:sldMk cId="2406688692" sldId="319"/>
        </pc:sldMkLst>
        <pc:spChg chg="mod">
          <ac:chgData name="이진원" userId="S::afleejw@office365.kunsan.ac.kr::3bd7cbf4-3df0-49eb-91af-e927c077234e" providerId="AD" clId="Web-{43899A75-615F-B14C-AFDF-2AA715EF414C}" dt="2025-04-30T04:12:44.334" v="62" actId="20577"/>
          <ac:spMkLst>
            <pc:docMk/>
            <pc:sldMk cId="2406688692" sldId="319"/>
            <ac:spMk id="3" creationId="{8DCBD9C6-FDEB-D444-EA96-D828B8D70C69}"/>
          </ac:spMkLst>
        </pc:spChg>
      </pc:sldChg>
      <pc:sldChg chg="modSp add mod ord replId setBg">
        <pc:chgData name="이진원" userId="S::afleejw@office365.kunsan.ac.kr::3bd7cbf4-3df0-49eb-91af-e927c077234e" providerId="AD" clId="Web-{43899A75-615F-B14C-AFDF-2AA715EF414C}" dt="2025-04-30T04:12:36.850" v="60"/>
        <pc:sldMkLst>
          <pc:docMk/>
          <pc:sldMk cId="929340174" sldId="320"/>
        </pc:sldMkLst>
        <pc:spChg chg="mod">
          <ac:chgData name="이진원" userId="S::afleejw@office365.kunsan.ac.kr::3bd7cbf4-3df0-49eb-91af-e927c077234e" providerId="AD" clId="Web-{43899A75-615F-B14C-AFDF-2AA715EF414C}" dt="2025-04-30T02:53:46.431" v="22" actId="20577"/>
          <ac:spMkLst>
            <pc:docMk/>
            <pc:sldMk cId="929340174" sldId="320"/>
            <ac:spMk id="3" creationId="{BFF7819B-9D48-A42B-101E-B6A494632D8C}"/>
          </ac:spMkLst>
        </pc:spChg>
      </pc:sldChg>
      <pc:sldChg chg="modSp add mod replId setBg">
        <pc:chgData name="이진원" userId="S::afleejw@office365.kunsan.ac.kr::3bd7cbf4-3df0-49eb-91af-e927c077234e" providerId="AD" clId="Web-{43899A75-615F-B14C-AFDF-2AA715EF414C}" dt="2025-04-30T04:12:23.849" v="48"/>
        <pc:sldMkLst>
          <pc:docMk/>
          <pc:sldMk cId="2487523757" sldId="321"/>
        </pc:sldMkLst>
        <pc:spChg chg="mod">
          <ac:chgData name="이진원" userId="S::afleejw@office365.kunsan.ac.kr::3bd7cbf4-3df0-49eb-91af-e927c077234e" providerId="AD" clId="Web-{43899A75-615F-B14C-AFDF-2AA715EF414C}" dt="2025-04-30T04:11:46.895" v="30" actId="20577"/>
          <ac:spMkLst>
            <pc:docMk/>
            <pc:sldMk cId="2487523757" sldId="321"/>
            <ac:spMk id="3" creationId="{73C5830C-3F16-F3F5-E6B5-D5B7671AC187}"/>
          </ac:spMkLst>
        </pc:spChg>
      </pc:sldChg>
      <pc:sldChg chg="addSp modSp new">
        <pc:chgData name="이진원" userId="S::afleejw@office365.kunsan.ac.kr::3bd7cbf4-3df0-49eb-91af-e927c077234e" providerId="AD" clId="Web-{43899A75-615F-B14C-AFDF-2AA715EF414C}" dt="2025-04-30T04:52:04.627" v="76"/>
        <pc:sldMkLst>
          <pc:docMk/>
          <pc:sldMk cId="3454959999" sldId="322"/>
        </pc:sldMkLst>
        <pc:picChg chg="add mod">
          <ac:chgData name="이진원" userId="S::afleejw@office365.kunsan.ac.kr::3bd7cbf4-3df0-49eb-91af-e927c077234e" providerId="AD" clId="Web-{43899A75-615F-B14C-AFDF-2AA715EF414C}" dt="2025-04-30T04:52:04.627" v="76"/>
          <ac:picMkLst>
            <pc:docMk/>
            <pc:sldMk cId="3454959999" sldId="322"/>
            <ac:picMk id="4" creationId="{2434A9A3-7948-A555-55AF-590AA5C3ECD9}"/>
          </ac:picMkLst>
        </pc:picChg>
      </pc:sldChg>
      <pc:sldChg chg="addSp modSp new">
        <pc:chgData name="이진원" userId="S::afleejw@office365.kunsan.ac.kr::3bd7cbf4-3df0-49eb-91af-e927c077234e" providerId="AD" clId="Web-{43899A75-615F-B14C-AFDF-2AA715EF414C}" dt="2025-04-30T04:52:35.128" v="78"/>
        <pc:sldMkLst>
          <pc:docMk/>
          <pc:sldMk cId="854374154" sldId="323"/>
        </pc:sldMkLst>
        <pc:picChg chg="add mod">
          <ac:chgData name="이진원" userId="S::afleejw@office365.kunsan.ac.kr::3bd7cbf4-3df0-49eb-91af-e927c077234e" providerId="AD" clId="Web-{43899A75-615F-B14C-AFDF-2AA715EF414C}" dt="2025-04-30T04:52:35.128" v="78"/>
          <ac:picMkLst>
            <pc:docMk/>
            <pc:sldMk cId="854374154" sldId="323"/>
            <ac:picMk id="4" creationId="{7D621928-D405-CF8D-91B4-E626A6C5D001}"/>
          </ac:picMkLst>
        </pc:picChg>
      </pc:sldChg>
      <pc:sldChg chg="addSp modSp new">
        <pc:chgData name="이진원" userId="S::afleejw@office365.kunsan.ac.kr::3bd7cbf4-3df0-49eb-91af-e927c077234e" providerId="AD" clId="Web-{43899A75-615F-B14C-AFDF-2AA715EF414C}" dt="2025-04-30T04:52:54.894" v="80"/>
        <pc:sldMkLst>
          <pc:docMk/>
          <pc:sldMk cId="135952935" sldId="324"/>
        </pc:sldMkLst>
        <pc:picChg chg="add mod">
          <ac:chgData name="이진원" userId="S::afleejw@office365.kunsan.ac.kr::3bd7cbf4-3df0-49eb-91af-e927c077234e" providerId="AD" clId="Web-{43899A75-615F-B14C-AFDF-2AA715EF414C}" dt="2025-04-30T04:52:54.894" v="80"/>
          <ac:picMkLst>
            <pc:docMk/>
            <pc:sldMk cId="135952935" sldId="324"/>
            <ac:picMk id="4" creationId="{E14BA34F-5FA3-6971-3EA1-502E195CB71B}"/>
          </ac:picMkLst>
        </pc:picChg>
      </pc:sldChg>
    </pc:docChg>
  </pc:docChgLst>
  <pc:docChgLst>
    <pc:chgData name="이진원" userId="3bd7cbf4-3df0-49eb-91af-e927c077234e" providerId="ADAL" clId="{887223BD-8D3B-43FF-9664-0A1B73139422}"/>
    <pc:docChg chg="undo custSel addSld delSld modSld sldOrd addSection delSection modSection">
      <pc:chgData name="이진원" userId="3bd7cbf4-3df0-49eb-91af-e927c077234e" providerId="ADAL" clId="{887223BD-8D3B-43FF-9664-0A1B73139422}" dt="2025-04-30T10:11:25.098" v="4513" actId="14100"/>
      <pc:docMkLst>
        <pc:docMk/>
      </pc:docMkLst>
      <pc:sldChg chg="modSp mod">
        <pc:chgData name="이진원" userId="3bd7cbf4-3df0-49eb-91af-e927c077234e" providerId="ADAL" clId="{887223BD-8D3B-43FF-9664-0A1B73139422}" dt="2025-04-29T15:06:56.268" v="1" actId="20577"/>
        <pc:sldMkLst>
          <pc:docMk/>
          <pc:sldMk cId="0" sldId="256"/>
        </pc:sldMkLst>
        <pc:spChg chg="mod">
          <ac:chgData name="이진원" userId="3bd7cbf4-3df0-49eb-91af-e927c077234e" providerId="ADAL" clId="{887223BD-8D3B-43FF-9664-0A1B73139422}" dt="2025-04-29T15:06:56.268" v="1" actId="20577"/>
          <ac:spMkLst>
            <pc:docMk/>
            <pc:sldMk cId="0" sldId="256"/>
            <ac:spMk id="56" creationId="{00000000-0000-0000-0000-000000000000}"/>
          </ac:spMkLst>
        </pc:spChg>
      </pc:sldChg>
      <pc:sldChg chg="modSp del mod">
        <pc:chgData name="이진원" userId="3bd7cbf4-3df0-49eb-91af-e927c077234e" providerId="ADAL" clId="{887223BD-8D3B-43FF-9664-0A1B73139422}" dt="2025-04-30T09:24:30.718" v="3303" actId="47"/>
        <pc:sldMkLst>
          <pc:docMk/>
          <pc:sldMk cId="4015700786" sldId="297"/>
        </pc:sldMkLst>
        <pc:spChg chg="mod">
          <ac:chgData name="이진원" userId="3bd7cbf4-3df0-49eb-91af-e927c077234e" providerId="ADAL" clId="{887223BD-8D3B-43FF-9664-0A1B73139422}" dt="2025-04-29T15:09:27.760" v="55" actId="20577"/>
          <ac:spMkLst>
            <pc:docMk/>
            <pc:sldMk cId="4015700786" sldId="297"/>
            <ac:spMk id="2" creationId="{EE0D2540-7685-0B55-E71A-B4C2735B1CC3}"/>
          </ac:spMkLst>
        </pc:spChg>
        <pc:spChg chg="mod">
          <ac:chgData name="이진원" userId="3bd7cbf4-3df0-49eb-91af-e927c077234e" providerId="ADAL" clId="{887223BD-8D3B-43FF-9664-0A1B73139422}" dt="2025-04-29T17:09:24.862" v="2167" actId="27636"/>
          <ac:spMkLst>
            <pc:docMk/>
            <pc:sldMk cId="4015700786" sldId="297"/>
            <ac:spMk id="3" creationId="{7D4FD9C9-0DA0-3939-2123-CB12B5BAD5B6}"/>
          </ac:spMkLst>
        </pc:spChg>
      </pc:sldChg>
      <pc:sldChg chg="del">
        <pc:chgData name="이진원" userId="3bd7cbf4-3df0-49eb-91af-e927c077234e" providerId="ADAL" clId="{887223BD-8D3B-43FF-9664-0A1B73139422}" dt="2025-04-29T15:09:13.213" v="11" actId="47"/>
        <pc:sldMkLst>
          <pc:docMk/>
          <pc:sldMk cId="3804362507" sldId="298"/>
        </pc:sldMkLst>
      </pc:sldChg>
      <pc:sldChg chg="del">
        <pc:chgData name="이진원" userId="3bd7cbf4-3df0-49eb-91af-e927c077234e" providerId="ADAL" clId="{887223BD-8D3B-43FF-9664-0A1B73139422}" dt="2025-04-29T15:09:13.213" v="11" actId="47"/>
        <pc:sldMkLst>
          <pc:docMk/>
          <pc:sldMk cId="1056514874" sldId="299"/>
        </pc:sldMkLst>
      </pc:sldChg>
      <pc:sldChg chg="del">
        <pc:chgData name="이진원" userId="3bd7cbf4-3df0-49eb-91af-e927c077234e" providerId="ADAL" clId="{887223BD-8D3B-43FF-9664-0A1B73139422}" dt="2025-04-29T15:09:13.213" v="11" actId="47"/>
        <pc:sldMkLst>
          <pc:docMk/>
          <pc:sldMk cId="1310745664" sldId="303"/>
        </pc:sldMkLst>
      </pc:sldChg>
      <pc:sldChg chg="del">
        <pc:chgData name="이진원" userId="3bd7cbf4-3df0-49eb-91af-e927c077234e" providerId="ADAL" clId="{887223BD-8D3B-43FF-9664-0A1B73139422}" dt="2025-04-29T15:09:13.213" v="11" actId="47"/>
        <pc:sldMkLst>
          <pc:docMk/>
          <pc:sldMk cId="1354741956" sldId="304"/>
        </pc:sldMkLst>
      </pc:sldChg>
      <pc:sldChg chg="del">
        <pc:chgData name="이진원" userId="3bd7cbf4-3df0-49eb-91af-e927c077234e" providerId="ADAL" clId="{887223BD-8D3B-43FF-9664-0A1B73139422}" dt="2025-04-29T15:09:13.213" v="11" actId="47"/>
        <pc:sldMkLst>
          <pc:docMk/>
          <pc:sldMk cId="3650245015" sldId="305"/>
        </pc:sldMkLst>
      </pc:sldChg>
      <pc:sldChg chg="del">
        <pc:chgData name="이진원" userId="3bd7cbf4-3df0-49eb-91af-e927c077234e" providerId="ADAL" clId="{887223BD-8D3B-43FF-9664-0A1B73139422}" dt="2025-04-29T15:09:15.451" v="13" actId="47"/>
        <pc:sldMkLst>
          <pc:docMk/>
          <pc:sldMk cId="1773265993" sldId="306"/>
        </pc:sldMkLst>
      </pc:sldChg>
      <pc:sldChg chg="addSp delSp modSp mod">
        <pc:chgData name="이진원" userId="3bd7cbf4-3df0-49eb-91af-e927c077234e" providerId="ADAL" clId="{887223BD-8D3B-43FF-9664-0A1B73139422}" dt="2025-04-30T09:46:31.523" v="3686" actId="1076"/>
        <pc:sldMkLst>
          <pc:docMk/>
          <pc:sldMk cId="3454336430" sldId="307"/>
        </pc:sldMkLst>
        <pc:spChg chg="mod">
          <ac:chgData name="이진원" userId="3bd7cbf4-3df0-49eb-91af-e927c077234e" providerId="ADAL" clId="{887223BD-8D3B-43FF-9664-0A1B73139422}" dt="2025-04-29T15:12:44.154" v="160" actId="20577"/>
          <ac:spMkLst>
            <pc:docMk/>
            <pc:sldMk cId="3454336430" sldId="307"/>
            <ac:spMk id="2" creationId="{3D5D8BE6-69C2-40C3-4E29-AFACFB02A007}"/>
          </ac:spMkLst>
        </pc:spChg>
        <pc:spChg chg="add del mod">
          <ac:chgData name="이진원" userId="3bd7cbf4-3df0-49eb-91af-e927c077234e" providerId="ADAL" clId="{887223BD-8D3B-43FF-9664-0A1B73139422}" dt="2025-04-30T09:44:47.113" v="3670" actId="12084"/>
          <ac:spMkLst>
            <pc:docMk/>
            <pc:sldMk cId="3454336430" sldId="307"/>
            <ac:spMk id="3" creationId="{63915675-DE70-013F-9D1A-3995F9F11627}"/>
          </ac:spMkLst>
        </pc:spChg>
        <pc:graphicFrameChg chg="add mod">
          <ac:chgData name="이진원" userId="3bd7cbf4-3df0-49eb-91af-e927c077234e" providerId="ADAL" clId="{887223BD-8D3B-43FF-9664-0A1B73139422}" dt="2025-04-30T09:44:22.787" v="3668" actId="12084"/>
          <ac:graphicFrameMkLst>
            <pc:docMk/>
            <pc:sldMk cId="3454336430" sldId="307"/>
            <ac:graphicFrameMk id="4" creationId="{B384E78E-4ED0-4336-5C58-FBD85969B10C}"/>
          </ac:graphicFrameMkLst>
        </pc:graphicFrameChg>
        <pc:graphicFrameChg chg="add mod">
          <ac:chgData name="이진원" userId="3bd7cbf4-3df0-49eb-91af-e927c077234e" providerId="ADAL" clId="{887223BD-8D3B-43FF-9664-0A1B73139422}" dt="2025-04-30T09:45:38.539" v="3683" actId="20577"/>
          <ac:graphicFrameMkLst>
            <pc:docMk/>
            <pc:sldMk cId="3454336430" sldId="307"/>
            <ac:graphicFrameMk id="5" creationId="{11A56046-D46B-0700-FB3D-2C75F9BFDF6E}"/>
          </ac:graphicFrameMkLst>
        </pc:graphicFrameChg>
        <pc:picChg chg="add mod">
          <ac:chgData name="이진원" userId="3bd7cbf4-3df0-49eb-91af-e927c077234e" providerId="ADAL" clId="{887223BD-8D3B-43FF-9664-0A1B73139422}" dt="2025-04-30T09:46:31.523" v="3686" actId="1076"/>
          <ac:picMkLst>
            <pc:docMk/>
            <pc:sldMk cId="3454336430" sldId="307"/>
            <ac:picMk id="1026" creationId="{98C1D2BF-688D-D490-8ABE-119AC60933F4}"/>
          </ac:picMkLst>
        </pc:picChg>
      </pc:sldChg>
      <pc:sldChg chg="del">
        <pc:chgData name="이진원" userId="3bd7cbf4-3df0-49eb-91af-e927c077234e" providerId="ADAL" clId="{887223BD-8D3B-43FF-9664-0A1B73139422}" dt="2025-04-29T15:09:13.213" v="11" actId="47"/>
        <pc:sldMkLst>
          <pc:docMk/>
          <pc:sldMk cId="861959104" sldId="308"/>
        </pc:sldMkLst>
      </pc:sldChg>
      <pc:sldChg chg="modSp add del mod ord">
        <pc:chgData name="이진원" userId="3bd7cbf4-3df0-49eb-91af-e927c077234e" providerId="ADAL" clId="{887223BD-8D3B-43FF-9664-0A1B73139422}" dt="2025-04-29T16:45:46.130" v="2101" actId="47"/>
        <pc:sldMkLst>
          <pc:docMk/>
          <pc:sldMk cId="1423892159" sldId="308"/>
        </pc:sldMkLst>
        <pc:spChg chg="mod">
          <ac:chgData name="이진원" userId="3bd7cbf4-3df0-49eb-91af-e927c077234e" providerId="ADAL" clId="{887223BD-8D3B-43FF-9664-0A1B73139422}" dt="2025-04-29T15:10:10.316" v="94" actId="20577"/>
          <ac:spMkLst>
            <pc:docMk/>
            <pc:sldMk cId="1423892159" sldId="308"/>
            <ac:spMk id="2" creationId="{84E6DBB3-C2C8-F136-EE34-963AFF49B5E7}"/>
          </ac:spMkLst>
        </pc:spChg>
        <pc:spChg chg="mod">
          <ac:chgData name="이진원" userId="3bd7cbf4-3df0-49eb-91af-e927c077234e" providerId="ADAL" clId="{887223BD-8D3B-43FF-9664-0A1B73139422}" dt="2025-04-29T16:23:30.293" v="1051"/>
          <ac:spMkLst>
            <pc:docMk/>
            <pc:sldMk cId="1423892159" sldId="308"/>
            <ac:spMk id="3" creationId="{203BC205-BA8D-CD38-0136-087D15E9BD84}"/>
          </ac:spMkLst>
        </pc:spChg>
      </pc:sldChg>
      <pc:sldChg chg="del">
        <pc:chgData name="이진원" userId="3bd7cbf4-3df0-49eb-91af-e927c077234e" providerId="ADAL" clId="{887223BD-8D3B-43FF-9664-0A1B73139422}" dt="2025-04-29T15:09:14.592" v="12" actId="47"/>
        <pc:sldMkLst>
          <pc:docMk/>
          <pc:sldMk cId="66107584" sldId="309"/>
        </pc:sldMkLst>
      </pc:sldChg>
      <pc:sldChg chg="addSp delSp modSp add del mod">
        <pc:chgData name="이진원" userId="3bd7cbf4-3df0-49eb-91af-e927c077234e" providerId="ADAL" clId="{887223BD-8D3B-43FF-9664-0A1B73139422}" dt="2025-04-30T09:24:20.297" v="3287" actId="47"/>
        <pc:sldMkLst>
          <pc:docMk/>
          <pc:sldMk cId="4109389878" sldId="309"/>
        </pc:sldMkLst>
        <pc:spChg chg="mod">
          <ac:chgData name="이진원" userId="3bd7cbf4-3df0-49eb-91af-e927c077234e" providerId="ADAL" clId="{887223BD-8D3B-43FF-9664-0A1B73139422}" dt="2025-04-30T09:24:10.913" v="3285" actId="20577"/>
          <ac:spMkLst>
            <pc:docMk/>
            <pc:sldMk cId="4109389878" sldId="309"/>
            <ac:spMk id="2" creationId="{4AACDDE6-39A5-49A8-79F3-F9922E2E2287}"/>
          </ac:spMkLst>
        </pc:spChg>
        <pc:spChg chg="del mod">
          <ac:chgData name="이진원" userId="3bd7cbf4-3df0-49eb-91af-e927c077234e" providerId="ADAL" clId="{887223BD-8D3B-43FF-9664-0A1B73139422}" dt="2025-04-30T09:13:29.361" v="2943" actId="12084"/>
          <ac:spMkLst>
            <pc:docMk/>
            <pc:sldMk cId="4109389878" sldId="309"/>
            <ac:spMk id="3" creationId="{0DDCACA7-5282-4C3A-4684-E9DB905869FF}"/>
          </ac:spMkLst>
        </pc:spChg>
        <pc:spChg chg="add mod">
          <ac:chgData name="이진원" userId="3bd7cbf4-3df0-49eb-91af-e927c077234e" providerId="ADAL" clId="{887223BD-8D3B-43FF-9664-0A1B73139422}" dt="2025-04-30T09:24:15.600" v="3286" actId="11529"/>
          <ac:spMkLst>
            <pc:docMk/>
            <pc:sldMk cId="4109389878" sldId="309"/>
            <ac:spMk id="5" creationId="{C3AFDDD1-7106-3CD9-731E-A091AF1C431C}"/>
          </ac:spMkLst>
        </pc:spChg>
        <pc:graphicFrameChg chg="add del mod">
          <ac:chgData name="이진원" userId="3bd7cbf4-3df0-49eb-91af-e927c077234e" providerId="ADAL" clId="{887223BD-8D3B-43FF-9664-0A1B73139422}" dt="2025-04-30T09:24:15.600" v="3286" actId="11529"/>
          <ac:graphicFrameMkLst>
            <pc:docMk/>
            <pc:sldMk cId="4109389878" sldId="309"/>
            <ac:graphicFrameMk id="4" creationId="{ADC33C9E-512A-0A1F-7F8B-F5DFF51F824E}"/>
          </ac:graphicFrameMkLst>
        </pc:graphicFrameChg>
      </pc:sldChg>
      <pc:sldChg chg="modSp add del mod">
        <pc:chgData name="이진원" userId="3bd7cbf4-3df0-49eb-91af-e927c077234e" providerId="ADAL" clId="{887223BD-8D3B-43FF-9664-0A1B73139422}" dt="2025-04-30T10:10:38.387" v="4506" actId="47"/>
        <pc:sldMkLst>
          <pc:docMk/>
          <pc:sldMk cId="2790619258" sldId="310"/>
        </pc:sldMkLst>
        <pc:spChg chg="mod">
          <ac:chgData name="이진원" userId="3bd7cbf4-3df0-49eb-91af-e927c077234e" providerId="ADAL" clId="{887223BD-8D3B-43FF-9664-0A1B73139422}" dt="2025-04-29T15:17:48.186" v="596" actId="113"/>
          <ac:spMkLst>
            <pc:docMk/>
            <pc:sldMk cId="2790619258" sldId="310"/>
            <ac:spMk id="2" creationId="{42937872-51C5-B50F-6687-F94EABFC5640}"/>
          </ac:spMkLst>
        </pc:spChg>
        <pc:spChg chg="mod">
          <ac:chgData name="이진원" userId="3bd7cbf4-3df0-49eb-91af-e927c077234e" providerId="ADAL" clId="{887223BD-8D3B-43FF-9664-0A1B73139422}" dt="2025-04-30T09:48:08.339" v="3720" actId="15"/>
          <ac:spMkLst>
            <pc:docMk/>
            <pc:sldMk cId="2790619258" sldId="310"/>
            <ac:spMk id="3" creationId="{A5385D92-291A-AE1A-8905-DE5F0C94FACA}"/>
          </ac:spMkLst>
        </pc:spChg>
      </pc:sldChg>
      <pc:sldChg chg="del">
        <pc:chgData name="이진원" userId="3bd7cbf4-3df0-49eb-91af-e927c077234e" providerId="ADAL" clId="{887223BD-8D3B-43FF-9664-0A1B73139422}" dt="2025-04-29T15:08:50.807" v="8" actId="18676"/>
        <pc:sldMkLst>
          <pc:docMk/>
          <pc:sldMk cId="2950601618" sldId="310"/>
        </pc:sldMkLst>
      </pc:sldChg>
      <pc:sldChg chg="modSp add del mod">
        <pc:chgData name="이진원" userId="3bd7cbf4-3df0-49eb-91af-e927c077234e" providerId="ADAL" clId="{887223BD-8D3B-43FF-9664-0A1B73139422}" dt="2025-04-30T09:58:37.897" v="4121" actId="47"/>
        <pc:sldMkLst>
          <pc:docMk/>
          <pc:sldMk cId="2258388989" sldId="311"/>
        </pc:sldMkLst>
        <pc:spChg chg="mod">
          <ac:chgData name="이진원" userId="3bd7cbf4-3df0-49eb-91af-e927c077234e" providerId="ADAL" clId="{887223BD-8D3B-43FF-9664-0A1B73139422}" dt="2025-04-30T09:56:47.854" v="4066" actId="20577"/>
          <ac:spMkLst>
            <pc:docMk/>
            <pc:sldMk cId="2258388989" sldId="311"/>
            <ac:spMk id="2" creationId="{4259F5BA-5043-66C8-F5D1-1B0BAA5F5F8D}"/>
          </ac:spMkLst>
        </pc:spChg>
        <pc:spChg chg="mod">
          <ac:chgData name="이진원" userId="3bd7cbf4-3df0-49eb-91af-e927c077234e" providerId="ADAL" clId="{887223BD-8D3B-43FF-9664-0A1B73139422}" dt="2025-04-30T09:57:47.294" v="4081" actId="20577"/>
          <ac:spMkLst>
            <pc:docMk/>
            <pc:sldMk cId="2258388989" sldId="311"/>
            <ac:spMk id="3" creationId="{B291427D-B8AA-D2A5-2055-CA76B156D91D}"/>
          </ac:spMkLst>
        </pc:spChg>
      </pc:sldChg>
      <pc:sldChg chg="add del">
        <pc:chgData name="이진원" userId="3bd7cbf4-3df0-49eb-91af-e927c077234e" providerId="ADAL" clId="{887223BD-8D3B-43FF-9664-0A1B73139422}" dt="2025-04-29T16:22:41.589" v="1042" actId="47"/>
        <pc:sldMkLst>
          <pc:docMk/>
          <pc:sldMk cId="85403903" sldId="312"/>
        </pc:sldMkLst>
      </pc:sldChg>
      <pc:sldChg chg="addSp delSp modSp add mod">
        <pc:chgData name="이진원" userId="3bd7cbf4-3df0-49eb-91af-e927c077234e" providerId="ADAL" clId="{887223BD-8D3B-43FF-9664-0A1B73139422}" dt="2025-04-30T09:41:52.833" v="3661" actId="1076"/>
        <pc:sldMkLst>
          <pc:docMk/>
          <pc:sldMk cId="2148200255" sldId="312"/>
        </pc:sldMkLst>
        <pc:spChg chg="mod">
          <ac:chgData name="이진원" userId="3bd7cbf4-3df0-49eb-91af-e927c077234e" providerId="ADAL" clId="{887223BD-8D3B-43FF-9664-0A1B73139422}" dt="2025-04-30T09:41:19.956" v="3656" actId="20577"/>
          <ac:spMkLst>
            <pc:docMk/>
            <pc:sldMk cId="2148200255" sldId="312"/>
            <ac:spMk id="2" creationId="{BE6D9222-DC2D-4A11-73A6-E74CA4F056AD}"/>
          </ac:spMkLst>
        </pc:spChg>
        <pc:spChg chg="mod">
          <ac:chgData name="이진원" userId="3bd7cbf4-3df0-49eb-91af-e927c077234e" providerId="ADAL" clId="{887223BD-8D3B-43FF-9664-0A1B73139422}" dt="2025-04-29T16:33:36.786" v="1721" actId="1076"/>
          <ac:spMkLst>
            <pc:docMk/>
            <pc:sldMk cId="2148200255" sldId="312"/>
            <ac:spMk id="3" creationId="{20593D60-2F78-BD11-F38F-638FBF158F53}"/>
          </ac:spMkLst>
        </pc:spChg>
        <pc:graphicFrameChg chg="add mod modGraphic">
          <ac:chgData name="이진원" userId="3bd7cbf4-3df0-49eb-91af-e927c077234e" providerId="ADAL" clId="{887223BD-8D3B-43FF-9664-0A1B73139422}" dt="2025-04-30T09:41:52.833" v="3661" actId="1076"/>
          <ac:graphicFrameMkLst>
            <pc:docMk/>
            <pc:sldMk cId="2148200255" sldId="312"/>
            <ac:graphicFrameMk id="4" creationId="{E7A418E0-C9B0-6C1E-8C6D-93C97F440670}"/>
          </ac:graphicFrameMkLst>
        </pc:graphicFrameChg>
        <pc:graphicFrameChg chg="add del mod modGraphic">
          <ac:chgData name="이진원" userId="3bd7cbf4-3df0-49eb-91af-e927c077234e" providerId="ADAL" clId="{887223BD-8D3B-43FF-9664-0A1B73139422}" dt="2025-04-29T16:27:36.920" v="1422" actId="478"/>
          <ac:graphicFrameMkLst>
            <pc:docMk/>
            <pc:sldMk cId="2148200255" sldId="312"/>
            <ac:graphicFrameMk id="5" creationId="{742C8783-2323-3834-EF84-B1169FFF1CF1}"/>
          </ac:graphicFrameMkLst>
        </pc:graphicFrameChg>
        <pc:graphicFrameChg chg="add del mod">
          <ac:chgData name="이진원" userId="3bd7cbf4-3df0-49eb-91af-e927c077234e" providerId="ADAL" clId="{887223BD-8D3B-43FF-9664-0A1B73139422}" dt="2025-04-29T16:33:20.665" v="1713" actId="478"/>
          <ac:graphicFrameMkLst>
            <pc:docMk/>
            <pc:sldMk cId="2148200255" sldId="312"/>
            <ac:graphicFrameMk id="6" creationId="{1BE80D63-7BFD-3543-4D85-B0947D4C699C}"/>
          </ac:graphicFrameMkLst>
        </pc:graphicFrameChg>
        <pc:graphicFrameChg chg="add del mod">
          <ac:chgData name="이진원" userId="3bd7cbf4-3df0-49eb-91af-e927c077234e" providerId="ADAL" clId="{887223BD-8D3B-43FF-9664-0A1B73139422}" dt="2025-04-29T16:33:20.665" v="1713" actId="478"/>
          <ac:graphicFrameMkLst>
            <pc:docMk/>
            <pc:sldMk cId="2148200255" sldId="312"/>
            <ac:graphicFrameMk id="7" creationId="{CD7D9600-861D-83A1-99E7-1532A8A79A85}"/>
          </ac:graphicFrameMkLst>
        </pc:graphicFrameChg>
        <pc:graphicFrameChg chg="add del mod">
          <ac:chgData name="이진원" userId="3bd7cbf4-3df0-49eb-91af-e927c077234e" providerId="ADAL" clId="{887223BD-8D3B-43FF-9664-0A1B73139422}" dt="2025-04-29T16:32:53.325" v="1709" actId="478"/>
          <ac:graphicFrameMkLst>
            <pc:docMk/>
            <pc:sldMk cId="2148200255" sldId="312"/>
            <ac:graphicFrameMk id="8" creationId="{0AFE85A6-D18C-30FD-B65F-3C02BD86E70A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33:08.169" v="1710" actId="2166"/>
          <ac:graphicFrameMkLst>
            <pc:docMk/>
            <pc:sldMk cId="2148200255" sldId="312"/>
            <ac:graphicFrameMk id="9" creationId="{51EBD6B0-1541-84E2-FD3B-E9FD5BD361BB}"/>
          </ac:graphicFrameMkLst>
        </pc:graphicFrameChg>
        <pc:graphicFrameChg chg="add mod">
          <ac:chgData name="이진원" userId="3bd7cbf4-3df0-49eb-91af-e927c077234e" providerId="ADAL" clId="{887223BD-8D3B-43FF-9664-0A1B73139422}" dt="2025-04-29T16:33:14.133" v="1711" actId="571"/>
          <ac:graphicFrameMkLst>
            <pc:docMk/>
            <pc:sldMk cId="2148200255" sldId="312"/>
            <ac:graphicFrameMk id="10" creationId="{78831025-B8FE-CDF2-716D-7E7905C7B611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33:28.221" v="1715" actId="20577"/>
          <ac:graphicFrameMkLst>
            <pc:docMk/>
            <pc:sldMk cId="2148200255" sldId="312"/>
            <ac:graphicFrameMk id="11" creationId="{2EAB8768-E4E1-DE37-CD41-73EF53D31B08}"/>
          </ac:graphicFrameMkLst>
        </pc:graphicFrameChg>
      </pc:sldChg>
      <pc:sldChg chg="addSp delSp modSp add mod">
        <pc:chgData name="이진원" userId="3bd7cbf4-3df0-49eb-91af-e927c077234e" providerId="ADAL" clId="{887223BD-8D3B-43FF-9664-0A1B73139422}" dt="2025-04-30T09:42:48.565" v="3663" actId="20577"/>
        <pc:sldMkLst>
          <pc:docMk/>
          <pc:sldMk cId="2391179366" sldId="313"/>
        </pc:sldMkLst>
        <pc:spChg chg="mod">
          <ac:chgData name="이진원" userId="3bd7cbf4-3df0-49eb-91af-e927c077234e" providerId="ADAL" clId="{887223BD-8D3B-43FF-9664-0A1B73139422}" dt="2025-04-30T09:41:22.425" v="3657"/>
          <ac:spMkLst>
            <pc:docMk/>
            <pc:sldMk cId="2391179366" sldId="313"/>
            <ac:spMk id="2" creationId="{4EE4DB08-DA19-ED86-5C6F-3171455D9302}"/>
          </ac:spMkLst>
        </pc:spChg>
        <pc:spChg chg="mod">
          <ac:chgData name="이진원" userId="3bd7cbf4-3df0-49eb-91af-e927c077234e" providerId="ADAL" clId="{887223BD-8D3B-43FF-9664-0A1B73139422}" dt="2025-04-30T09:42:48.565" v="3663" actId="20577"/>
          <ac:spMkLst>
            <pc:docMk/>
            <pc:sldMk cId="2391179366" sldId="313"/>
            <ac:spMk id="3" creationId="{DC587939-D8F6-3CAC-778A-D46A118EAC7E}"/>
          </ac:spMkLst>
        </pc:spChg>
        <pc:graphicFrameChg chg="del mod modGraphic">
          <ac:chgData name="이진원" userId="3bd7cbf4-3df0-49eb-91af-e927c077234e" providerId="ADAL" clId="{887223BD-8D3B-43FF-9664-0A1B73139422}" dt="2025-04-29T16:34:00.958" v="1726" actId="478"/>
          <ac:graphicFrameMkLst>
            <pc:docMk/>
            <pc:sldMk cId="2391179366" sldId="313"/>
            <ac:graphicFrameMk id="4" creationId="{84210097-CE45-57BE-3DF5-3AEB3590D933}"/>
          </ac:graphicFrameMkLst>
        </pc:graphicFrameChg>
        <pc:graphicFrameChg chg="add del mod">
          <ac:chgData name="이진원" userId="3bd7cbf4-3df0-49eb-91af-e927c077234e" providerId="ADAL" clId="{887223BD-8D3B-43FF-9664-0A1B73139422}" dt="2025-04-29T16:28:50.690" v="1483" actId="478"/>
          <ac:graphicFrameMkLst>
            <pc:docMk/>
            <pc:sldMk cId="2391179366" sldId="313"/>
            <ac:graphicFrameMk id="5" creationId="{8DCFF528-B13F-2256-6C93-A77BC14EC156}"/>
          </ac:graphicFrameMkLst>
        </pc:graphicFrameChg>
        <pc:graphicFrameChg chg="del">
          <ac:chgData name="이진원" userId="3bd7cbf4-3df0-49eb-91af-e927c077234e" providerId="ADAL" clId="{887223BD-8D3B-43FF-9664-0A1B73139422}" dt="2025-04-29T16:28:56.480" v="1485" actId="478"/>
          <ac:graphicFrameMkLst>
            <pc:docMk/>
            <pc:sldMk cId="2391179366" sldId="313"/>
            <ac:graphicFrameMk id="6" creationId="{87BEDB58-FA22-AE17-8C67-A67CEDDE724C}"/>
          </ac:graphicFrameMkLst>
        </pc:graphicFrameChg>
        <pc:graphicFrameChg chg="del">
          <ac:chgData name="이진원" userId="3bd7cbf4-3df0-49eb-91af-e927c077234e" providerId="ADAL" clId="{887223BD-8D3B-43FF-9664-0A1B73139422}" dt="2025-04-29T16:28:56.480" v="1485" actId="478"/>
          <ac:graphicFrameMkLst>
            <pc:docMk/>
            <pc:sldMk cId="2391179366" sldId="313"/>
            <ac:graphicFrameMk id="7" creationId="{2C6A5F3F-C67E-F99E-488D-6EC2A9484CE5}"/>
          </ac:graphicFrameMkLst>
        </pc:graphicFrameChg>
        <pc:graphicFrameChg chg="del">
          <ac:chgData name="이진원" userId="3bd7cbf4-3df0-49eb-91af-e927c077234e" providerId="ADAL" clId="{887223BD-8D3B-43FF-9664-0A1B73139422}" dt="2025-04-29T16:28:56.480" v="1485" actId="478"/>
          <ac:graphicFrameMkLst>
            <pc:docMk/>
            <pc:sldMk cId="2391179366" sldId="313"/>
            <ac:graphicFrameMk id="8" creationId="{1EB63585-CBA1-C819-FB55-03AB9B58AD8A}"/>
          </ac:graphicFrameMkLst>
        </pc:graphicFrameChg>
        <pc:graphicFrameChg chg="add del mod modGraphic">
          <ac:chgData name="이진원" userId="3bd7cbf4-3df0-49eb-91af-e927c077234e" providerId="ADAL" clId="{887223BD-8D3B-43FF-9664-0A1B73139422}" dt="2025-04-29T16:33:46.523" v="1723" actId="478"/>
          <ac:graphicFrameMkLst>
            <pc:docMk/>
            <pc:sldMk cId="2391179366" sldId="313"/>
            <ac:graphicFrameMk id="9" creationId="{CAF33111-0BD0-E819-45CD-BEF9CB3A0F74}"/>
          </ac:graphicFrameMkLst>
        </pc:graphicFrameChg>
        <pc:graphicFrameChg chg="add del mod modGraphic">
          <ac:chgData name="이진원" userId="3bd7cbf4-3df0-49eb-91af-e927c077234e" providerId="ADAL" clId="{887223BD-8D3B-43FF-9664-0A1B73139422}" dt="2025-04-29T16:34:50.602" v="1743" actId="478"/>
          <ac:graphicFrameMkLst>
            <pc:docMk/>
            <pc:sldMk cId="2391179366" sldId="313"/>
            <ac:graphicFrameMk id="10" creationId="{D3AC119A-57F0-33AD-6DD8-21EE8188F06E}"/>
          </ac:graphicFrameMkLst>
        </pc:graphicFrameChg>
        <pc:graphicFrameChg chg="add del mod modGraphic">
          <ac:chgData name="이진원" userId="3bd7cbf4-3df0-49eb-91af-e927c077234e" providerId="ADAL" clId="{887223BD-8D3B-43FF-9664-0A1B73139422}" dt="2025-04-29T16:36:29.488" v="1825" actId="478"/>
          <ac:graphicFrameMkLst>
            <pc:docMk/>
            <pc:sldMk cId="2391179366" sldId="313"/>
            <ac:graphicFrameMk id="11" creationId="{790DBD7E-6DA0-7933-8EB8-C085BF91387A}"/>
          </ac:graphicFrameMkLst>
        </pc:graphicFrameChg>
        <pc:graphicFrameChg chg="add mod">
          <ac:chgData name="이진원" userId="3bd7cbf4-3df0-49eb-91af-e927c077234e" providerId="ADAL" clId="{887223BD-8D3B-43FF-9664-0A1B73139422}" dt="2025-04-29T16:33:47.521" v="1724"/>
          <ac:graphicFrameMkLst>
            <pc:docMk/>
            <pc:sldMk cId="2391179366" sldId="313"/>
            <ac:graphicFrameMk id="12" creationId="{CA4A3ADA-804C-9017-A89B-90EB0AB461B7}"/>
          </ac:graphicFrameMkLst>
        </pc:graphicFrameChg>
        <pc:graphicFrameChg chg="add mod">
          <ac:chgData name="이진원" userId="3bd7cbf4-3df0-49eb-91af-e927c077234e" providerId="ADAL" clId="{887223BD-8D3B-43FF-9664-0A1B73139422}" dt="2025-04-29T16:35:49.557" v="1808" actId="1076"/>
          <ac:graphicFrameMkLst>
            <pc:docMk/>
            <pc:sldMk cId="2391179366" sldId="313"/>
            <ac:graphicFrameMk id="13" creationId="{1BCD14C9-A614-0810-97DE-E1343E454062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35:56.693" v="1810" actId="1076"/>
          <ac:graphicFrameMkLst>
            <pc:docMk/>
            <pc:sldMk cId="2391179366" sldId="313"/>
            <ac:graphicFrameMk id="14" creationId="{51CA0D75-CFB5-0654-FFF8-7B2A382637F0}"/>
          </ac:graphicFrameMkLst>
        </pc:graphicFrameChg>
        <pc:graphicFrameChg chg="add mod ord modGraphic">
          <ac:chgData name="이진원" userId="3bd7cbf4-3df0-49eb-91af-e927c077234e" providerId="ADAL" clId="{887223BD-8D3B-43FF-9664-0A1B73139422}" dt="2025-04-29T16:36:25.770" v="1824" actId="20577"/>
          <ac:graphicFrameMkLst>
            <pc:docMk/>
            <pc:sldMk cId="2391179366" sldId="313"/>
            <ac:graphicFrameMk id="15" creationId="{56D5B4BC-BA87-CE69-3D39-B8654A0B68C2}"/>
          </ac:graphicFrameMkLst>
        </pc:graphicFrameChg>
        <pc:graphicFrameChg chg="add mod">
          <ac:chgData name="이진원" userId="3bd7cbf4-3df0-49eb-91af-e927c077234e" providerId="ADAL" clId="{887223BD-8D3B-43FF-9664-0A1B73139422}" dt="2025-04-29T16:36:00.725" v="1811" actId="571"/>
          <ac:graphicFrameMkLst>
            <pc:docMk/>
            <pc:sldMk cId="2391179366" sldId="313"/>
            <ac:graphicFrameMk id="16" creationId="{F4BD3347-FE2D-C149-219D-9BB79C0083B7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36:45.880" v="1836" actId="20577"/>
          <ac:graphicFrameMkLst>
            <pc:docMk/>
            <pc:sldMk cId="2391179366" sldId="313"/>
            <ac:graphicFrameMk id="17" creationId="{1A9A02FE-934E-25CE-5796-EF2425D53416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36:52.424" v="1841" actId="20577"/>
          <ac:graphicFrameMkLst>
            <pc:docMk/>
            <pc:sldMk cId="2391179366" sldId="313"/>
            <ac:graphicFrameMk id="18" creationId="{15738663-2A0C-24EA-D3F2-9A61557D57EA}"/>
          </ac:graphicFrameMkLst>
        </pc:graphicFrameChg>
      </pc:sldChg>
      <pc:sldChg chg="add del">
        <pc:chgData name="이진원" userId="3bd7cbf4-3df0-49eb-91af-e927c077234e" providerId="ADAL" clId="{887223BD-8D3B-43FF-9664-0A1B73139422}" dt="2025-04-29T16:37:44.065" v="1893" actId="47"/>
        <pc:sldMkLst>
          <pc:docMk/>
          <pc:sldMk cId="1859696323" sldId="314"/>
        </pc:sldMkLst>
      </pc:sldChg>
      <pc:sldChg chg="addSp delSp modSp add mod">
        <pc:chgData name="이진원" userId="3bd7cbf4-3df0-49eb-91af-e927c077234e" providerId="ADAL" clId="{887223BD-8D3B-43FF-9664-0A1B73139422}" dt="2025-04-30T09:42:28.801" v="3662" actId="207"/>
        <pc:sldMkLst>
          <pc:docMk/>
          <pc:sldMk cId="2234810063" sldId="315"/>
        </pc:sldMkLst>
        <pc:spChg chg="mod">
          <ac:chgData name="이진원" userId="3bd7cbf4-3df0-49eb-91af-e927c077234e" providerId="ADAL" clId="{887223BD-8D3B-43FF-9664-0A1B73139422}" dt="2025-04-30T09:41:25.035" v="3658"/>
          <ac:spMkLst>
            <pc:docMk/>
            <pc:sldMk cId="2234810063" sldId="315"/>
            <ac:spMk id="2" creationId="{D7512FFF-1636-6D73-5307-97026A93A43E}"/>
          </ac:spMkLst>
        </pc:spChg>
        <pc:spChg chg="mod">
          <ac:chgData name="이진원" userId="3bd7cbf4-3df0-49eb-91af-e927c077234e" providerId="ADAL" clId="{887223BD-8D3B-43FF-9664-0A1B73139422}" dt="2025-04-29T16:43:30.636" v="2065" actId="27636"/>
          <ac:spMkLst>
            <pc:docMk/>
            <pc:sldMk cId="2234810063" sldId="315"/>
            <ac:spMk id="3" creationId="{AD15B236-87F5-4712-EBA2-0268EAED0260}"/>
          </ac:spMkLst>
        </pc:spChg>
        <pc:graphicFrameChg chg="add mod modGraphic">
          <ac:chgData name="이진원" userId="3bd7cbf4-3df0-49eb-91af-e927c077234e" providerId="ADAL" clId="{887223BD-8D3B-43FF-9664-0A1B73139422}" dt="2025-04-29T16:41:06.097" v="2002" actId="1076"/>
          <ac:graphicFrameMkLst>
            <pc:docMk/>
            <pc:sldMk cId="2234810063" sldId="315"/>
            <ac:graphicFrameMk id="4" creationId="{35B1F44E-F3C3-C041-D24A-8A1DA6115B95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41:06.097" v="2002" actId="1076"/>
          <ac:graphicFrameMkLst>
            <pc:docMk/>
            <pc:sldMk cId="2234810063" sldId="315"/>
            <ac:graphicFrameMk id="5" creationId="{82F47912-59B6-DF03-CFDE-4BB2352C1A27}"/>
          </ac:graphicFrameMkLst>
        </pc:graphicFrameChg>
        <pc:graphicFrameChg chg="add mod">
          <ac:chgData name="이진원" userId="3bd7cbf4-3df0-49eb-91af-e927c077234e" providerId="ADAL" clId="{887223BD-8D3B-43FF-9664-0A1B73139422}" dt="2025-04-29T16:40:28.002" v="1995" actId="571"/>
          <ac:graphicFrameMkLst>
            <pc:docMk/>
            <pc:sldMk cId="2234810063" sldId="315"/>
            <ac:graphicFrameMk id="6" creationId="{0689BFB2-27EA-ADA8-7F5E-FC218DB4106D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42:30.942" v="2011" actId="465"/>
          <ac:graphicFrameMkLst>
            <pc:docMk/>
            <pc:sldMk cId="2234810063" sldId="315"/>
            <ac:graphicFrameMk id="7" creationId="{55891078-9D1C-31DA-E966-211A77977AA6}"/>
          </ac:graphicFrameMkLst>
        </pc:graphicFrameChg>
        <pc:graphicFrameChg chg="add mod">
          <ac:chgData name="이진원" userId="3bd7cbf4-3df0-49eb-91af-e927c077234e" providerId="ADAL" clId="{887223BD-8D3B-43FF-9664-0A1B73139422}" dt="2025-04-29T16:40:42.673" v="1998" actId="571"/>
          <ac:graphicFrameMkLst>
            <pc:docMk/>
            <pc:sldMk cId="2234810063" sldId="315"/>
            <ac:graphicFrameMk id="8" creationId="{E6C53C9C-F24A-153D-A07B-54357D17FECD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42:21.540" v="2010" actId="1076"/>
          <ac:graphicFrameMkLst>
            <pc:docMk/>
            <pc:sldMk cId="2234810063" sldId="315"/>
            <ac:graphicFrameMk id="9" creationId="{083D585A-373B-D253-4FF0-6A85F2C1F4CB}"/>
          </ac:graphicFrameMkLst>
        </pc:graphicFrameChg>
        <pc:graphicFrameChg chg="mod modGraphic">
          <ac:chgData name="이진원" userId="3bd7cbf4-3df0-49eb-91af-e927c077234e" providerId="ADAL" clId="{887223BD-8D3B-43FF-9664-0A1B73139422}" dt="2025-04-30T09:42:28.801" v="3662" actId="207"/>
          <ac:graphicFrameMkLst>
            <pc:docMk/>
            <pc:sldMk cId="2234810063" sldId="315"/>
            <ac:graphicFrameMk id="12" creationId="{B77BEE40-0DBC-2AA3-70B7-A2694A02AD40}"/>
          </ac:graphicFrameMkLst>
        </pc:graphicFrameChg>
        <pc:graphicFrameChg chg="del">
          <ac:chgData name="이진원" userId="3bd7cbf4-3df0-49eb-91af-e927c077234e" providerId="ADAL" clId="{887223BD-8D3B-43FF-9664-0A1B73139422}" dt="2025-04-29T16:37:48.440" v="1894" actId="478"/>
          <ac:graphicFrameMkLst>
            <pc:docMk/>
            <pc:sldMk cId="2234810063" sldId="315"/>
            <ac:graphicFrameMk id="13" creationId="{62F83E18-35F1-DD09-CDE7-11E181AD6F4F}"/>
          </ac:graphicFrameMkLst>
        </pc:graphicFrameChg>
        <pc:graphicFrameChg chg="del">
          <ac:chgData name="이진원" userId="3bd7cbf4-3df0-49eb-91af-e927c077234e" providerId="ADAL" clId="{887223BD-8D3B-43FF-9664-0A1B73139422}" dt="2025-04-29T16:38:32.652" v="1946" actId="478"/>
          <ac:graphicFrameMkLst>
            <pc:docMk/>
            <pc:sldMk cId="2234810063" sldId="315"/>
            <ac:graphicFrameMk id="14" creationId="{EE9FD564-B724-E6E3-B1CB-158118D02D10}"/>
          </ac:graphicFrameMkLst>
        </pc:graphicFrameChg>
        <pc:graphicFrameChg chg="del">
          <ac:chgData name="이진원" userId="3bd7cbf4-3df0-49eb-91af-e927c077234e" providerId="ADAL" clId="{887223BD-8D3B-43FF-9664-0A1B73139422}" dt="2025-04-29T16:38:32.652" v="1946" actId="478"/>
          <ac:graphicFrameMkLst>
            <pc:docMk/>
            <pc:sldMk cId="2234810063" sldId="315"/>
            <ac:graphicFrameMk id="15" creationId="{290FB8AF-4BDE-FCF3-52D9-EFF2B0FC6403}"/>
          </ac:graphicFrameMkLst>
        </pc:graphicFrameChg>
        <pc:graphicFrameChg chg="del">
          <ac:chgData name="이진원" userId="3bd7cbf4-3df0-49eb-91af-e927c077234e" providerId="ADAL" clId="{887223BD-8D3B-43FF-9664-0A1B73139422}" dt="2025-04-29T16:37:48.440" v="1894" actId="478"/>
          <ac:graphicFrameMkLst>
            <pc:docMk/>
            <pc:sldMk cId="2234810063" sldId="315"/>
            <ac:graphicFrameMk id="16" creationId="{FA3E9C60-0562-DC96-5303-28F7A496C28C}"/>
          </ac:graphicFrameMkLst>
        </pc:graphicFrameChg>
        <pc:graphicFrameChg chg="del">
          <ac:chgData name="이진원" userId="3bd7cbf4-3df0-49eb-91af-e927c077234e" providerId="ADAL" clId="{887223BD-8D3B-43FF-9664-0A1B73139422}" dt="2025-04-29T16:38:32.652" v="1946" actId="478"/>
          <ac:graphicFrameMkLst>
            <pc:docMk/>
            <pc:sldMk cId="2234810063" sldId="315"/>
            <ac:graphicFrameMk id="17" creationId="{1C65DB48-68EC-6077-287D-E0E436472406}"/>
          </ac:graphicFrameMkLst>
        </pc:graphicFrameChg>
        <pc:graphicFrameChg chg="del">
          <ac:chgData name="이진원" userId="3bd7cbf4-3df0-49eb-91af-e927c077234e" providerId="ADAL" clId="{887223BD-8D3B-43FF-9664-0A1B73139422}" dt="2025-04-29T16:38:32.652" v="1946" actId="478"/>
          <ac:graphicFrameMkLst>
            <pc:docMk/>
            <pc:sldMk cId="2234810063" sldId="315"/>
            <ac:graphicFrameMk id="18" creationId="{4604A150-6247-A08E-0799-44BB55B6E2E7}"/>
          </ac:graphicFrameMkLst>
        </pc:graphicFrameChg>
      </pc:sldChg>
      <pc:sldChg chg="addSp delSp modSp add mod">
        <pc:chgData name="이진원" userId="3bd7cbf4-3df0-49eb-91af-e927c077234e" providerId="ADAL" clId="{887223BD-8D3B-43FF-9664-0A1B73139422}" dt="2025-04-30T09:43:27.290" v="3664" actId="207"/>
        <pc:sldMkLst>
          <pc:docMk/>
          <pc:sldMk cId="832416191" sldId="316"/>
        </pc:sldMkLst>
        <pc:spChg chg="mod">
          <ac:chgData name="이진원" userId="3bd7cbf4-3df0-49eb-91af-e927c077234e" providerId="ADAL" clId="{887223BD-8D3B-43FF-9664-0A1B73139422}" dt="2025-04-30T09:41:26.653" v="3659"/>
          <ac:spMkLst>
            <pc:docMk/>
            <pc:sldMk cId="832416191" sldId="316"/>
            <ac:spMk id="2" creationId="{9D90E9B4-87C6-FA8F-0610-4D40DEE388D4}"/>
          </ac:spMkLst>
        </pc:spChg>
        <pc:spChg chg="mod">
          <ac:chgData name="이진원" userId="3bd7cbf4-3df0-49eb-91af-e927c077234e" providerId="ADAL" clId="{887223BD-8D3B-43FF-9664-0A1B73139422}" dt="2025-04-29T16:45:28.764" v="2096" actId="20577"/>
          <ac:spMkLst>
            <pc:docMk/>
            <pc:sldMk cId="832416191" sldId="316"/>
            <ac:spMk id="3" creationId="{1840DD07-C81D-8C44-8C61-2A8AAD3F13BB}"/>
          </ac:spMkLst>
        </pc:spChg>
        <pc:graphicFrameChg chg="mod modGraphic">
          <ac:chgData name="이진원" userId="3bd7cbf4-3df0-49eb-91af-e927c077234e" providerId="ADAL" clId="{887223BD-8D3B-43FF-9664-0A1B73139422}" dt="2025-04-29T16:44:25.481" v="2075" actId="1076"/>
          <ac:graphicFrameMkLst>
            <pc:docMk/>
            <pc:sldMk cId="832416191" sldId="316"/>
            <ac:graphicFrameMk id="4" creationId="{7888C9D6-B2D2-3DE8-D402-591D01B42A9D}"/>
          </ac:graphicFrameMkLst>
        </pc:graphicFrameChg>
        <pc:graphicFrameChg chg="del">
          <ac:chgData name="이진원" userId="3bd7cbf4-3df0-49eb-91af-e927c077234e" providerId="ADAL" clId="{887223BD-8D3B-43FF-9664-0A1B73139422}" dt="2025-04-29T16:44:43.048" v="2079" actId="478"/>
          <ac:graphicFrameMkLst>
            <pc:docMk/>
            <pc:sldMk cId="832416191" sldId="316"/>
            <ac:graphicFrameMk id="5" creationId="{1A0E2D0B-7EBB-5D63-E8EC-6E40FA75DEE2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45:00.029" v="2082" actId="2166"/>
          <ac:graphicFrameMkLst>
            <pc:docMk/>
            <pc:sldMk cId="832416191" sldId="316"/>
            <ac:graphicFrameMk id="6" creationId="{0DF9A5B2-E26C-64D9-4228-E11E419F4B78}"/>
          </ac:graphicFrameMkLst>
        </pc:graphicFrameChg>
        <pc:graphicFrameChg chg="del">
          <ac:chgData name="이진원" userId="3bd7cbf4-3df0-49eb-91af-e927c077234e" providerId="ADAL" clId="{887223BD-8D3B-43FF-9664-0A1B73139422}" dt="2025-04-29T16:44:43.048" v="2079" actId="478"/>
          <ac:graphicFrameMkLst>
            <pc:docMk/>
            <pc:sldMk cId="832416191" sldId="316"/>
            <ac:graphicFrameMk id="7" creationId="{099F7D85-B3D6-BAA4-BF0A-E253AD1AE81C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45:22.151" v="2086" actId="1076"/>
          <ac:graphicFrameMkLst>
            <pc:docMk/>
            <pc:sldMk cId="832416191" sldId="316"/>
            <ac:graphicFrameMk id="8" creationId="{728E90B5-4CC2-744F-17BA-5F4198CED9A8}"/>
          </ac:graphicFrameMkLst>
        </pc:graphicFrameChg>
        <pc:graphicFrameChg chg="del">
          <ac:chgData name="이진원" userId="3bd7cbf4-3df0-49eb-91af-e927c077234e" providerId="ADAL" clId="{887223BD-8D3B-43FF-9664-0A1B73139422}" dt="2025-04-29T16:44:43.048" v="2079" actId="478"/>
          <ac:graphicFrameMkLst>
            <pc:docMk/>
            <pc:sldMk cId="832416191" sldId="316"/>
            <ac:graphicFrameMk id="9" creationId="{F35BDAB1-FB04-28B0-AF69-80A9BB99F2F2}"/>
          </ac:graphicFrameMkLst>
        </pc:graphicFrameChg>
        <pc:graphicFrameChg chg="add mod modGraphic">
          <ac:chgData name="이진원" userId="3bd7cbf4-3df0-49eb-91af-e927c077234e" providerId="ADAL" clId="{887223BD-8D3B-43FF-9664-0A1B73139422}" dt="2025-04-29T16:45:38.314" v="2100" actId="20577"/>
          <ac:graphicFrameMkLst>
            <pc:docMk/>
            <pc:sldMk cId="832416191" sldId="316"/>
            <ac:graphicFrameMk id="10" creationId="{2DB913A3-40D6-78E9-339C-D5706D79D693}"/>
          </ac:graphicFrameMkLst>
        </pc:graphicFrameChg>
        <pc:graphicFrameChg chg="modGraphic">
          <ac:chgData name="이진원" userId="3bd7cbf4-3df0-49eb-91af-e927c077234e" providerId="ADAL" clId="{887223BD-8D3B-43FF-9664-0A1B73139422}" dt="2025-04-30T09:43:27.290" v="3664" actId="207"/>
          <ac:graphicFrameMkLst>
            <pc:docMk/>
            <pc:sldMk cId="832416191" sldId="316"/>
            <ac:graphicFrameMk id="12" creationId="{AA1A8368-3CCB-9825-8C7B-0DEE35F615B5}"/>
          </ac:graphicFrameMkLst>
        </pc:graphicFrameChg>
      </pc:sldChg>
      <pc:sldChg chg="add del">
        <pc:chgData name="이진원" userId="3bd7cbf4-3df0-49eb-91af-e927c077234e" providerId="ADAL" clId="{887223BD-8D3B-43FF-9664-0A1B73139422}" dt="2025-04-29T16:43:07.655" v="2037" actId="47"/>
        <pc:sldMkLst>
          <pc:docMk/>
          <pc:sldMk cId="1444505345" sldId="316"/>
        </pc:sldMkLst>
      </pc:sldChg>
      <pc:sldChg chg="addSp delSp modSp new mod">
        <pc:chgData name="이진원" userId="3bd7cbf4-3df0-49eb-91af-e927c077234e" providerId="ADAL" clId="{887223BD-8D3B-43FF-9664-0A1B73139422}" dt="2025-04-30T09:36:53.618" v="3547" actId="1076"/>
        <pc:sldMkLst>
          <pc:docMk/>
          <pc:sldMk cId="4250191911" sldId="317"/>
        </pc:sldMkLst>
        <pc:spChg chg="del mod">
          <ac:chgData name="이진원" userId="3bd7cbf4-3df0-49eb-91af-e927c077234e" providerId="ADAL" clId="{887223BD-8D3B-43FF-9664-0A1B73139422}" dt="2025-04-29T17:09:06.100" v="2165" actId="478"/>
          <ac:spMkLst>
            <pc:docMk/>
            <pc:sldMk cId="4250191911" sldId="317"/>
            <ac:spMk id="2" creationId="{1A6826E2-30F7-E004-70CF-B578AA57B4E4}"/>
          </ac:spMkLst>
        </pc:spChg>
        <pc:spChg chg="del mod">
          <ac:chgData name="이진원" userId="3bd7cbf4-3df0-49eb-91af-e927c077234e" providerId="ADAL" clId="{887223BD-8D3B-43FF-9664-0A1B73139422}" dt="2025-04-29T17:09:06.100" v="2165" actId="478"/>
          <ac:spMkLst>
            <pc:docMk/>
            <pc:sldMk cId="4250191911" sldId="317"/>
            <ac:spMk id="3" creationId="{4366B5B9-C030-FB4B-F6D3-E62116B0357A}"/>
          </ac:spMkLst>
        </pc:spChg>
        <pc:picChg chg="add mod">
          <ac:chgData name="이진원" userId="3bd7cbf4-3df0-49eb-91af-e927c077234e" providerId="ADAL" clId="{887223BD-8D3B-43FF-9664-0A1B73139422}" dt="2025-04-30T09:36:52.030" v="3546" actId="1076"/>
          <ac:picMkLst>
            <pc:docMk/>
            <pc:sldMk cId="4250191911" sldId="317"/>
            <ac:picMk id="3" creationId="{647A8387-8C05-159C-CF06-60821FD8012A}"/>
          </ac:picMkLst>
        </pc:picChg>
        <pc:picChg chg="add del mod">
          <ac:chgData name="이진원" userId="3bd7cbf4-3df0-49eb-91af-e927c077234e" providerId="ADAL" clId="{887223BD-8D3B-43FF-9664-0A1B73139422}" dt="2025-04-30T09:35:53.310" v="3537" actId="478"/>
          <ac:picMkLst>
            <pc:docMk/>
            <pc:sldMk cId="4250191911" sldId="317"/>
            <ac:picMk id="5" creationId="{FE8E7236-A978-20F8-41DC-5D4140C3A116}"/>
          </ac:picMkLst>
        </pc:picChg>
        <pc:picChg chg="add mod">
          <ac:chgData name="이진원" userId="3bd7cbf4-3df0-49eb-91af-e927c077234e" providerId="ADAL" clId="{887223BD-8D3B-43FF-9664-0A1B73139422}" dt="2025-04-29T17:07:43.043" v="2145"/>
          <ac:picMkLst>
            <pc:docMk/>
            <pc:sldMk cId="4250191911" sldId="317"/>
            <ac:picMk id="6" creationId="{5B6FB539-AE5A-85BC-AEC6-E97F5DBE14DB}"/>
          </ac:picMkLst>
        </pc:picChg>
        <pc:picChg chg="add mod ord">
          <ac:chgData name="이진원" userId="3bd7cbf4-3df0-49eb-91af-e927c077234e" providerId="ADAL" clId="{887223BD-8D3B-43FF-9664-0A1B73139422}" dt="2025-04-30T09:36:53.618" v="3547" actId="1076"/>
          <ac:picMkLst>
            <pc:docMk/>
            <pc:sldMk cId="4250191911" sldId="317"/>
            <ac:picMk id="6" creationId="{8E74B84A-6177-5EB0-BF9D-F9F8BA9A3E06}"/>
          </ac:picMkLst>
        </pc:picChg>
        <pc:picChg chg="add mod">
          <ac:chgData name="이진원" userId="3bd7cbf4-3df0-49eb-91af-e927c077234e" providerId="ADAL" clId="{887223BD-8D3B-43FF-9664-0A1B73139422}" dt="2025-04-29T17:07:44.987" v="2150"/>
          <ac:picMkLst>
            <pc:docMk/>
            <pc:sldMk cId="4250191911" sldId="317"/>
            <ac:picMk id="7" creationId="{943EEDB8-3B68-0E39-70C5-B856F35F007F}"/>
          </ac:picMkLst>
        </pc:picChg>
        <pc:picChg chg="add del mod modCrop">
          <ac:chgData name="이진원" userId="3bd7cbf4-3df0-49eb-91af-e927c077234e" providerId="ADAL" clId="{887223BD-8D3B-43FF-9664-0A1B73139422}" dt="2025-04-30T09:36:20.057" v="3543" actId="478"/>
          <ac:picMkLst>
            <pc:docMk/>
            <pc:sldMk cId="4250191911" sldId="317"/>
            <ac:picMk id="9" creationId="{7399FD61-D2BC-BB84-2EB3-3DAA79453E39}"/>
          </ac:picMkLst>
        </pc:picChg>
        <pc:picChg chg="add mod">
          <ac:chgData name="이진원" userId="3bd7cbf4-3df0-49eb-91af-e927c077234e" providerId="ADAL" clId="{887223BD-8D3B-43FF-9664-0A1B73139422}" dt="2025-04-29T17:08:23.333" v="2159" actId="571"/>
          <ac:picMkLst>
            <pc:docMk/>
            <pc:sldMk cId="4250191911" sldId="317"/>
            <ac:picMk id="10" creationId="{38C35770-4EBB-661F-EEC2-F0D342F4C878}"/>
          </ac:picMkLst>
        </pc:picChg>
        <pc:picChg chg="add mod">
          <ac:chgData name="이진원" userId="3bd7cbf4-3df0-49eb-91af-e927c077234e" providerId="ADAL" clId="{887223BD-8D3B-43FF-9664-0A1B73139422}" dt="2025-04-29T17:08:23.333" v="2159" actId="571"/>
          <ac:picMkLst>
            <pc:docMk/>
            <pc:sldMk cId="4250191911" sldId="317"/>
            <ac:picMk id="11" creationId="{59593F0B-675C-0386-1C53-E7B9990F9D2E}"/>
          </ac:picMkLst>
        </pc:picChg>
      </pc:sldChg>
      <pc:sldChg chg="del">
        <pc:chgData name="이진원" userId="3bd7cbf4-3df0-49eb-91af-e927c077234e" providerId="ADAL" clId="{887223BD-8D3B-43FF-9664-0A1B73139422}" dt="2025-04-30T10:03:38.344" v="4357" actId="47"/>
        <pc:sldMkLst>
          <pc:docMk/>
          <pc:sldMk cId="3722113786" sldId="318"/>
        </pc:sldMkLst>
      </pc:sldChg>
      <pc:sldChg chg="del">
        <pc:chgData name="이진원" userId="3bd7cbf4-3df0-49eb-91af-e927c077234e" providerId="ADAL" clId="{887223BD-8D3B-43FF-9664-0A1B73139422}" dt="2025-04-30T10:08:02.995" v="4484" actId="47"/>
        <pc:sldMkLst>
          <pc:docMk/>
          <pc:sldMk cId="2406688692" sldId="319"/>
        </pc:sldMkLst>
      </pc:sldChg>
      <pc:sldChg chg="del">
        <pc:chgData name="이진원" userId="3bd7cbf4-3df0-49eb-91af-e927c077234e" providerId="ADAL" clId="{887223BD-8D3B-43FF-9664-0A1B73139422}" dt="2025-04-30T10:07:01.102" v="4446" actId="47"/>
        <pc:sldMkLst>
          <pc:docMk/>
          <pc:sldMk cId="929340174" sldId="320"/>
        </pc:sldMkLst>
      </pc:sldChg>
      <pc:sldChg chg="modSp del mod">
        <pc:chgData name="이진원" userId="3bd7cbf4-3df0-49eb-91af-e927c077234e" providerId="ADAL" clId="{887223BD-8D3B-43FF-9664-0A1B73139422}" dt="2025-04-30T09:16:05.996" v="2973" actId="47"/>
        <pc:sldMkLst>
          <pc:docMk/>
          <pc:sldMk cId="2487523757" sldId="321"/>
        </pc:sldMkLst>
        <pc:spChg chg="mod">
          <ac:chgData name="이진원" userId="3bd7cbf4-3df0-49eb-91af-e927c077234e" providerId="ADAL" clId="{887223BD-8D3B-43FF-9664-0A1B73139422}" dt="2025-04-30T09:14:59.492" v="2965"/>
          <ac:spMkLst>
            <pc:docMk/>
            <pc:sldMk cId="2487523757" sldId="321"/>
            <ac:spMk id="2" creationId="{5B5E2624-9437-D828-BE25-CD28CA0F1B4B}"/>
          </ac:spMkLst>
        </pc:spChg>
        <pc:spChg chg="mod">
          <ac:chgData name="이진원" userId="3bd7cbf4-3df0-49eb-91af-e927c077234e" providerId="ADAL" clId="{887223BD-8D3B-43FF-9664-0A1B73139422}" dt="2025-04-30T09:15:55.327" v="2971" actId="20577"/>
          <ac:spMkLst>
            <pc:docMk/>
            <pc:sldMk cId="2487523757" sldId="321"/>
            <ac:spMk id="3" creationId="{73C5830C-3F16-F3F5-E6B5-D5B7671AC187}"/>
          </ac:spMkLst>
        </pc:spChg>
      </pc:sldChg>
      <pc:sldChg chg="addSp delSp modSp mod">
        <pc:chgData name="이진원" userId="3bd7cbf4-3df0-49eb-91af-e927c077234e" providerId="ADAL" clId="{887223BD-8D3B-43FF-9664-0A1B73139422}" dt="2025-04-30T10:10:30.257" v="4505" actId="14100"/>
        <pc:sldMkLst>
          <pc:docMk/>
          <pc:sldMk cId="3454959999" sldId="322"/>
        </pc:sldMkLst>
        <pc:spChg chg="del mod">
          <ac:chgData name="이진원" userId="3bd7cbf4-3df0-49eb-91af-e927c077234e" providerId="ADAL" clId="{887223BD-8D3B-43FF-9664-0A1B73139422}" dt="2025-04-30T10:09:47.789" v="4497" actId="478"/>
          <ac:spMkLst>
            <pc:docMk/>
            <pc:sldMk cId="3454959999" sldId="322"/>
            <ac:spMk id="2" creationId="{250F3CE6-56B7-BAE6-88C5-B1ED851E1125}"/>
          </ac:spMkLst>
        </pc:spChg>
        <pc:spChg chg="del">
          <ac:chgData name="이진원" userId="3bd7cbf4-3df0-49eb-91af-e927c077234e" providerId="ADAL" clId="{887223BD-8D3B-43FF-9664-0A1B73139422}" dt="2025-04-30T10:09:47.789" v="4497" actId="478"/>
          <ac:spMkLst>
            <pc:docMk/>
            <pc:sldMk cId="3454959999" sldId="322"/>
            <ac:spMk id="3" creationId="{6C0E117E-96FF-01C0-61D0-1FB2892BF091}"/>
          </ac:spMkLst>
        </pc:spChg>
        <pc:spChg chg="add mod">
          <ac:chgData name="이진원" userId="3bd7cbf4-3df0-49eb-91af-e927c077234e" providerId="ADAL" clId="{887223BD-8D3B-43FF-9664-0A1B73139422}" dt="2025-04-30T10:10:16.131" v="4500" actId="208"/>
          <ac:spMkLst>
            <pc:docMk/>
            <pc:sldMk cId="3454959999" sldId="322"/>
            <ac:spMk id="5" creationId="{57F53A96-DF84-95A9-B74D-85F04266423B}"/>
          </ac:spMkLst>
        </pc:spChg>
        <pc:spChg chg="add mod">
          <ac:chgData name="이진원" userId="3bd7cbf4-3df0-49eb-91af-e927c077234e" providerId="ADAL" clId="{887223BD-8D3B-43FF-9664-0A1B73139422}" dt="2025-04-30T10:10:19.958" v="4501" actId="571"/>
          <ac:spMkLst>
            <pc:docMk/>
            <pc:sldMk cId="3454959999" sldId="322"/>
            <ac:spMk id="6" creationId="{6ABAEACB-AB13-21B8-759C-AFE5A0127D4B}"/>
          </ac:spMkLst>
        </pc:spChg>
        <pc:spChg chg="add mod">
          <ac:chgData name="이진원" userId="3bd7cbf4-3df0-49eb-91af-e927c077234e" providerId="ADAL" clId="{887223BD-8D3B-43FF-9664-0A1B73139422}" dt="2025-04-30T10:10:21.792" v="4503" actId="571"/>
          <ac:spMkLst>
            <pc:docMk/>
            <pc:sldMk cId="3454959999" sldId="322"/>
            <ac:spMk id="8" creationId="{36C5EC33-6049-E0A3-3A25-28F20947E489}"/>
          </ac:spMkLst>
        </pc:spChg>
        <pc:spChg chg="add mod">
          <ac:chgData name="이진원" userId="3bd7cbf4-3df0-49eb-91af-e927c077234e" providerId="ADAL" clId="{887223BD-8D3B-43FF-9664-0A1B73139422}" dt="2025-04-30T10:10:30.257" v="4505" actId="14100"/>
          <ac:spMkLst>
            <pc:docMk/>
            <pc:sldMk cId="3454959999" sldId="322"/>
            <ac:spMk id="9" creationId="{366E3EB2-2E03-4838-A6F9-578A51E7BF65}"/>
          </ac:spMkLst>
        </pc:spChg>
        <pc:picChg chg="add mod">
          <ac:chgData name="이진원" userId="3bd7cbf4-3df0-49eb-91af-e927c077234e" providerId="ADAL" clId="{887223BD-8D3B-43FF-9664-0A1B73139422}" dt="2025-04-30T10:10:21.792" v="4503" actId="571"/>
          <ac:picMkLst>
            <pc:docMk/>
            <pc:sldMk cId="3454959999" sldId="322"/>
            <ac:picMk id="7" creationId="{91B77A8B-CAA2-AFF9-CD2E-2A7D78BF151A}"/>
          </ac:picMkLst>
        </pc:picChg>
      </pc:sldChg>
      <pc:sldChg chg="addSp delSp modSp mod">
        <pc:chgData name="이진원" userId="3bd7cbf4-3df0-49eb-91af-e927c077234e" providerId="ADAL" clId="{887223BD-8D3B-43FF-9664-0A1B73139422}" dt="2025-04-30T10:11:25.098" v="4513" actId="14100"/>
        <pc:sldMkLst>
          <pc:docMk/>
          <pc:sldMk cId="854374154" sldId="323"/>
        </pc:sldMkLst>
        <pc:spChg chg="del mod">
          <ac:chgData name="이진원" userId="3bd7cbf4-3df0-49eb-91af-e927c077234e" providerId="ADAL" clId="{887223BD-8D3B-43FF-9664-0A1B73139422}" dt="2025-04-30T10:09:43.192" v="4496" actId="478"/>
          <ac:spMkLst>
            <pc:docMk/>
            <pc:sldMk cId="854374154" sldId="323"/>
            <ac:spMk id="2" creationId="{6A8BFACD-A4D4-EB50-9BBD-0F73D84FD0ED}"/>
          </ac:spMkLst>
        </pc:spChg>
        <pc:spChg chg="del">
          <ac:chgData name="이진원" userId="3bd7cbf4-3df0-49eb-91af-e927c077234e" providerId="ADAL" clId="{887223BD-8D3B-43FF-9664-0A1B73139422}" dt="2025-04-30T10:09:43.192" v="4496" actId="478"/>
          <ac:spMkLst>
            <pc:docMk/>
            <pc:sldMk cId="854374154" sldId="323"/>
            <ac:spMk id="3" creationId="{F11ECBFC-EA9F-FAFA-1935-FB05B104D7DC}"/>
          </ac:spMkLst>
        </pc:spChg>
        <pc:spChg chg="add mod">
          <ac:chgData name="이진원" userId="3bd7cbf4-3df0-49eb-91af-e927c077234e" providerId="ADAL" clId="{887223BD-8D3B-43FF-9664-0A1B73139422}" dt="2025-04-30T10:11:25.098" v="4513" actId="14100"/>
          <ac:spMkLst>
            <pc:docMk/>
            <pc:sldMk cId="854374154" sldId="323"/>
            <ac:spMk id="5" creationId="{94ED7BF1-C9D7-24CB-2D4B-1E79AA48E9AF}"/>
          </ac:spMkLst>
        </pc:spChg>
      </pc:sldChg>
      <pc:sldChg chg="modSp del mod">
        <pc:chgData name="이진원" userId="3bd7cbf4-3df0-49eb-91af-e927c077234e" providerId="ADAL" clId="{887223BD-8D3B-43FF-9664-0A1B73139422}" dt="2025-04-30T10:09:27.646" v="4495" actId="47"/>
        <pc:sldMkLst>
          <pc:docMk/>
          <pc:sldMk cId="135952935" sldId="324"/>
        </pc:sldMkLst>
        <pc:spChg chg="mod">
          <ac:chgData name="이진원" userId="3bd7cbf4-3df0-49eb-91af-e927c077234e" providerId="ADAL" clId="{887223BD-8D3B-43FF-9664-0A1B73139422}" dt="2025-04-30T09:04:08.302" v="2226" actId="27636"/>
          <ac:spMkLst>
            <pc:docMk/>
            <pc:sldMk cId="135952935" sldId="324"/>
            <ac:spMk id="2" creationId="{FC9AB979-122C-17E7-D340-74407552E22F}"/>
          </ac:spMkLst>
        </pc:spChg>
      </pc:sldChg>
      <pc:sldChg chg="modSp add del mod">
        <pc:chgData name="이진원" userId="3bd7cbf4-3df0-49eb-91af-e927c077234e" providerId="ADAL" clId="{887223BD-8D3B-43FF-9664-0A1B73139422}" dt="2025-04-30T09:16:22.451" v="2974" actId="47"/>
        <pc:sldMkLst>
          <pc:docMk/>
          <pc:sldMk cId="1807828859" sldId="325"/>
        </pc:sldMkLst>
        <pc:spChg chg="mod">
          <ac:chgData name="이진원" userId="3bd7cbf4-3df0-49eb-91af-e927c077234e" providerId="ADAL" clId="{887223BD-8D3B-43FF-9664-0A1B73139422}" dt="2025-04-30T09:09:52.125" v="2609" actId="20577"/>
          <ac:spMkLst>
            <pc:docMk/>
            <pc:sldMk cId="1807828859" sldId="325"/>
            <ac:spMk id="3" creationId="{6DB32327-E80C-E36D-E2ED-61025FBE28C7}"/>
          </ac:spMkLst>
        </pc:spChg>
      </pc:sldChg>
      <pc:sldChg chg="addSp modSp add mod">
        <pc:chgData name="이진원" userId="3bd7cbf4-3df0-49eb-91af-e927c077234e" providerId="ADAL" clId="{887223BD-8D3B-43FF-9664-0A1B73139422}" dt="2025-04-30T09:31:49.473" v="3477" actId="313"/>
        <pc:sldMkLst>
          <pc:docMk/>
          <pc:sldMk cId="120359169" sldId="326"/>
        </pc:sldMkLst>
        <pc:spChg chg="mod">
          <ac:chgData name="이진원" userId="3bd7cbf4-3df0-49eb-91af-e927c077234e" providerId="ADAL" clId="{887223BD-8D3B-43FF-9664-0A1B73139422}" dt="2025-04-30T09:31:48.054" v="3471" actId="20577"/>
          <ac:spMkLst>
            <pc:docMk/>
            <pc:sldMk cId="120359169" sldId="326"/>
            <ac:spMk id="2" creationId="{AA0ED311-5945-9E2B-FAEC-764E6B96D89B}"/>
          </ac:spMkLst>
        </pc:spChg>
        <pc:spChg chg="mod">
          <ac:chgData name="이진원" userId="3bd7cbf4-3df0-49eb-91af-e927c077234e" providerId="ADAL" clId="{887223BD-8D3B-43FF-9664-0A1B73139422}" dt="2025-04-30T09:31:49.473" v="3477" actId="313"/>
          <ac:spMkLst>
            <pc:docMk/>
            <pc:sldMk cId="120359169" sldId="326"/>
            <ac:spMk id="3" creationId="{3669A017-3A69-4F8F-3A8C-1B736D8855D2}"/>
          </ac:spMkLst>
        </pc:spChg>
        <pc:spChg chg="add mod">
          <ac:chgData name="이진원" userId="3bd7cbf4-3df0-49eb-91af-e927c077234e" providerId="ADAL" clId="{887223BD-8D3B-43FF-9664-0A1B73139422}" dt="2025-04-30T09:22:00.164" v="3191" actId="20577"/>
          <ac:spMkLst>
            <pc:docMk/>
            <pc:sldMk cId="120359169" sldId="326"/>
            <ac:spMk id="4" creationId="{10E3F19E-1C8E-D75A-6E0D-27B5DED5F781}"/>
          </ac:spMkLst>
        </pc:spChg>
      </pc:sldChg>
      <pc:sldChg chg="modSp add mod">
        <pc:chgData name="이진원" userId="3bd7cbf4-3df0-49eb-91af-e927c077234e" providerId="ADAL" clId="{887223BD-8D3B-43FF-9664-0A1B73139422}" dt="2025-04-30T09:31:36.420" v="3457" actId="20577"/>
        <pc:sldMkLst>
          <pc:docMk/>
          <pc:sldMk cId="2776933356" sldId="327"/>
        </pc:sldMkLst>
        <pc:spChg chg="mod">
          <ac:chgData name="이진원" userId="3bd7cbf4-3df0-49eb-91af-e927c077234e" providerId="ADAL" clId="{887223BD-8D3B-43FF-9664-0A1B73139422}" dt="2025-04-30T09:31:36.420" v="3457" actId="20577"/>
          <ac:spMkLst>
            <pc:docMk/>
            <pc:sldMk cId="2776933356" sldId="327"/>
            <ac:spMk id="2" creationId="{721056B5-96B7-31C6-77F9-D9D70C4BF6EE}"/>
          </ac:spMkLst>
        </pc:spChg>
      </pc:sldChg>
      <pc:sldChg chg="addSp delSp modSp add mod">
        <pc:chgData name="이진원" userId="3bd7cbf4-3df0-49eb-91af-e927c077234e" providerId="ADAL" clId="{887223BD-8D3B-43FF-9664-0A1B73139422}" dt="2025-04-30T09:32:57.660" v="3520" actId="1076"/>
        <pc:sldMkLst>
          <pc:docMk/>
          <pc:sldMk cId="3715890591" sldId="328"/>
        </pc:sldMkLst>
        <pc:spChg chg="mod">
          <ac:chgData name="이진원" userId="3bd7cbf4-3df0-49eb-91af-e927c077234e" providerId="ADAL" clId="{887223BD-8D3B-43FF-9664-0A1B73139422}" dt="2025-04-30T09:24:29.897" v="3302" actId="20577"/>
          <ac:spMkLst>
            <pc:docMk/>
            <pc:sldMk cId="3715890591" sldId="328"/>
            <ac:spMk id="2" creationId="{BAFF7C9D-830D-02E3-9D9D-345982309C51}"/>
          </ac:spMkLst>
        </pc:spChg>
        <pc:spChg chg="add del mod">
          <ac:chgData name="이진원" userId="3bd7cbf4-3df0-49eb-91af-e927c077234e" providerId="ADAL" clId="{887223BD-8D3B-43FF-9664-0A1B73139422}" dt="2025-04-30T09:26:23.517" v="3364" actId="478"/>
          <ac:spMkLst>
            <pc:docMk/>
            <pc:sldMk cId="3715890591" sldId="328"/>
            <ac:spMk id="3" creationId="{E8B724DA-D3E6-431E-0EFA-21A1860988F6}"/>
          </ac:spMkLst>
        </pc:spChg>
        <pc:spChg chg="add del mod">
          <ac:chgData name="이진원" userId="3bd7cbf4-3df0-49eb-91af-e927c077234e" providerId="ADAL" clId="{887223BD-8D3B-43FF-9664-0A1B73139422}" dt="2025-04-30T09:26:26.040" v="3365" actId="478"/>
          <ac:spMkLst>
            <pc:docMk/>
            <pc:sldMk cId="3715890591" sldId="328"/>
            <ac:spMk id="6" creationId="{8CEFC1B5-010F-5751-9358-81025A7B7526}"/>
          </ac:spMkLst>
        </pc:spChg>
        <pc:spChg chg="add mod">
          <ac:chgData name="이진원" userId="3bd7cbf4-3df0-49eb-91af-e927c077234e" providerId="ADAL" clId="{887223BD-8D3B-43FF-9664-0A1B73139422}" dt="2025-04-30T09:32:57.660" v="3520" actId="1076"/>
          <ac:spMkLst>
            <pc:docMk/>
            <pc:sldMk cId="3715890591" sldId="328"/>
            <ac:spMk id="8" creationId="{BDECFD2B-9EA5-A840-915B-9A63777A35A3}"/>
          </ac:spMkLst>
        </pc:spChg>
        <pc:spChg chg="add mod">
          <ac:chgData name="이진원" userId="3bd7cbf4-3df0-49eb-91af-e927c077234e" providerId="ADAL" clId="{887223BD-8D3B-43FF-9664-0A1B73139422}" dt="2025-04-30T09:32:57.660" v="3520" actId="1076"/>
          <ac:spMkLst>
            <pc:docMk/>
            <pc:sldMk cId="3715890591" sldId="328"/>
            <ac:spMk id="9" creationId="{1399DEDD-1319-0B95-5C15-D5819B609782}"/>
          </ac:spMkLst>
        </pc:spChg>
        <pc:spChg chg="add mod ord">
          <ac:chgData name="이진원" userId="3bd7cbf4-3df0-49eb-91af-e927c077234e" providerId="ADAL" clId="{887223BD-8D3B-43FF-9664-0A1B73139422}" dt="2025-04-30T09:32:46.682" v="3519" actId="20577"/>
          <ac:spMkLst>
            <pc:docMk/>
            <pc:sldMk cId="3715890591" sldId="328"/>
            <ac:spMk id="10" creationId="{F550F9FC-8AED-17B5-E8BC-AB8B863A65E5}"/>
          </ac:spMkLst>
        </pc:spChg>
        <pc:graphicFrameChg chg="add mod modGraphic">
          <ac:chgData name="이진원" userId="3bd7cbf4-3df0-49eb-91af-e927c077234e" providerId="ADAL" clId="{887223BD-8D3B-43FF-9664-0A1B73139422}" dt="2025-04-30T09:32:57.660" v="3520" actId="1076"/>
          <ac:graphicFrameMkLst>
            <pc:docMk/>
            <pc:sldMk cId="3715890591" sldId="328"/>
            <ac:graphicFrameMk id="4" creationId="{A7F3D97F-2956-2E85-1806-C5159B573067}"/>
          </ac:graphicFrameMkLst>
        </pc:graphicFrameChg>
        <pc:graphicFrameChg chg="add mod">
          <ac:chgData name="이진원" userId="3bd7cbf4-3df0-49eb-91af-e927c077234e" providerId="ADAL" clId="{887223BD-8D3B-43FF-9664-0A1B73139422}" dt="2025-04-30T09:32:57.660" v="3520" actId="1076"/>
          <ac:graphicFrameMkLst>
            <pc:docMk/>
            <pc:sldMk cId="3715890591" sldId="328"/>
            <ac:graphicFrameMk id="7" creationId="{ADF3D5E6-3D91-C170-C4E7-2C55933FD36D}"/>
          </ac:graphicFrameMkLst>
        </pc:graphicFrameChg>
      </pc:sldChg>
      <pc:sldChg chg="addSp delSp modSp new mod">
        <pc:chgData name="이진원" userId="3bd7cbf4-3df0-49eb-91af-e927c077234e" providerId="ADAL" clId="{887223BD-8D3B-43FF-9664-0A1B73139422}" dt="2025-04-30T09:41:40.186" v="3660" actId="20577"/>
        <pc:sldMkLst>
          <pc:docMk/>
          <pc:sldMk cId="3563426422" sldId="329"/>
        </pc:sldMkLst>
        <pc:spChg chg="mod">
          <ac:chgData name="이진원" userId="3bd7cbf4-3df0-49eb-91af-e927c077234e" providerId="ADAL" clId="{887223BD-8D3B-43FF-9664-0A1B73139422}" dt="2025-04-30T09:40:54.587" v="3647" actId="20577"/>
          <ac:spMkLst>
            <pc:docMk/>
            <pc:sldMk cId="3563426422" sldId="329"/>
            <ac:spMk id="2" creationId="{0AAD818F-7AD0-1423-6FD6-42F160869423}"/>
          </ac:spMkLst>
        </pc:spChg>
        <pc:spChg chg="del mod">
          <ac:chgData name="이진원" userId="3bd7cbf4-3df0-49eb-91af-e927c077234e" providerId="ADAL" clId="{887223BD-8D3B-43FF-9664-0A1B73139422}" dt="2025-04-30T09:38:29.687" v="3559" actId="12084"/>
          <ac:spMkLst>
            <pc:docMk/>
            <pc:sldMk cId="3563426422" sldId="329"/>
            <ac:spMk id="3" creationId="{EA930AC5-9913-DA76-909E-751756C0E7E6}"/>
          </ac:spMkLst>
        </pc:spChg>
        <pc:graphicFrameChg chg="add mod">
          <ac:chgData name="이진원" userId="3bd7cbf4-3df0-49eb-91af-e927c077234e" providerId="ADAL" clId="{887223BD-8D3B-43FF-9664-0A1B73139422}" dt="2025-04-30T09:41:40.186" v="3660" actId="20577"/>
          <ac:graphicFrameMkLst>
            <pc:docMk/>
            <pc:sldMk cId="3563426422" sldId="329"/>
            <ac:graphicFrameMk id="4" creationId="{F9B8CA93-69F3-4C26-B7E8-213CF1BFCA57}"/>
          </ac:graphicFrameMkLst>
        </pc:graphicFrameChg>
      </pc:sldChg>
      <pc:sldChg chg="modSp add mod">
        <pc:chgData name="이진원" userId="3bd7cbf4-3df0-49eb-91af-e927c077234e" providerId="ADAL" clId="{887223BD-8D3B-43FF-9664-0A1B73139422}" dt="2025-04-30T09:56:07.345" v="4025" actId="207"/>
        <pc:sldMkLst>
          <pc:docMk/>
          <pc:sldMk cId="1460048140" sldId="330"/>
        </pc:sldMkLst>
        <pc:spChg chg="mod">
          <ac:chgData name="이진원" userId="3bd7cbf4-3df0-49eb-91af-e927c077234e" providerId="ADAL" clId="{887223BD-8D3B-43FF-9664-0A1B73139422}" dt="2025-04-30T09:56:07.345" v="4025" actId="207"/>
          <ac:spMkLst>
            <pc:docMk/>
            <pc:sldMk cId="1460048140" sldId="330"/>
            <ac:spMk id="3" creationId="{56ADDDE7-7FCA-75FA-35DE-00BC8BD0C5F0}"/>
          </ac:spMkLst>
        </pc:spChg>
      </pc:sldChg>
      <pc:sldChg chg="modSp add mod">
        <pc:chgData name="이진원" userId="3bd7cbf4-3df0-49eb-91af-e927c077234e" providerId="ADAL" clId="{887223BD-8D3B-43FF-9664-0A1B73139422}" dt="2025-04-30T09:58:29.136" v="4120"/>
        <pc:sldMkLst>
          <pc:docMk/>
          <pc:sldMk cId="3250549007" sldId="331"/>
        </pc:sldMkLst>
        <pc:spChg chg="mod">
          <ac:chgData name="이진원" userId="3bd7cbf4-3df0-49eb-91af-e927c077234e" providerId="ADAL" clId="{887223BD-8D3B-43FF-9664-0A1B73139422}" dt="2025-04-30T09:57:15.362" v="4074"/>
          <ac:spMkLst>
            <pc:docMk/>
            <pc:sldMk cId="3250549007" sldId="331"/>
            <ac:spMk id="2" creationId="{9B1136ED-28CF-5363-A4DD-3FBB5B23838A}"/>
          </ac:spMkLst>
        </pc:spChg>
        <pc:spChg chg="mod">
          <ac:chgData name="이진원" userId="3bd7cbf4-3df0-49eb-91af-e927c077234e" providerId="ADAL" clId="{887223BD-8D3B-43FF-9664-0A1B73139422}" dt="2025-04-30T09:58:29.136" v="4120"/>
          <ac:spMkLst>
            <pc:docMk/>
            <pc:sldMk cId="3250549007" sldId="331"/>
            <ac:spMk id="3" creationId="{0BE849BA-6786-E7A2-4F2B-9B7AD97815B7}"/>
          </ac:spMkLst>
        </pc:spChg>
      </pc:sldChg>
      <pc:sldChg chg="modSp add mod">
        <pc:chgData name="이진원" userId="3bd7cbf4-3df0-49eb-91af-e927c077234e" providerId="ADAL" clId="{887223BD-8D3B-43FF-9664-0A1B73139422}" dt="2025-04-30T10:08:58.017" v="4494" actId="20577"/>
        <pc:sldMkLst>
          <pc:docMk/>
          <pc:sldMk cId="2027205567" sldId="332"/>
        </pc:sldMkLst>
        <pc:spChg chg="mod">
          <ac:chgData name="이진원" userId="3bd7cbf4-3df0-49eb-91af-e927c077234e" providerId="ADAL" clId="{887223BD-8D3B-43FF-9664-0A1B73139422}" dt="2025-04-30T10:08:58.017" v="4494" actId="20577"/>
          <ac:spMkLst>
            <pc:docMk/>
            <pc:sldMk cId="2027205567" sldId="332"/>
            <ac:spMk id="3" creationId="{FC87B30E-DF6F-B2EC-CFBC-B3A82C9BA3DD}"/>
          </ac:spMkLst>
        </pc:spChg>
      </pc:sldChg>
      <pc:sldChg chg="addSp modSp add del mod">
        <pc:chgData name="이진원" userId="3bd7cbf4-3df0-49eb-91af-e927c077234e" providerId="ADAL" clId="{887223BD-8D3B-43FF-9664-0A1B73139422}" dt="2025-04-30T10:06:55.893" v="4445" actId="47"/>
        <pc:sldMkLst>
          <pc:docMk/>
          <pc:sldMk cId="3189529352" sldId="333"/>
        </pc:sldMkLst>
        <pc:spChg chg="mod">
          <ac:chgData name="이진원" userId="3bd7cbf4-3df0-49eb-91af-e927c077234e" providerId="ADAL" clId="{887223BD-8D3B-43FF-9664-0A1B73139422}" dt="2025-04-30T10:05:04.092" v="4390" actId="27636"/>
          <ac:spMkLst>
            <pc:docMk/>
            <pc:sldMk cId="3189529352" sldId="333"/>
            <ac:spMk id="3" creationId="{23AC548F-8F03-6580-53E2-3336D5757611}"/>
          </ac:spMkLst>
        </pc:spChg>
        <pc:spChg chg="add mod">
          <ac:chgData name="이진원" userId="3bd7cbf4-3df0-49eb-91af-e927c077234e" providerId="ADAL" clId="{887223BD-8D3B-43FF-9664-0A1B73139422}" dt="2025-04-30T10:04:48.801" v="4383" actId="27636"/>
          <ac:spMkLst>
            <pc:docMk/>
            <pc:sldMk cId="3189529352" sldId="333"/>
            <ac:spMk id="4" creationId="{8523814A-4815-5FE9-867C-E62354AC4AB0}"/>
          </ac:spMkLst>
        </pc:spChg>
        <pc:spChg chg="add mod">
          <ac:chgData name="이진원" userId="3bd7cbf4-3df0-49eb-91af-e927c077234e" providerId="ADAL" clId="{887223BD-8D3B-43FF-9664-0A1B73139422}" dt="2025-04-30T10:04:54.555" v="4388" actId="6549"/>
          <ac:spMkLst>
            <pc:docMk/>
            <pc:sldMk cId="3189529352" sldId="333"/>
            <ac:spMk id="5" creationId="{455AB35F-04F1-FCCE-A3D4-C64D8F9485D4}"/>
          </ac:spMkLst>
        </pc:spChg>
      </pc:sldChg>
      <pc:sldChg chg="modSp add mod">
        <pc:chgData name="이진원" userId="3bd7cbf4-3df0-49eb-91af-e927c077234e" providerId="ADAL" clId="{887223BD-8D3B-43FF-9664-0A1B73139422}" dt="2025-04-30T10:05:50.680" v="4408" actId="207"/>
        <pc:sldMkLst>
          <pc:docMk/>
          <pc:sldMk cId="824876293" sldId="334"/>
        </pc:sldMkLst>
        <pc:spChg chg="mod">
          <ac:chgData name="이진원" userId="3bd7cbf4-3df0-49eb-91af-e927c077234e" providerId="ADAL" clId="{887223BD-8D3B-43FF-9664-0A1B73139422}" dt="2025-04-30T10:05:50.680" v="4408" actId="207"/>
          <ac:spMkLst>
            <pc:docMk/>
            <pc:sldMk cId="824876293" sldId="334"/>
            <ac:spMk id="3" creationId="{CB3CC30E-EAB6-0E6E-004C-1FEC7E6E4628}"/>
          </ac:spMkLst>
        </pc:spChg>
      </pc:sldChg>
      <pc:sldChg chg="modSp add mod">
        <pc:chgData name="이진원" userId="3bd7cbf4-3df0-49eb-91af-e927c077234e" providerId="ADAL" clId="{887223BD-8D3B-43FF-9664-0A1B73139422}" dt="2025-04-30T10:06:32.358" v="4424" actId="207"/>
        <pc:sldMkLst>
          <pc:docMk/>
          <pc:sldMk cId="3687801265" sldId="335"/>
        </pc:sldMkLst>
        <pc:spChg chg="mod">
          <ac:chgData name="이진원" userId="3bd7cbf4-3df0-49eb-91af-e927c077234e" providerId="ADAL" clId="{887223BD-8D3B-43FF-9664-0A1B73139422}" dt="2025-04-30T10:06:32.358" v="4424" actId="207"/>
          <ac:spMkLst>
            <pc:docMk/>
            <pc:sldMk cId="3687801265" sldId="335"/>
            <ac:spMk id="3" creationId="{2D1F6C4C-3CC1-6872-2AFB-A86450A1B59C}"/>
          </ac:spMkLst>
        </pc:spChg>
      </pc:sldChg>
      <pc:sldChg chg="modSp add mod">
        <pc:chgData name="이진원" userId="3bd7cbf4-3df0-49eb-91af-e927c077234e" providerId="ADAL" clId="{887223BD-8D3B-43FF-9664-0A1B73139422}" dt="2025-04-30T10:06:52.851" v="4444" actId="207"/>
        <pc:sldMkLst>
          <pc:docMk/>
          <pc:sldMk cId="4198250366" sldId="336"/>
        </pc:sldMkLst>
        <pc:spChg chg="mod">
          <ac:chgData name="이진원" userId="3bd7cbf4-3df0-49eb-91af-e927c077234e" providerId="ADAL" clId="{887223BD-8D3B-43FF-9664-0A1B73139422}" dt="2025-04-30T10:06:52.851" v="4444" actId="207"/>
          <ac:spMkLst>
            <pc:docMk/>
            <pc:sldMk cId="4198250366" sldId="336"/>
            <ac:spMk id="3" creationId="{6A1F3B82-C099-F10C-2B20-EE73092D6479}"/>
          </ac:spMkLst>
        </pc:spChg>
      </pc:sldChg>
      <pc:sldChg chg="modSp add mod">
        <pc:chgData name="이진원" userId="3bd7cbf4-3df0-49eb-91af-e927c077234e" providerId="ADAL" clId="{887223BD-8D3B-43FF-9664-0A1B73139422}" dt="2025-04-30T10:08:29.741" v="4490" actId="207"/>
        <pc:sldMkLst>
          <pc:docMk/>
          <pc:sldMk cId="3502260548" sldId="337"/>
        </pc:sldMkLst>
        <pc:spChg chg="mod">
          <ac:chgData name="이진원" userId="3bd7cbf4-3df0-49eb-91af-e927c077234e" providerId="ADAL" clId="{887223BD-8D3B-43FF-9664-0A1B73139422}" dt="2025-04-30T10:08:29.741" v="4490" actId="207"/>
          <ac:spMkLst>
            <pc:docMk/>
            <pc:sldMk cId="3502260548" sldId="337"/>
            <ac:spMk id="3" creationId="{E2875D62-9D6E-B078-A8FD-92AF35DAAEC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2E0768-F160-4FF6-AE57-93CDC2BB7767}" type="doc">
      <dgm:prSet loTypeId="urn:microsoft.com/office/officeart/2005/8/layout/orgChart1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pPr latinLnBrk="1"/>
          <a:endParaRPr lang="ko-KR" altLang="en-US"/>
        </a:p>
      </dgm:t>
    </dgm:pt>
    <dgm:pt modelId="{80486F56-BA2A-47D7-8835-DB7E713DDC13}">
      <dgm:prSet phldrT="[텍스트]"/>
      <dgm:spPr/>
      <dgm:t>
        <a:bodyPr/>
        <a:lstStyle/>
        <a:p>
          <a:pPr latinLnBrk="1"/>
          <a:r>
            <a:rPr lang="en-US" altLang="ko-KR" dirty="0"/>
            <a:t>1</a:t>
          </a:r>
          <a:endParaRPr lang="ko-KR" altLang="en-US" dirty="0"/>
        </a:p>
      </dgm:t>
    </dgm:pt>
    <dgm:pt modelId="{8133DA7F-5487-4BBB-8387-A18F2F415EC3}" type="parTrans" cxnId="{D8DAEB24-471B-4DED-8DCA-596CEB0C4AC9}">
      <dgm:prSet/>
      <dgm:spPr/>
      <dgm:t>
        <a:bodyPr/>
        <a:lstStyle/>
        <a:p>
          <a:pPr latinLnBrk="1"/>
          <a:endParaRPr lang="ko-KR" altLang="en-US"/>
        </a:p>
      </dgm:t>
    </dgm:pt>
    <dgm:pt modelId="{E12FCDC7-93B2-4876-8E58-6812FD5C03BD}" type="sibTrans" cxnId="{D8DAEB24-471B-4DED-8DCA-596CEB0C4AC9}">
      <dgm:prSet/>
      <dgm:spPr/>
      <dgm:t>
        <a:bodyPr/>
        <a:lstStyle/>
        <a:p>
          <a:pPr latinLnBrk="1"/>
          <a:endParaRPr lang="ko-KR" altLang="en-US"/>
        </a:p>
      </dgm:t>
    </dgm:pt>
    <dgm:pt modelId="{AFF26930-7BB4-4693-96BB-7BDD01451FC7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0B106115-5D37-494A-B768-BE26FE6F2DE7}" type="parTrans" cxnId="{0FE77587-B37D-4B50-AE6B-2B4BE092BB72}">
      <dgm:prSet/>
      <dgm:spPr/>
      <dgm:t>
        <a:bodyPr/>
        <a:lstStyle/>
        <a:p>
          <a:pPr latinLnBrk="1"/>
          <a:endParaRPr lang="ko-KR" altLang="en-US"/>
        </a:p>
      </dgm:t>
    </dgm:pt>
    <dgm:pt modelId="{02643770-0546-4385-B843-25EAA9FFC47D}" type="sibTrans" cxnId="{0FE77587-B37D-4B50-AE6B-2B4BE092BB72}">
      <dgm:prSet/>
      <dgm:spPr/>
      <dgm:t>
        <a:bodyPr/>
        <a:lstStyle/>
        <a:p>
          <a:pPr latinLnBrk="1"/>
          <a:endParaRPr lang="ko-KR" altLang="en-US"/>
        </a:p>
      </dgm:t>
    </dgm:pt>
    <dgm:pt modelId="{2FAF86EC-4263-4555-B9B1-F71E418DCB87}">
      <dgm:prSet phldrT="[텍스트]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45B7E010-4659-47F9-B78F-637B98CFFAAD}" type="parTrans" cxnId="{435A32EB-CBF7-494E-B503-CBDD83668A90}">
      <dgm:prSet/>
      <dgm:spPr/>
      <dgm:t>
        <a:bodyPr/>
        <a:lstStyle/>
        <a:p>
          <a:pPr latinLnBrk="1"/>
          <a:endParaRPr lang="ko-KR" altLang="en-US"/>
        </a:p>
      </dgm:t>
    </dgm:pt>
    <dgm:pt modelId="{2CC6BEE6-E698-4CBD-A51E-F74990B02589}" type="sibTrans" cxnId="{435A32EB-CBF7-494E-B503-CBDD83668A90}">
      <dgm:prSet/>
      <dgm:spPr/>
      <dgm:t>
        <a:bodyPr/>
        <a:lstStyle/>
        <a:p>
          <a:pPr latinLnBrk="1"/>
          <a:endParaRPr lang="ko-KR" altLang="en-US"/>
        </a:p>
      </dgm:t>
    </dgm:pt>
    <dgm:pt modelId="{A0791F0F-8051-417C-9747-6C4C7FA27A71}">
      <dgm:prSet phldrT="[텍스트]"/>
      <dgm:spPr/>
      <dgm:t>
        <a:bodyPr/>
        <a:lstStyle/>
        <a:p>
          <a:pPr latinLnBrk="1"/>
          <a:r>
            <a:rPr lang="en-US" altLang="ko-KR" dirty="0"/>
            <a:t>4</a:t>
          </a:r>
          <a:endParaRPr lang="ko-KR" altLang="en-US" dirty="0"/>
        </a:p>
      </dgm:t>
    </dgm:pt>
    <dgm:pt modelId="{518A6E3B-A5F7-436B-90AE-83E6999D7A56}" type="parTrans" cxnId="{464BC10F-4063-4693-9D9C-6BDBA8EEAE38}">
      <dgm:prSet/>
      <dgm:spPr/>
      <dgm:t>
        <a:bodyPr/>
        <a:lstStyle/>
        <a:p>
          <a:pPr latinLnBrk="1"/>
          <a:endParaRPr lang="ko-KR" altLang="en-US"/>
        </a:p>
      </dgm:t>
    </dgm:pt>
    <dgm:pt modelId="{5C8C1D4C-E8B2-474F-AD30-C3501D87CA29}" type="sibTrans" cxnId="{464BC10F-4063-4693-9D9C-6BDBA8EEAE38}">
      <dgm:prSet/>
      <dgm:spPr/>
      <dgm:t>
        <a:bodyPr/>
        <a:lstStyle/>
        <a:p>
          <a:pPr latinLnBrk="1"/>
          <a:endParaRPr lang="ko-KR" altLang="en-US"/>
        </a:p>
      </dgm:t>
    </dgm:pt>
    <dgm:pt modelId="{8254FB42-9D93-4295-9D93-CC66E3C685FD}">
      <dgm:prSet phldrT="[텍스트]"/>
      <dgm:spPr/>
      <dgm:t>
        <a:bodyPr/>
        <a:lstStyle/>
        <a:p>
          <a:pPr latinLnBrk="1"/>
          <a:r>
            <a:rPr lang="en-US" altLang="ko-KR" dirty="0"/>
            <a:t>7</a:t>
          </a:r>
          <a:endParaRPr lang="ko-KR" altLang="en-US" dirty="0"/>
        </a:p>
      </dgm:t>
    </dgm:pt>
    <dgm:pt modelId="{11D9F73D-C4DE-4A12-B8B9-145381FBA9ED}" type="parTrans" cxnId="{ACCB1417-0446-427B-A306-7BEF6A492BAA}">
      <dgm:prSet/>
      <dgm:spPr/>
      <dgm:t>
        <a:bodyPr/>
        <a:lstStyle/>
        <a:p>
          <a:pPr latinLnBrk="1"/>
          <a:endParaRPr lang="ko-KR" altLang="en-US"/>
        </a:p>
      </dgm:t>
    </dgm:pt>
    <dgm:pt modelId="{231509B7-9341-4DD8-936F-D92B6B8E762F}" type="sibTrans" cxnId="{ACCB1417-0446-427B-A306-7BEF6A492BAA}">
      <dgm:prSet/>
      <dgm:spPr/>
      <dgm:t>
        <a:bodyPr/>
        <a:lstStyle/>
        <a:p>
          <a:pPr latinLnBrk="1"/>
          <a:endParaRPr lang="ko-KR" altLang="en-US"/>
        </a:p>
      </dgm:t>
    </dgm:pt>
    <dgm:pt modelId="{AD2A427E-3C81-486F-847E-A4A23C0C1C7A}">
      <dgm:prSet phldrT="[텍스트]"/>
      <dgm:spPr/>
      <dgm:t>
        <a:bodyPr/>
        <a:lstStyle/>
        <a:p>
          <a:pPr latinLnBrk="1"/>
          <a:r>
            <a:rPr lang="en-US" altLang="ko-KR" dirty="0"/>
            <a:t>8</a:t>
          </a:r>
          <a:endParaRPr lang="ko-KR" altLang="en-US" dirty="0"/>
        </a:p>
      </dgm:t>
    </dgm:pt>
    <dgm:pt modelId="{A80E1364-93D4-48CF-AF0E-8EA1CE1BDB55}" type="parTrans" cxnId="{7B5698F9-46B4-47C1-85EF-9913CF3D459F}">
      <dgm:prSet/>
      <dgm:spPr/>
      <dgm:t>
        <a:bodyPr/>
        <a:lstStyle/>
        <a:p>
          <a:pPr latinLnBrk="1"/>
          <a:endParaRPr lang="ko-KR" altLang="en-US"/>
        </a:p>
      </dgm:t>
    </dgm:pt>
    <dgm:pt modelId="{337B2A23-543A-4DF8-BA39-FE0362CA93B3}" type="sibTrans" cxnId="{7B5698F9-46B4-47C1-85EF-9913CF3D459F}">
      <dgm:prSet/>
      <dgm:spPr/>
      <dgm:t>
        <a:bodyPr/>
        <a:lstStyle/>
        <a:p>
          <a:pPr latinLnBrk="1"/>
          <a:endParaRPr lang="ko-KR" altLang="en-US"/>
        </a:p>
      </dgm:t>
    </dgm:pt>
    <dgm:pt modelId="{F0670EF8-38FE-4FB6-9459-24CD9C0CBE55}">
      <dgm:prSet phldrT="[텍스트]"/>
      <dgm:spPr/>
      <dgm:t>
        <a:bodyPr/>
        <a:lstStyle/>
        <a:p>
          <a:pPr latinLnBrk="1"/>
          <a:r>
            <a:rPr lang="en-US" altLang="ko-KR" dirty="0"/>
            <a:t>5</a:t>
          </a:r>
          <a:endParaRPr lang="ko-KR" altLang="en-US" dirty="0"/>
        </a:p>
      </dgm:t>
    </dgm:pt>
    <dgm:pt modelId="{1B06AC4B-5AFB-4ACB-8B16-D7298E58BDCD}" type="sibTrans" cxnId="{7EB975E0-BE44-4514-B193-6680F623A78E}">
      <dgm:prSet/>
      <dgm:spPr/>
      <dgm:t>
        <a:bodyPr/>
        <a:lstStyle/>
        <a:p>
          <a:pPr latinLnBrk="1"/>
          <a:endParaRPr lang="ko-KR" altLang="en-US"/>
        </a:p>
      </dgm:t>
    </dgm:pt>
    <dgm:pt modelId="{7FC8266D-4C95-4724-AEB2-FD31040230D4}" type="parTrans" cxnId="{7EB975E0-BE44-4514-B193-6680F623A78E}">
      <dgm:prSet/>
      <dgm:spPr/>
      <dgm:t>
        <a:bodyPr/>
        <a:lstStyle/>
        <a:p>
          <a:pPr latinLnBrk="1"/>
          <a:endParaRPr lang="ko-KR" altLang="en-US"/>
        </a:p>
      </dgm:t>
    </dgm:pt>
    <dgm:pt modelId="{0DAA4FD8-AF75-4E6D-A78C-3545940112A4}">
      <dgm:prSet phldrT="[텍스트]"/>
      <dgm:spPr/>
      <dgm:t>
        <a:bodyPr/>
        <a:lstStyle/>
        <a:p>
          <a:pPr latinLnBrk="1"/>
          <a:r>
            <a:rPr lang="en-US" altLang="ko-KR" dirty="0"/>
            <a:t>6</a:t>
          </a:r>
          <a:endParaRPr lang="ko-KR" altLang="en-US" dirty="0"/>
        </a:p>
      </dgm:t>
    </dgm:pt>
    <dgm:pt modelId="{8C10842D-381C-430A-B51C-BE692F6B6D84}" type="sibTrans" cxnId="{CCCE6A67-3005-492A-9383-3634162A675B}">
      <dgm:prSet/>
      <dgm:spPr/>
      <dgm:t>
        <a:bodyPr/>
        <a:lstStyle/>
        <a:p>
          <a:pPr latinLnBrk="1"/>
          <a:endParaRPr lang="ko-KR" altLang="en-US"/>
        </a:p>
      </dgm:t>
    </dgm:pt>
    <dgm:pt modelId="{8ADC4B4D-4857-4C4B-8A48-1D8F60EA6F2A}" type="parTrans" cxnId="{CCCE6A67-3005-492A-9383-3634162A675B}">
      <dgm:prSet/>
      <dgm:spPr/>
      <dgm:t>
        <a:bodyPr/>
        <a:lstStyle/>
        <a:p>
          <a:pPr latinLnBrk="1"/>
          <a:endParaRPr lang="ko-KR" altLang="en-US"/>
        </a:p>
      </dgm:t>
    </dgm:pt>
    <dgm:pt modelId="{F60219C4-C255-4944-94D4-CA4D3DAF3886}" type="pres">
      <dgm:prSet presAssocID="{F62E0768-F160-4FF6-AE57-93CDC2BB776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2094116-FB59-4A32-B7C7-B496C152F43A}" type="pres">
      <dgm:prSet presAssocID="{80486F56-BA2A-47D7-8835-DB7E713DDC13}" presName="hierRoot1" presStyleCnt="0">
        <dgm:presLayoutVars>
          <dgm:hierBranch val="init"/>
        </dgm:presLayoutVars>
      </dgm:prSet>
      <dgm:spPr/>
    </dgm:pt>
    <dgm:pt modelId="{00AD8416-F9DB-4AA5-B6AA-C7D4E3AAEF69}" type="pres">
      <dgm:prSet presAssocID="{80486F56-BA2A-47D7-8835-DB7E713DDC13}" presName="rootComposite1" presStyleCnt="0"/>
      <dgm:spPr/>
    </dgm:pt>
    <dgm:pt modelId="{381F35DF-071B-4680-AEB8-629CF2EA7E70}" type="pres">
      <dgm:prSet presAssocID="{80486F56-BA2A-47D7-8835-DB7E713DDC13}" presName="rootText1" presStyleLbl="node0" presStyleIdx="0" presStyleCnt="4">
        <dgm:presLayoutVars>
          <dgm:chPref val="3"/>
        </dgm:presLayoutVars>
      </dgm:prSet>
      <dgm:spPr/>
    </dgm:pt>
    <dgm:pt modelId="{6E36E584-08BD-4003-90F4-C03044A9BE59}" type="pres">
      <dgm:prSet presAssocID="{80486F56-BA2A-47D7-8835-DB7E713DDC13}" presName="rootConnector1" presStyleLbl="node1" presStyleIdx="0" presStyleCnt="0"/>
      <dgm:spPr/>
    </dgm:pt>
    <dgm:pt modelId="{B05F3E0D-950B-4D5A-8B99-A23450FB792D}" type="pres">
      <dgm:prSet presAssocID="{80486F56-BA2A-47D7-8835-DB7E713DDC13}" presName="hierChild2" presStyleCnt="0"/>
      <dgm:spPr/>
    </dgm:pt>
    <dgm:pt modelId="{5CA4D2AF-C713-4B50-8541-27EA7305E834}" type="pres">
      <dgm:prSet presAssocID="{80486F56-BA2A-47D7-8835-DB7E713DDC13}" presName="hierChild3" presStyleCnt="0"/>
      <dgm:spPr/>
    </dgm:pt>
    <dgm:pt modelId="{9E8D3BD7-EBC2-4D80-922F-07BFCEEEF962}" type="pres">
      <dgm:prSet presAssocID="{AFF26930-7BB4-4693-96BB-7BDD01451FC7}" presName="hierRoot1" presStyleCnt="0">
        <dgm:presLayoutVars>
          <dgm:hierBranch val="init"/>
        </dgm:presLayoutVars>
      </dgm:prSet>
      <dgm:spPr/>
    </dgm:pt>
    <dgm:pt modelId="{4194D560-BF59-43D5-A473-39AD2FFB25FB}" type="pres">
      <dgm:prSet presAssocID="{AFF26930-7BB4-4693-96BB-7BDD01451FC7}" presName="rootComposite1" presStyleCnt="0"/>
      <dgm:spPr/>
    </dgm:pt>
    <dgm:pt modelId="{636E0B7B-3925-41BB-97BC-F56B35BE570F}" type="pres">
      <dgm:prSet presAssocID="{AFF26930-7BB4-4693-96BB-7BDD01451FC7}" presName="rootText1" presStyleLbl="node0" presStyleIdx="1" presStyleCnt="4">
        <dgm:presLayoutVars>
          <dgm:chPref val="3"/>
        </dgm:presLayoutVars>
      </dgm:prSet>
      <dgm:spPr/>
    </dgm:pt>
    <dgm:pt modelId="{5F26CABB-E67D-4BDF-8F1F-4B8AA73891D9}" type="pres">
      <dgm:prSet presAssocID="{AFF26930-7BB4-4693-96BB-7BDD01451FC7}" presName="rootConnector1" presStyleLbl="node1" presStyleIdx="0" presStyleCnt="0"/>
      <dgm:spPr/>
    </dgm:pt>
    <dgm:pt modelId="{CD3DCC0A-E9CF-4F14-97DE-8DF4ABABA8F4}" type="pres">
      <dgm:prSet presAssocID="{AFF26930-7BB4-4693-96BB-7BDD01451FC7}" presName="hierChild2" presStyleCnt="0"/>
      <dgm:spPr/>
    </dgm:pt>
    <dgm:pt modelId="{C778F963-3B22-4C9D-A767-A7CFADC8E4AF}" type="pres">
      <dgm:prSet presAssocID="{7FC8266D-4C95-4724-AEB2-FD31040230D4}" presName="Name37" presStyleLbl="parChTrans1D2" presStyleIdx="0" presStyleCnt="4"/>
      <dgm:spPr/>
    </dgm:pt>
    <dgm:pt modelId="{838A3634-6302-4E3F-A304-F76A0913A92B}" type="pres">
      <dgm:prSet presAssocID="{F0670EF8-38FE-4FB6-9459-24CD9C0CBE55}" presName="hierRoot2" presStyleCnt="0">
        <dgm:presLayoutVars>
          <dgm:hierBranch val="init"/>
        </dgm:presLayoutVars>
      </dgm:prSet>
      <dgm:spPr/>
    </dgm:pt>
    <dgm:pt modelId="{D6CE0A81-7F1D-4344-889A-6D8B00C48402}" type="pres">
      <dgm:prSet presAssocID="{F0670EF8-38FE-4FB6-9459-24CD9C0CBE55}" presName="rootComposite" presStyleCnt="0"/>
      <dgm:spPr/>
    </dgm:pt>
    <dgm:pt modelId="{7FDE93BE-E19D-4479-B7E5-D22F298D687E}" type="pres">
      <dgm:prSet presAssocID="{F0670EF8-38FE-4FB6-9459-24CD9C0CBE55}" presName="rootText" presStyleLbl="node2" presStyleIdx="0" presStyleCnt="4">
        <dgm:presLayoutVars>
          <dgm:chPref val="3"/>
        </dgm:presLayoutVars>
      </dgm:prSet>
      <dgm:spPr/>
    </dgm:pt>
    <dgm:pt modelId="{77A77634-361A-4547-ACF7-0E552D12C2D6}" type="pres">
      <dgm:prSet presAssocID="{F0670EF8-38FE-4FB6-9459-24CD9C0CBE55}" presName="rootConnector" presStyleLbl="node2" presStyleIdx="0" presStyleCnt="4"/>
      <dgm:spPr/>
    </dgm:pt>
    <dgm:pt modelId="{9E410532-4B6E-4421-8AD7-F6F9E3990B90}" type="pres">
      <dgm:prSet presAssocID="{F0670EF8-38FE-4FB6-9459-24CD9C0CBE55}" presName="hierChild4" presStyleCnt="0"/>
      <dgm:spPr/>
    </dgm:pt>
    <dgm:pt modelId="{CFD40C7B-2102-4A72-A85F-A4DF6B226242}" type="pres">
      <dgm:prSet presAssocID="{F0670EF8-38FE-4FB6-9459-24CD9C0CBE55}" presName="hierChild5" presStyleCnt="0"/>
      <dgm:spPr/>
    </dgm:pt>
    <dgm:pt modelId="{4B41CC6A-AF9F-4F62-8F53-6FC1A6ADE277}" type="pres">
      <dgm:prSet presAssocID="{8ADC4B4D-4857-4C4B-8A48-1D8F60EA6F2A}" presName="Name37" presStyleLbl="parChTrans1D2" presStyleIdx="1" presStyleCnt="4"/>
      <dgm:spPr/>
    </dgm:pt>
    <dgm:pt modelId="{EF2A642D-D052-4132-BC37-59C30DBD0B07}" type="pres">
      <dgm:prSet presAssocID="{0DAA4FD8-AF75-4E6D-A78C-3545940112A4}" presName="hierRoot2" presStyleCnt="0">
        <dgm:presLayoutVars>
          <dgm:hierBranch val="init"/>
        </dgm:presLayoutVars>
      </dgm:prSet>
      <dgm:spPr/>
    </dgm:pt>
    <dgm:pt modelId="{82C2B4C9-C1D9-457F-8B85-49D35D8A7404}" type="pres">
      <dgm:prSet presAssocID="{0DAA4FD8-AF75-4E6D-A78C-3545940112A4}" presName="rootComposite" presStyleCnt="0"/>
      <dgm:spPr/>
    </dgm:pt>
    <dgm:pt modelId="{4C8301B7-CF2C-4682-8C68-E6F699277234}" type="pres">
      <dgm:prSet presAssocID="{0DAA4FD8-AF75-4E6D-A78C-3545940112A4}" presName="rootText" presStyleLbl="node2" presStyleIdx="1" presStyleCnt="4">
        <dgm:presLayoutVars>
          <dgm:chPref val="3"/>
        </dgm:presLayoutVars>
      </dgm:prSet>
      <dgm:spPr/>
    </dgm:pt>
    <dgm:pt modelId="{CCF449BE-A683-4EFB-912E-DE4B58D52A4F}" type="pres">
      <dgm:prSet presAssocID="{0DAA4FD8-AF75-4E6D-A78C-3545940112A4}" presName="rootConnector" presStyleLbl="node2" presStyleIdx="1" presStyleCnt="4"/>
      <dgm:spPr/>
    </dgm:pt>
    <dgm:pt modelId="{F0CAEFA6-89FC-49F3-BB50-F73F773D9ADB}" type="pres">
      <dgm:prSet presAssocID="{0DAA4FD8-AF75-4E6D-A78C-3545940112A4}" presName="hierChild4" presStyleCnt="0"/>
      <dgm:spPr/>
    </dgm:pt>
    <dgm:pt modelId="{6A5B210D-9813-41A8-8AE2-9DAA3A1EFD3A}" type="pres">
      <dgm:prSet presAssocID="{0DAA4FD8-AF75-4E6D-A78C-3545940112A4}" presName="hierChild5" presStyleCnt="0"/>
      <dgm:spPr/>
    </dgm:pt>
    <dgm:pt modelId="{64F468BD-154E-4891-8740-8C70646D1DC0}" type="pres">
      <dgm:prSet presAssocID="{AFF26930-7BB4-4693-96BB-7BDD01451FC7}" presName="hierChild3" presStyleCnt="0"/>
      <dgm:spPr/>
    </dgm:pt>
    <dgm:pt modelId="{864E8B2C-3F30-4C7F-85CC-3BFC9F04C6F8}" type="pres">
      <dgm:prSet presAssocID="{2FAF86EC-4263-4555-B9B1-F71E418DCB87}" presName="hierRoot1" presStyleCnt="0">
        <dgm:presLayoutVars>
          <dgm:hierBranch val="init"/>
        </dgm:presLayoutVars>
      </dgm:prSet>
      <dgm:spPr/>
    </dgm:pt>
    <dgm:pt modelId="{A5109B71-AD14-4082-9BD2-BDD65CA06930}" type="pres">
      <dgm:prSet presAssocID="{2FAF86EC-4263-4555-B9B1-F71E418DCB87}" presName="rootComposite1" presStyleCnt="0"/>
      <dgm:spPr/>
    </dgm:pt>
    <dgm:pt modelId="{A3EAB153-47B6-4F70-935E-2FC878D3F4B7}" type="pres">
      <dgm:prSet presAssocID="{2FAF86EC-4263-4555-B9B1-F71E418DCB87}" presName="rootText1" presStyleLbl="node0" presStyleIdx="2" presStyleCnt="4">
        <dgm:presLayoutVars>
          <dgm:chPref val="3"/>
        </dgm:presLayoutVars>
      </dgm:prSet>
      <dgm:spPr/>
    </dgm:pt>
    <dgm:pt modelId="{CB2A0EDB-772F-484A-A2FC-0CF19CE1038E}" type="pres">
      <dgm:prSet presAssocID="{2FAF86EC-4263-4555-B9B1-F71E418DCB87}" presName="rootConnector1" presStyleLbl="node1" presStyleIdx="0" presStyleCnt="0"/>
      <dgm:spPr/>
    </dgm:pt>
    <dgm:pt modelId="{8876A6FE-8620-4A96-9AEB-D21B4A4BDCB4}" type="pres">
      <dgm:prSet presAssocID="{2FAF86EC-4263-4555-B9B1-F71E418DCB87}" presName="hierChild2" presStyleCnt="0"/>
      <dgm:spPr/>
    </dgm:pt>
    <dgm:pt modelId="{F24D2B73-D70E-4D1D-BAE9-99A08F6322DD}" type="pres">
      <dgm:prSet presAssocID="{11D9F73D-C4DE-4A12-B8B9-145381FBA9ED}" presName="Name37" presStyleLbl="parChTrans1D2" presStyleIdx="2" presStyleCnt="4"/>
      <dgm:spPr/>
    </dgm:pt>
    <dgm:pt modelId="{E76E2E58-F71C-4ED2-83B5-FBA40967A117}" type="pres">
      <dgm:prSet presAssocID="{8254FB42-9D93-4295-9D93-CC66E3C685FD}" presName="hierRoot2" presStyleCnt="0">
        <dgm:presLayoutVars>
          <dgm:hierBranch val="init"/>
        </dgm:presLayoutVars>
      </dgm:prSet>
      <dgm:spPr/>
    </dgm:pt>
    <dgm:pt modelId="{9487DF26-1136-4F31-B763-FA8A8876B591}" type="pres">
      <dgm:prSet presAssocID="{8254FB42-9D93-4295-9D93-CC66E3C685FD}" presName="rootComposite" presStyleCnt="0"/>
      <dgm:spPr/>
    </dgm:pt>
    <dgm:pt modelId="{07C33EEA-A4AF-4FF6-88E3-21DC47437772}" type="pres">
      <dgm:prSet presAssocID="{8254FB42-9D93-4295-9D93-CC66E3C685FD}" presName="rootText" presStyleLbl="node2" presStyleIdx="2" presStyleCnt="4">
        <dgm:presLayoutVars>
          <dgm:chPref val="3"/>
        </dgm:presLayoutVars>
      </dgm:prSet>
      <dgm:spPr/>
    </dgm:pt>
    <dgm:pt modelId="{74E5BF77-6140-4E6E-B73A-6DCBD0491B15}" type="pres">
      <dgm:prSet presAssocID="{8254FB42-9D93-4295-9D93-CC66E3C685FD}" presName="rootConnector" presStyleLbl="node2" presStyleIdx="2" presStyleCnt="4"/>
      <dgm:spPr/>
    </dgm:pt>
    <dgm:pt modelId="{E73944E0-ACF1-43DF-B7ED-40168B8FCFD7}" type="pres">
      <dgm:prSet presAssocID="{8254FB42-9D93-4295-9D93-CC66E3C685FD}" presName="hierChild4" presStyleCnt="0"/>
      <dgm:spPr/>
    </dgm:pt>
    <dgm:pt modelId="{7292FA31-7100-480C-8FB5-3E14AAD47F22}" type="pres">
      <dgm:prSet presAssocID="{8254FB42-9D93-4295-9D93-CC66E3C685FD}" presName="hierChild5" presStyleCnt="0"/>
      <dgm:spPr/>
    </dgm:pt>
    <dgm:pt modelId="{21215774-C0B4-41D0-9F25-7BECEF03B95B}" type="pres">
      <dgm:prSet presAssocID="{2FAF86EC-4263-4555-B9B1-F71E418DCB87}" presName="hierChild3" presStyleCnt="0"/>
      <dgm:spPr/>
    </dgm:pt>
    <dgm:pt modelId="{78B2B8E9-60C0-4B15-A015-4E479E20F6FC}" type="pres">
      <dgm:prSet presAssocID="{A0791F0F-8051-417C-9747-6C4C7FA27A71}" presName="hierRoot1" presStyleCnt="0">
        <dgm:presLayoutVars>
          <dgm:hierBranch val="init"/>
        </dgm:presLayoutVars>
      </dgm:prSet>
      <dgm:spPr/>
    </dgm:pt>
    <dgm:pt modelId="{2EBAEB7F-49DE-4C74-9E4E-2C837DB3AD97}" type="pres">
      <dgm:prSet presAssocID="{A0791F0F-8051-417C-9747-6C4C7FA27A71}" presName="rootComposite1" presStyleCnt="0"/>
      <dgm:spPr/>
    </dgm:pt>
    <dgm:pt modelId="{D43C4A5D-86A2-48A4-9457-143B928999E5}" type="pres">
      <dgm:prSet presAssocID="{A0791F0F-8051-417C-9747-6C4C7FA27A71}" presName="rootText1" presStyleLbl="node0" presStyleIdx="3" presStyleCnt="4">
        <dgm:presLayoutVars>
          <dgm:chPref val="3"/>
        </dgm:presLayoutVars>
      </dgm:prSet>
      <dgm:spPr/>
    </dgm:pt>
    <dgm:pt modelId="{703D476F-840C-4169-A42C-900288200FA7}" type="pres">
      <dgm:prSet presAssocID="{A0791F0F-8051-417C-9747-6C4C7FA27A71}" presName="rootConnector1" presStyleLbl="node1" presStyleIdx="0" presStyleCnt="0"/>
      <dgm:spPr/>
    </dgm:pt>
    <dgm:pt modelId="{D49CCF79-3566-4506-83DA-FA7CAF2A36A5}" type="pres">
      <dgm:prSet presAssocID="{A0791F0F-8051-417C-9747-6C4C7FA27A71}" presName="hierChild2" presStyleCnt="0"/>
      <dgm:spPr/>
    </dgm:pt>
    <dgm:pt modelId="{7AC093E5-5642-4652-BB5D-131F387D9840}" type="pres">
      <dgm:prSet presAssocID="{A80E1364-93D4-48CF-AF0E-8EA1CE1BDB55}" presName="Name37" presStyleLbl="parChTrans1D2" presStyleIdx="3" presStyleCnt="4"/>
      <dgm:spPr/>
    </dgm:pt>
    <dgm:pt modelId="{0437EED9-9DFA-4CE9-8D06-9D6D1C9A370B}" type="pres">
      <dgm:prSet presAssocID="{AD2A427E-3C81-486F-847E-A4A23C0C1C7A}" presName="hierRoot2" presStyleCnt="0">
        <dgm:presLayoutVars>
          <dgm:hierBranch val="init"/>
        </dgm:presLayoutVars>
      </dgm:prSet>
      <dgm:spPr/>
    </dgm:pt>
    <dgm:pt modelId="{12B5CD32-1E41-4BD6-A5B7-CF2FE65B13C0}" type="pres">
      <dgm:prSet presAssocID="{AD2A427E-3C81-486F-847E-A4A23C0C1C7A}" presName="rootComposite" presStyleCnt="0"/>
      <dgm:spPr/>
    </dgm:pt>
    <dgm:pt modelId="{D2217F79-00D3-4B30-B6D6-C44AABC1C211}" type="pres">
      <dgm:prSet presAssocID="{AD2A427E-3C81-486F-847E-A4A23C0C1C7A}" presName="rootText" presStyleLbl="node2" presStyleIdx="3" presStyleCnt="4">
        <dgm:presLayoutVars>
          <dgm:chPref val="3"/>
        </dgm:presLayoutVars>
      </dgm:prSet>
      <dgm:spPr/>
    </dgm:pt>
    <dgm:pt modelId="{FC3F1C88-674D-4ACE-9708-18E5CCFB41F9}" type="pres">
      <dgm:prSet presAssocID="{AD2A427E-3C81-486F-847E-A4A23C0C1C7A}" presName="rootConnector" presStyleLbl="node2" presStyleIdx="3" presStyleCnt="4"/>
      <dgm:spPr/>
    </dgm:pt>
    <dgm:pt modelId="{81375D6A-3E39-42A0-BC10-1D8EEFE27561}" type="pres">
      <dgm:prSet presAssocID="{AD2A427E-3C81-486F-847E-A4A23C0C1C7A}" presName="hierChild4" presStyleCnt="0"/>
      <dgm:spPr/>
    </dgm:pt>
    <dgm:pt modelId="{99BC9F2C-3217-4F95-8E13-F54CD5D497D2}" type="pres">
      <dgm:prSet presAssocID="{AD2A427E-3C81-486F-847E-A4A23C0C1C7A}" presName="hierChild5" presStyleCnt="0"/>
      <dgm:spPr/>
    </dgm:pt>
    <dgm:pt modelId="{77CD26B1-3419-40A4-B943-A37211D35050}" type="pres">
      <dgm:prSet presAssocID="{A0791F0F-8051-417C-9747-6C4C7FA27A71}" presName="hierChild3" presStyleCnt="0"/>
      <dgm:spPr/>
    </dgm:pt>
  </dgm:ptLst>
  <dgm:cxnLst>
    <dgm:cxn modelId="{85A34F01-4AAA-44B3-AF9B-68EFAA462DF2}" type="presOf" srcId="{2FAF86EC-4263-4555-B9B1-F71E418DCB87}" destId="{CB2A0EDB-772F-484A-A2FC-0CF19CE1038E}" srcOrd="1" destOrd="0" presId="urn:microsoft.com/office/officeart/2005/8/layout/orgChart1"/>
    <dgm:cxn modelId="{1079A101-9475-4E5B-8BD5-EEBC1F2DF5FA}" type="presOf" srcId="{F62E0768-F160-4FF6-AE57-93CDC2BB7767}" destId="{F60219C4-C255-4944-94D4-CA4D3DAF3886}" srcOrd="0" destOrd="0" presId="urn:microsoft.com/office/officeart/2005/8/layout/orgChart1"/>
    <dgm:cxn modelId="{464BC10F-4063-4693-9D9C-6BDBA8EEAE38}" srcId="{F62E0768-F160-4FF6-AE57-93CDC2BB7767}" destId="{A0791F0F-8051-417C-9747-6C4C7FA27A71}" srcOrd="3" destOrd="0" parTransId="{518A6E3B-A5F7-436B-90AE-83E6999D7A56}" sibTransId="{5C8C1D4C-E8B2-474F-AD30-C3501D87CA29}"/>
    <dgm:cxn modelId="{ACCB1417-0446-427B-A306-7BEF6A492BAA}" srcId="{2FAF86EC-4263-4555-B9B1-F71E418DCB87}" destId="{8254FB42-9D93-4295-9D93-CC66E3C685FD}" srcOrd="0" destOrd="0" parTransId="{11D9F73D-C4DE-4A12-B8B9-145381FBA9ED}" sibTransId="{231509B7-9341-4DD8-936F-D92B6B8E762F}"/>
    <dgm:cxn modelId="{2766111D-CD89-4B03-A9F2-D2289CCACB70}" type="presOf" srcId="{F0670EF8-38FE-4FB6-9459-24CD9C0CBE55}" destId="{77A77634-361A-4547-ACF7-0E552D12C2D6}" srcOrd="1" destOrd="0" presId="urn:microsoft.com/office/officeart/2005/8/layout/orgChart1"/>
    <dgm:cxn modelId="{D8DAEB24-471B-4DED-8DCA-596CEB0C4AC9}" srcId="{F62E0768-F160-4FF6-AE57-93CDC2BB7767}" destId="{80486F56-BA2A-47D7-8835-DB7E713DDC13}" srcOrd="0" destOrd="0" parTransId="{8133DA7F-5487-4BBB-8387-A18F2F415EC3}" sibTransId="{E12FCDC7-93B2-4876-8E58-6812FD5C03BD}"/>
    <dgm:cxn modelId="{8EFD652B-1D7F-4817-9A56-968FB90CFBFC}" type="presOf" srcId="{2FAF86EC-4263-4555-B9B1-F71E418DCB87}" destId="{A3EAB153-47B6-4F70-935E-2FC878D3F4B7}" srcOrd="0" destOrd="0" presId="urn:microsoft.com/office/officeart/2005/8/layout/orgChart1"/>
    <dgm:cxn modelId="{CC51C72C-3FD9-4014-AEE6-14C9F546DC34}" type="presOf" srcId="{11D9F73D-C4DE-4A12-B8B9-145381FBA9ED}" destId="{F24D2B73-D70E-4D1D-BAE9-99A08F6322DD}" srcOrd="0" destOrd="0" presId="urn:microsoft.com/office/officeart/2005/8/layout/orgChart1"/>
    <dgm:cxn modelId="{F13BB72E-8F54-456D-BC2E-1AE98D0E208D}" type="presOf" srcId="{AFF26930-7BB4-4693-96BB-7BDD01451FC7}" destId="{5F26CABB-E67D-4BDF-8F1F-4B8AA73891D9}" srcOrd="1" destOrd="0" presId="urn:microsoft.com/office/officeart/2005/8/layout/orgChart1"/>
    <dgm:cxn modelId="{6A93FE2E-DEE9-4148-AA0A-6BAA0E1F24D7}" type="presOf" srcId="{AD2A427E-3C81-486F-847E-A4A23C0C1C7A}" destId="{FC3F1C88-674D-4ACE-9708-18E5CCFB41F9}" srcOrd="1" destOrd="0" presId="urn:microsoft.com/office/officeart/2005/8/layout/orgChart1"/>
    <dgm:cxn modelId="{E8A4C930-DD41-4F89-9536-E167CAE65072}" type="presOf" srcId="{A80E1364-93D4-48CF-AF0E-8EA1CE1BDB55}" destId="{7AC093E5-5642-4652-BB5D-131F387D9840}" srcOrd="0" destOrd="0" presId="urn:microsoft.com/office/officeart/2005/8/layout/orgChart1"/>
    <dgm:cxn modelId="{C7BD4431-73EC-47F1-A1E5-93E7D6ECC57B}" type="presOf" srcId="{8ADC4B4D-4857-4C4B-8A48-1D8F60EA6F2A}" destId="{4B41CC6A-AF9F-4F62-8F53-6FC1A6ADE277}" srcOrd="0" destOrd="0" presId="urn:microsoft.com/office/officeart/2005/8/layout/orgChart1"/>
    <dgm:cxn modelId="{BED37243-A85B-4035-A1A5-E0B3874EAAE1}" type="presOf" srcId="{80486F56-BA2A-47D7-8835-DB7E713DDC13}" destId="{381F35DF-071B-4680-AEB8-629CF2EA7E70}" srcOrd="0" destOrd="0" presId="urn:microsoft.com/office/officeart/2005/8/layout/orgChart1"/>
    <dgm:cxn modelId="{CCCE6A67-3005-492A-9383-3634162A675B}" srcId="{AFF26930-7BB4-4693-96BB-7BDD01451FC7}" destId="{0DAA4FD8-AF75-4E6D-A78C-3545940112A4}" srcOrd="1" destOrd="0" parTransId="{8ADC4B4D-4857-4C4B-8A48-1D8F60EA6F2A}" sibTransId="{8C10842D-381C-430A-B51C-BE692F6B6D84}"/>
    <dgm:cxn modelId="{8EF3E147-8BB0-4259-AC72-45C2AE15EB92}" type="presOf" srcId="{0DAA4FD8-AF75-4E6D-A78C-3545940112A4}" destId="{4C8301B7-CF2C-4682-8C68-E6F699277234}" srcOrd="0" destOrd="0" presId="urn:microsoft.com/office/officeart/2005/8/layout/orgChart1"/>
    <dgm:cxn modelId="{0AF8384C-F455-4803-BFDF-9E6FCCB5902F}" type="presOf" srcId="{8254FB42-9D93-4295-9D93-CC66E3C685FD}" destId="{74E5BF77-6140-4E6E-B73A-6DCBD0491B15}" srcOrd="1" destOrd="0" presId="urn:microsoft.com/office/officeart/2005/8/layout/orgChart1"/>
    <dgm:cxn modelId="{7D05A76E-8CA7-43BF-98F9-6ABD396EFB6F}" type="presOf" srcId="{0DAA4FD8-AF75-4E6D-A78C-3545940112A4}" destId="{CCF449BE-A683-4EFB-912E-DE4B58D52A4F}" srcOrd="1" destOrd="0" presId="urn:microsoft.com/office/officeart/2005/8/layout/orgChart1"/>
    <dgm:cxn modelId="{538DDB7A-DDAA-4430-87C9-F9B349579196}" type="presOf" srcId="{7FC8266D-4C95-4724-AEB2-FD31040230D4}" destId="{C778F963-3B22-4C9D-A767-A7CFADC8E4AF}" srcOrd="0" destOrd="0" presId="urn:microsoft.com/office/officeart/2005/8/layout/orgChart1"/>
    <dgm:cxn modelId="{0FE77587-B37D-4B50-AE6B-2B4BE092BB72}" srcId="{F62E0768-F160-4FF6-AE57-93CDC2BB7767}" destId="{AFF26930-7BB4-4693-96BB-7BDD01451FC7}" srcOrd="1" destOrd="0" parTransId="{0B106115-5D37-494A-B768-BE26FE6F2DE7}" sibTransId="{02643770-0546-4385-B843-25EAA9FFC47D}"/>
    <dgm:cxn modelId="{AE9CC8B5-0960-415A-BB47-58AE03C8043D}" type="presOf" srcId="{8254FB42-9D93-4295-9D93-CC66E3C685FD}" destId="{07C33EEA-A4AF-4FF6-88E3-21DC47437772}" srcOrd="0" destOrd="0" presId="urn:microsoft.com/office/officeart/2005/8/layout/orgChart1"/>
    <dgm:cxn modelId="{1224E6D9-523F-454E-9004-6517052CBC6F}" type="presOf" srcId="{AFF26930-7BB4-4693-96BB-7BDD01451FC7}" destId="{636E0B7B-3925-41BB-97BC-F56B35BE570F}" srcOrd="0" destOrd="0" presId="urn:microsoft.com/office/officeart/2005/8/layout/orgChart1"/>
    <dgm:cxn modelId="{232F2EDB-C5E4-446C-8F08-B4E26297E8E5}" type="presOf" srcId="{A0791F0F-8051-417C-9747-6C4C7FA27A71}" destId="{D43C4A5D-86A2-48A4-9457-143B928999E5}" srcOrd="0" destOrd="0" presId="urn:microsoft.com/office/officeart/2005/8/layout/orgChart1"/>
    <dgm:cxn modelId="{7DEC6DDB-430B-47DA-BBBE-5B44A8FF937C}" type="presOf" srcId="{80486F56-BA2A-47D7-8835-DB7E713DDC13}" destId="{6E36E584-08BD-4003-90F4-C03044A9BE59}" srcOrd="1" destOrd="0" presId="urn:microsoft.com/office/officeart/2005/8/layout/orgChart1"/>
    <dgm:cxn modelId="{07A5C3DC-B458-44E8-A347-84332006FB58}" type="presOf" srcId="{AD2A427E-3C81-486F-847E-A4A23C0C1C7A}" destId="{D2217F79-00D3-4B30-B6D6-C44AABC1C211}" srcOrd="0" destOrd="0" presId="urn:microsoft.com/office/officeart/2005/8/layout/orgChart1"/>
    <dgm:cxn modelId="{7EB975E0-BE44-4514-B193-6680F623A78E}" srcId="{AFF26930-7BB4-4693-96BB-7BDD01451FC7}" destId="{F0670EF8-38FE-4FB6-9459-24CD9C0CBE55}" srcOrd="0" destOrd="0" parTransId="{7FC8266D-4C95-4724-AEB2-FD31040230D4}" sibTransId="{1B06AC4B-5AFB-4ACB-8B16-D7298E58BDCD}"/>
    <dgm:cxn modelId="{435A32EB-CBF7-494E-B503-CBDD83668A90}" srcId="{F62E0768-F160-4FF6-AE57-93CDC2BB7767}" destId="{2FAF86EC-4263-4555-B9B1-F71E418DCB87}" srcOrd="2" destOrd="0" parTransId="{45B7E010-4659-47F9-B78F-637B98CFFAAD}" sibTransId="{2CC6BEE6-E698-4CBD-A51E-F74990B02589}"/>
    <dgm:cxn modelId="{D5A346EE-01F1-4E7C-A706-9EA449B36BD7}" type="presOf" srcId="{A0791F0F-8051-417C-9747-6C4C7FA27A71}" destId="{703D476F-840C-4169-A42C-900288200FA7}" srcOrd="1" destOrd="0" presId="urn:microsoft.com/office/officeart/2005/8/layout/orgChart1"/>
    <dgm:cxn modelId="{D071FCF3-497E-40A1-9334-79F8E678C2F9}" type="presOf" srcId="{F0670EF8-38FE-4FB6-9459-24CD9C0CBE55}" destId="{7FDE93BE-E19D-4479-B7E5-D22F298D687E}" srcOrd="0" destOrd="0" presId="urn:microsoft.com/office/officeart/2005/8/layout/orgChart1"/>
    <dgm:cxn modelId="{7B5698F9-46B4-47C1-85EF-9913CF3D459F}" srcId="{A0791F0F-8051-417C-9747-6C4C7FA27A71}" destId="{AD2A427E-3C81-486F-847E-A4A23C0C1C7A}" srcOrd="0" destOrd="0" parTransId="{A80E1364-93D4-48CF-AF0E-8EA1CE1BDB55}" sibTransId="{337B2A23-543A-4DF8-BA39-FE0362CA93B3}"/>
    <dgm:cxn modelId="{889242D1-6886-4A20-A67C-2B3F9244B5EC}" type="presParOf" srcId="{F60219C4-C255-4944-94D4-CA4D3DAF3886}" destId="{92094116-FB59-4A32-B7C7-B496C152F43A}" srcOrd="0" destOrd="0" presId="urn:microsoft.com/office/officeart/2005/8/layout/orgChart1"/>
    <dgm:cxn modelId="{D49F645D-5FF0-4766-9D19-F4D13F3B30A3}" type="presParOf" srcId="{92094116-FB59-4A32-B7C7-B496C152F43A}" destId="{00AD8416-F9DB-4AA5-B6AA-C7D4E3AAEF69}" srcOrd="0" destOrd="0" presId="urn:microsoft.com/office/officeart/2005/8/layout/orgChart1"/>
    <dgm:cxn modelId="{CCA49686-BBC2-456A-A5BC-DF334FDB0F29}" type="presParOf" srcId="{00AD8416-F9DB-4AA5-B6AA-C7D4E3AAEF69}" destId="{381F35DF-071B-4680-AEB8-629CF2EA7E70}" srcOrd="0" destOrd="0" presId="urn:microsoft.com/office/officeart/2005/8/layout/orgChart1"/>
    <dgm:cxn modelId="{64311236-6F40-440F-9073-03EEEADAB22E}" type="presParOf" srcId="{00AD8416-F9DB-4AA5-B6AA-C7D4E3AAEF69}" destId="{6E36E584-08BD-4003-90F4-C03044A9BE59}" srcOrd="1" destOrd="0" presId="urn:microsoft.com/office/officeart/2005/8/layout/orgChart1"/>
    <dgm:cxn modelId="{A4A045E0-2F2A-4BCB-91A9-AD25A94E8BE8}" type="presParOf" srcId="{92094116-FB59-4A32-B7C7-B496C152F43A}" destId="{B05F3E0D-950B-4D5A-8B99-A23450FB792D}" srcOrd="1" destOrd="0" presId="urn:microsoft.com/office/officeart/2005/8/layout/orgChart1"/>
    <dgm:cxn modelId="{C305A045-FA17-4981-9FC4-27644B7E0CDF}" type="presParOf" srcId="{92094116-FB59-4A32-B7C7-B496C152F43A}" destId="{5CA4D2AF-C713-4B50-8541-27EA7305E834}" srcOrd="2" destOrd="0" presId="urn:microsoft.com/office/officeart/2005/8/layout/orgChart1"/>
    <dgm:cxn modelId="{E4F15C65-8FE1-4C10-B5D2-AB9AF3702BA4}" type="presParOf" srcId="{F60219C4-C255-4944-94D4-CA4D3DAF3886}" destId="{9E8D3BD7-EBC2-4D80-922F-07BFCEEEF962}" srcOrd="1" destOrd="0" presId="urn:microsoft.com/office/officeart/2005/8/layout/orgChart1"/>
    <dgm:cxn modelId="{5A348E42-90AC-45FB-8494-15296D09ECCF}" type="presParOf" srcId="{9E8D3BD7-EBC2-4D80-922F-07BFCEEEF962}" destId="{4194D560-BF59-43D5-A473-39AD2FFB25FB}" srcOrd="0" destOrd="0" presId="urn:microsoft.com/office/officeart/2005/8/layout/orgChart1"/>
    <dgm:cxn modelId="{60B7C518-38B0-439B-A69A-40164194EC54}" type="presParOf" srcId="{4194D560-BF59-43D5-A473-39AD2FFB25FB}" destId="{636E0B7B-3925-41BB-97BC-F56B35BE570F}" srcOrd="0" destOrd="0" presId="urn:microsoft.com/office/officeart/2005/8/layout/orgChart1"/>
    <dgm:cxn modelId="{9DAC0FA9-A3CF-40C0-814A-C02B43A0E237}" type="presParOf" srcId="{4194D560-BF59-43D5-A473-39AD2FFB25FB}" destId="{5F26CABB-E67D-4BDF-8F1F-4B8AA73891D9}" srcOrd="1" destOrd="0" presId="urn:microsoft.com/office/officeart/2005/8/layout/orgChart1"/>
    <dgm:cxn modelId="{16676432-A269-47C5-A32A-F32AB6566AE2}" type="presParOf" srcId="{9E8D3BD7-EBC2-4D80-922F-07BFCEEEF962}" destId="{CD3DCC0A-E9CF-4F14-97DE-8DF4ABABA8F4}" srcOrd="1" destOrd="0" presId="urn:microsoft.com/office/officeart/2005/8/layout/orgChart1"/>
    <dgm:cxn modelId="{252D7239-02B1-4243-9FD7-D8EB6C206B0B}" type="presParOf" srcId="{CD3DCC0A-E9CF-4F14-97DE-8DF4ABABA8F4}" destId="{C778F963-3B22-4C9D-A767-A7CFADC8E4AF}" srcOrd="0" destOrd="0" presId="urn:microsoft.com/office/officeart/2005/8/layout/orgChart1"/>
    <dgm:cxn modelId="{2394731C-7ED0-441E-9599-D1FC7A25E8E4}" type="presParOf" srcId="{CD3DCC0A-E9CF-4F14-97DE-8DF4ABABA8F4}" destId="{838A3634-6302-4E3F-A304-F76A0913A92B}" srcOrd="1" destOrd="0" presId="urn:microsoft.com/office/officeart/2005/8/layout/orgChart1"/>
    <dgm:cxn modelId="{4BB7D026-3F40-4174-8F7E-1DB566F32AC7}" type="presParOf" srcId="{838A3634-6302-4E3F-A304-F76A0913A92B}" destId="{D6CE0A81-7F1D-4344-889A-6D8B00C48402}" srcOrd="0" destOrd="0" presId="urn:microsoft.com/office/officeart/2005/8/layout/orgChart1"/>
    <dgm:cxn modelId="{97A85C0E-6B51-47AE-950B-699F5A63E99F}" type="presParOf" srcId="{D6CE0A81-7F1D-4344-889A-6D8B00C48402}" destId="{7FDE93BE-E19D-4479-B7E5-D22F298D687E}" srcOrd="0" destOrd="0" presId="urn:microsoft.com/office/officeart/2005/8/layout/orgChart1"/>
    <dgm:cxn modelId="{E86A00F8-0FE2-4293-9EDB-178B3695D8E7}" type="presParOf" srcId="{D6CE0A81-7F1D-4344-889A-6D8B00C48402}" destId="{77A77634-361A-4547-ACF7-0E552D12C2D6}" srcOrd="1" destOrd="0" presId="urn:microsoft.com/office/officeart/2005/8/layout/orgChart1"/>
    <dgm:cxn modelId="{010B21BE-0B88-4488-924C-5F8522618996}" type="presParOf" srcId="{838A3634-6302-4E3F-A304-F76A0913A92B}" destId="{9E410532-4B6E-4421-8AD7-F6F9E3990B90}" srcOrd="1" destOrd="0" presId="urn:microsoft.com/office/officeart/2005/8/layout/orgChart1"/>
    <dgm:cxn modelId="{FD9AEE78-BB2E-4222-8F2F-C9D0772106BD}" type="presParOf" srcId="{838A3634-6302-4E3F-A304-F76A0913A92B}" destId="{CFD40C7B-2102-4A72-A85F-A4DF6B226242}" srcOrd="2" destOrd="0" presId="urn:microsoft.com/office/officeart/2005/8/layout/orgChart1"/>
    <dgm:cxn modelId="{B2010D2D-0D8E-436F-BCC6-E0A77A23B2E9}" type="presParOf" srcId="{CD3DCC0A-E9CF-4F14-97DE-8DF4ABABA8F4}" destId="{4B41CC6A-AF9F-4F62-8F53-6FC1A6ADE277}" srcOrd="2" destOrd="0" presId="urn:microsoft.com/office/officeart/2005/8/layout/orgChart1"/>
    <dgm:cxn modelId="{744531CD-D40F-4075-9751-120666C594F3}" type="presParOf" srcId="{CD3DCC0A-E9CF-4F14-97DE-8DF4ABABA8F4}" destId="{EF2A642D-D052-4132-BC37-59C30DBD0B07}" srcOrd="3" destOrd="0" presId="urn:microsoft.com/office/officeart/2005/8/layout/orgChart1"/>
    <dgm:cxn modelId="{F206AAEB-D0CC-4C09-8D17-52AA16F74AFB}" type="presParOf" srcId="{EF2A642D-D052-4132-BC37-59C30DBD0B07}" destId="{82C2B4C9-C1D9-457F-8B85-49D35D8A7404}" srcOrd="0" destOrd="0" presId="urn:microsoft.com/office/officeart/2005/8/layout/orgChart1"/>
    <dgm:cxn modelId="{417EFDC7-C448-4169-BEA0-CCB8E048AB22}" type="presParOf" srcId="{82C2B4C9-C1D9-457F-8B85-49D35D8A7404}" destId="{4C8301B7-CF2C-4682-8C68-E6F699277234}" srcOrd="0" destOrd="0" presId="urn:microsoft.com/office/officeart/2005/8/layout/orgChart1"/>
    <dgm:cxn modelId="{FF2A13EB-4B0E-4282-8432-864A13259EB0}" type="presParOf" srcId="{82C2B4C9-C1D9-457F-8B85-49D35D8A7404}" destId="{CCF449BE-A683-4EFB-912E-DE4B58D52A4F}" srcOrd="1" destOrd="0" presId="urn:microsoft.com/office/officeart/2005/8/layout/orgChart1"/>
    <dgm:cxn modelId="{E9B11797-B52C-467B-BE11-2F321755BC75}" type="presParOf" srcId="{EF2A642D-D052-4132-BC37-59C30DBD0B07}" destId="{F0CAEFA6-89FC-49F3-BB50-F73F773D9ADB}" srcOrd="1" destOrd="0" presId="urn:microsoft.com/office/officeart/2005/8/layout/orgChart1"/>
    <dgm:cxn modelId="{558188E1-88C2-4ABE-AFBC-763432FE6AC3}" type="presParOf" srcId="{EF2A642D-D052-4132-BC37-59C30DBD0B07}" destId="{6A5B210D-9813-41A8-8AE2-9DAA3A1EFD3A}" srcOrd="2" destOrd="0" presId="urn:microsoft.com/office/officeart/2005/8/layout/orgChart1"/>
    <dgm:cxn modelId="{B2119BFE-6195-42CC-9263-E85941055F98}" type="presParOf" srcId="{9E8D3BD7-EBC2-4D80-922F-07BFCEEEF962}" destId="{64F468BD-154E-4891-8740-8C70646D1DC0}" srcOrd="2" destOrd="0" presId="urn:microsoft.com/office/officeart/2005/8/layout/orgChart1"/>
    <dgm:cxn modelId="{DD70EC92-C177-4F8A-986D-6DF2FDD6FC4A}" type="presParOf" srcId="{F60219C4-C255-4944-94D4-CA4D3DAF3886}" destId="{864E8B2C-3F30-4C7F-85CC-3BFC9F04C6F8}" srcOrd="2" destOrd="0" presId="urn:microsoft.com/office/officeart/2005/8/layout/orgChart1"/>
    <dgm:cxn modelId="{E6E5A8C4-3EF1-4947-8795-28C36AA14FC1}" type="presParOf" srcId="{864E8B2C-3F30-4C7F-85CC-3BFC9F04C6F8}" destId="{A5109B71-AD14-4082-9BD2-BDD65CA06930}" srcOrd="0" destOrd="0" presId="urn:microsoft.com/office/officeart/2005/8/layout/orgChart1"/>
    <dgm:cxn modelId="{D387B5C3-FE1C-42D7-88CE-41358E7378D5}" type="presParOf" srcId="{A5109B71-AD14-4082-9BD2-BDD65CA06930}" destId="{A3EAB153-47B6-4F70-935E-2FC878D3F4B7}" srcOrd="0" destOrd="0" presId="urn:microsoft.com/office/officeart/2005/8/layout/orgChart1"/>
    <dgm:cxn modelId="{3C69BEF3-CAD9-4F4B-85E2-F96245B0824E}" type="presParOf" srcId="{A5109B71-AD14-4082-9BD2-BDD65CA06930}" destId="{CB2A0EDB-772F-484A-A2FC-0CF19CE1038E}" srcOrd="1" destOrd="0" presId="urn:microsoft.com/office/officeart/2005/8/layout/orgChart1"/>
    <dgm:cxn modelId="{CC515F3A-DF0F-4B7A-82FF-9F5DA16BAEF5}" type="presParOf" srcId="{864E8B2C-3F30-4C7F-85CC-3BFC9F04C6F8}" destId="{8876A6FE-8620-4A96-9AEB-D21B4A4BDCB4}" srcOrd="1" destOrd="0" presId="urn:microsoft.com/office/officeart/2005/8/layout/orgChart1"/>
    <dgm:cxn modelId="{F201C93C-73DD-464E-8C0E-3E0838DC14D5}" type="presParOf" srcId="{8876A6FE-8620-4A96-9AEB-D21B4A4BDCB4}" destId="{F24D2B73-D70E-4D1D-BAE9-99A08F6322DD}" srcOrd="0" destOrd="0" presId="urn:microsoft.com/office/officeart/2005/8/layout/orgChart1"/>
    <dgm:cxn modelId="{45236FB1-896D-4BC7-AB2D-BD8D0CCE5D84}" type="presParOf" srcId="{8876A6FE-8620-4A96-9AEB-D21B4A4BDCB4}" destId="{E76E2E58-F71C-4ED2-83B5-FBA40967A117}" srcOrd="1" destOrd="0" presId="urn:microsoft.com/office/officeart/2005/8/layout/orgChart1"/>
    <dgm:cxn modelId="{8200F834-0689-498C-A521-789CAA707E3C}" type="presParOf" srcId="{E76E2E58-F71C-4ED2-83B5-FBA40967A117}" destId="{9487DF26-1136-4F31-B763-FA8A8876B591}" srcOrd="0" destOrd="0" presId="urn:microsoft.com/office/officeart/2005/8/layout/orgChart1"/>
    <dgm:cxn modelId="{9FC1F69B-0EEA-41EE-ACBD-7B7C236B8CB2}" type="presParOf" srcId="{9487DF26-1136-4F31-B763-FA8A8876B591}" destId="{07C33EEA-A4AF-4FF6-88E3-21DC47437772}" srcOrd="0" destOrd="0" presId="urn:microsoft.com/office/officeart/2005/8/layout/orgChart1"/>
    <dgm:cxn modelId="{9744C086-1F0B-4BC0-AE0E-3E65626ECF0A}" type="presParOf" srcId="{9487DF26-1136-4F31-B763-FA8A8876B591}" destId="{74E5BF77-6140-4E6E-B73A-6DCBD0491B15}" srcOrd="1" destOrd="0" presId="urn:microsoft.com/office/officeart/2005/8/layout/orgChart1"/>
    <dgm:cxn modelId="{E9F1B062-0860-45EE-878E-70BA82012A72}" type="presParOf" srcId="{E76E2E58-F71C-4ED2-83B5-FBA40967A117}" destId="{E73944E0-ACF1-43DF-B7ED-40168B8FCFD7}" srcOrd="1" destOrd="0" presId="urn:microsoft.com/office/officeart/2005/8/layout/orgChart1"/>
    <dgm:cxn modelId="{1BC5229B-7E2A-4144-B479-835CD1D6B87A}" type="presParOf" srcId="{E76E2E58-F71C-4ED2-83B5-FBA40967A117}" destId="{7292FA31-7100-480C-8FB5-3E14AAD47F22}" srcOrd="2" destOrd="0" presId="urn:microsoft.com/office/officeart/2005/8/layout/orgChart1"/>
    <dgm:cxn modelId="{3DF13A67-1DD6-48E5-818E-6AE70F204331}" type="presParOf" srcId="{864E8B2C-3F30-4C7F-85CC-3BFC9F04C6F8}" destId="{21215774-C0B4-41D0-9F25-7BECEF03B95B}" srcOrd="2" destOrd="0" presId="urn:microsoft.com/office/officeart/2005/8/layout/orgChart1"/>
    <dgm:cxn modelId="{6FAFCE18-0DE4-413F-91ED-617C716C828D}" type="presParOf" srcId="{F60219C4-C255-4944-94D4-CA4D3DAF3886}" destId="{78B2B8E9-60C0-4B15-A015-4E479E20F6FC}" srcOrd="3" destOrd="0" presId="urn:microsoft.com/office/officeart/2005/8/layout/orgChart1"/>
    <dgm:cxn modelId="{FC53D252-B759-4D37-A71B-D8AC64CDB618}" type="presParOf" srcId="{78B2B8E9-60C0-4B15-A015-4E479E20F6FC}" destId="{2EBAEB7F-49DE-4C74-9E4E-2C837DB3AD97}" srcOrd="0" destOrd="0" presId="urn:microsoft.com/office/officeart/2005/8/layout/orgChart1"/>
    <dgm:cxn modelId="{8B48797F-7464-4E2F-A59F-5106E77C7110}" type="presParOf" srcId="{2EBAEB7F-49DE-4C74-9E4E-2C837DB3AD97}" destId="{D43C4A5D-86A2-48A4-9457-143B928999E5}" srcOrd="0" destOrd="0" presId="urn:microsoft.com/office/officeart/2005/8/layout/orgChart1"/>
    <dgm:cxn modelId="{CF027A86-B127-4F7A-9069-2C56A91470A9}" type="presParOf" srcId="{2EBAEB7F-49DE-4C74-9E4E-2C837DB3AD97}" destId="{703D476F-840C-4169-A42C-900288200FA7}" srcOrd="1" destOrd="0" presId="urn:microsoft.com/office/officeart/2005/8/layout/orgChart1"/>
    <dgm:cxn modelId="{452E5E3C-789D-4523-A65E-336FAC8BF10A}" type="presParOf" srcId="{78B2B8E9-60C0-4B15-A015-4E479E20F6FC}" destId="{D49CCF79-3566-4506-83DA-FA7CAF2A36A5}" srcOrd="1" destOrd="0" presId="urn:microsoft.com/office/officeart/2005/8/layout/orgChart1"/>
    <dgm:cxn modelId="{B3919F1A-C73A-4819-81FC-FD8393009C6F}" type="presParOf" srcId="{D49CCF79-3566-4506-83DA-FA7CAF2A36A5}" destId="{7AC093E5-5642-4652-BB5D-131F387D9840}" srcOrd="0" destOrd="0" presId="urn:microsoft.com/office/officeart/2005/8/layout/orgChart1"/>
    <dgm:cxn modelId="{8D3C733D-BD10-49CB-8B06-D6732EC09BB1}" type="presParOf" srcId="{D49CCF79-3566-4506-83DA-FA7CAF2A36A5}" destId="{0437EED9-9DFA-4CE9-8D06-9D6D1C9A370B}" srcOrd="1" destOrd="0" presId="urn:microsoft.com/office/officeart/2005/8/layout/orgChart1"/>
    <dgm:cxn modelId="{AA8D4DF4-0DB8-4EAC-B78A-FB0C48037106}" type="presParOf" srcId="{0437EED9-9DFA-4CE9-8D06-9D6D1C9A370B}" destId="{12B5CD32-1E41-4BD6-A5B7-CF2FE65B13C0}" srcOrd="0" destOrd="0" presId="urn:microsoft.com/office/officeart/2005/8/layout/orgChart1"/>
    <dgm:cxn modelId="{07F58848-3C18-4543-A13D-C1DA4B4E8AD8}" type="presParOf" srcId="{12B5CD32-1E41-4BD6-A5B7-CF2FE65B13C0}" destId="{D2217F79-00D3-4B30-B6D6-C44AABC1C211}" srcOrd="0" destOrd="0" presId="urn:microsoft.com/office/officeart/2005/8/layout/orgChart1"/>
    <dgm:cxn modelId="{5A2F45D5-49E6-46DF-A074-73CDE4F8AD62}" type="presParOf" srcId="{12B5CD32-1E41-4BD6-A5B7-CF2FE65B13C0}" destId="{FC3F1C88-674D-4ACE-9708-18E5CCFB41F9}" srcOrd="1" destOrd="0" presId="urn:microsoft.com/office/officeart/2005/8/layout/orgChart1"/>
    <dgm:cxn modelId="{04951716-EB3B-449C-8138-60086B2D110A}" type="presParOf" srcId="{0437EED9-9DFA-4CE9-8D06-9D6D1C9A370B}" destId="{81375D6A-3E39-42A0-BC10-1D8EEFE27561}" srcOrd="1" destOrd="0" presId="urn:microsoft.com/office/officeart/2005/8/layout/orgChart1"/>
    <dgm:cxn modelId="{54DE231B-4471-43F6-A64F-12193C23FD4D}" type="presParOf" srcId="{0437EED9-9DFA-4CE9-8D06-9D6D1C9A370B}" destId="{99BC9F2C-3217-4F95-8E13-F54CD5D497D2}" srcOrd="2" destOrd="0" presId="urn:microsoft.com/office/officeart/2005/8/layout/orgChart1"/>
    <dgm:cxn modelId="{B77CCFBF-F311-48FE-9209-BFCD2B5D93D8}" type="presParOf" srcId="{78B2B8E9-60C0-4B15-A015-4E479E20F6FC}" destId="{77CD26B1-3419-40A4-B943-A37211D3505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2E0768-F160-4FF6-AE57-93CDC2BB7767}" type="doc">
      <dgm:prSet loTypeId="urn:microsoft.com/office/officeart/2005/8/layout/orgChart1" loCatId="hierarchy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pPr latinLnBrk="1"/>
          <a:endParaRPr lang="ko-KR" altLang="en-US"/>
        </a:p>
      </dgm:t>
    </dgm:pt>
    <dgm:pt modelId="{80486F56-BA2A-47D7-8835-DB7E713DDC13}">
      <dgm:prSet phldrT="[텍스트]"/>
      <dgm:spPr/>
      <dgm:t>
        <a:bodyPr/>
        <a:lstStyle/>
        <a:p>
          <a:pPr latinLnBrk="1"/>
          <a:r>
            <a:rPr lang="en-US" altLang="ko-KR" dirty="0"/>
            <a:t>1</a:t>
          </a:r>
          <a:endParaRPr lang="ko-KR" altLang="en-US" dirty="0"/>
        </a:p>
      </dgm:t>
    </dgm:pt>
    <dgm:pt modelId="{8133DA7F-5487-4BBB-8387-A18F2F415EC3}" type="parTrans" cxnId="{D8DAEB24-471B-4DED-8DCA-596CEB0C4AC9}">
      <dgm:prSet/>
      <dgm:spPr/>
      <dgm:t>
        <a:bodyPr/>
        <a:lstStyle/>
        <a:p>
          <a:pPr latinLnBrk="1"/>
          <a:endParaRPr lang="ko-KR" altLang="en-US"/>
        </a:p>
      </dgm:t>
    </dgm:pt>
    <dgm:pt modelId="{E12FCDC7-93B2-4876-8E58-6812FD5C03BD}" type="sibTrans" cxnId="{D8DAEB24-471B-4DED-8DCA-596CEB0C4AC9}">
      <dgm:prSet/>
      <dgm:spPr/>
      <dgm:t>
        <a:bodyPr/>
        <a:lstStyle/>
        <a:p>
          <a:pPr latinLnBrk="1"/>
          <a:endParaRPr lang="ko-KR" altLang="en-US"/>
        </a:p>
      </dgm:t>
    </dgm:pt>
    <dgm:pt modelId="{AFF26930-7BB4-4693-96BB-7BDD01451FC7}">
      <dgm:prSet phldrT="[텍스트]"/>
      <dgm:spPr/>
      <dgm:t>
        <a:bodyPr/>
        <a:lstStyle/>
        <a:p>
          <a:pPr latinLnBrk="1"/>
          <a:r>
            <a:rPr lang="en-US" altLang="ko-KR" dirty="0"/>
            <a:t>4</a:t>
          </a:r>
          <a:endParaRPr lang="ko-KR" altLang="en-US" dirty="0"/>
        </a:p>
      </dgm:t>
    </dgm:pt>
    <dgm:pt modelId="{0B106115-5D37-494A-B768-BE26FE6F2DE7}" type="parTrans" cxnId="{0FE77587-B37D-4B50-AE6B-2B4BE092BB72}">
      <dgm:prSet/>
      <dgm:spPr/>
      <dgm:t>
        <a:bodyPr/>
        <a:lstStyle/>
        <a:p>
          <a:pPr latinLnBrk="1"/>
          <a:endParaRPr lang="ko-KR" altLang="en-US"/>
        </a:p>
      </dgm:t>
    </dgm:pt>
    <dgm:pt modelId="{02643770-0546-4385-B843-25EAA9FFC47D}" type="sibTrans" cxnId="{0FE77587-B37D-4B50-AE6B-2B4BE092BB72}">
      <dgm:prSet/>
      <dgm:spPr/>
      <dgm:t>
        <a:bodyPr/>
        <a:lstStyle/>
        <a:p>
          <a:pPr latinLnBrk="1"/>
          <a:endParaRPr lang="ko-KR" altLang="en-US"/>
        </a:p>
      </dgm:t>
    </dgm:pt>
    <dgm:pt modelId="{2FAF86EC-4263-4555-B9B1-F71E418DCB87}">
      <dgm:prSet phldrT="[텍스트]"/>
      <dgm:spPr/>
      <dgm:t>
        <a:bodyPr/>
        <a:lstStyle/>
        <a:p>
          <a:pPr latinLnBrk="1"/>
          <a:r>
            <a:rPr lang="en-US" altLang="ko-KR" dirty="0"/>
            <a:t>5</a:t>
          </a:r>
          <a:endParaRPr lang="ko-KR" altLang="en-US" dirty="0"/>
        </a:p>
      </dgm:t>
    </dgm:pt>
    <dgm:pt modelId="{45B7E010-4659-47F9-B78F-637B98CFFAAD}" type="parTrans" cxnId="{435A32EB-CBF7-494E-B503-CBDD83668A90}">
      <dgm:prSet/>
      <dgm:spPr/>
      <dgm:t>
        <a:bodyPr/>
        <a:lstStyle/>
        <a:p>
          <a:pPr latinLnBrk="1"/>
          <a:endParaRPr lang="ko-KR" altLang="en-US"/>
        </a:p>
      </dgm:t>
    </dgm:pt>
    <dgm:pt modelId="{2CC6BEE6-E698-4CBD-A51E-F74990B02589}" type="sibTrans" cxnId="{435A32EB-CBF7-494E-B503-CBDD83668A90}">
      <dgm:prSet/>
      <dgm:spPr/>
      <dgm:t>
        <a:bodyPr/>
        <a:lstStyle/>
        <a:p>
          <a:pPr latinLnBrk="1"/>
          <a:endParaRPr lang="ko-KR" altLang="en-US"/>
        </a:p>
      </dgm:t>
    </dgm:pt>
    <dgm:pt modelId="{A0791F0F-8051-417C-9747-6C4C7FA27A71}">
      <dgm:prSet phldrT="[텍스트]"/>
      <dgm:spPr/>
      <dgm:t>
        <a:bodyPr/>
        <a:lstStyle/>
        <a:p>
          <a:pPr latinLnBrk="1"/>
          <a:r>
            <a:rPr lang="en-US" altLang="ko-KR" dirty="0"/>
            <a:t>7</a:t>
          </a:r>
          <a:endParaRPr lang="ko-KR" altLang="en-US" dirty="0"/>
        </a:p>
      </dgm:t>
    </dgm:pt>
    <dgm:pt modelId="{518A6E3B-A5F7-436B-90AE-83E6999D7A56}" type="parTrans" cxnId="{464BC10F-4063-4693-9D9C-6BDBA8EEAE38}">
      <dgm:prSet/>
      <dgm:spPr/>
      <dgm:t>
        <a:bodyPr/>
        <a:lstStyle/>
        <a:p>
          <a:pPr latinLnBrk="1"/>
          <a:endParaRPr lang="ko-KR" altLang="en-US"/>
        </a:p>
      </dgm:t>
    </dgm:pt>
    <dgm:pt modelId="{5C8C1D4C-E8B2-474F-AD30-C3501D87CA29}" type="sibTrans" cxnId="{464BC10F-4063-4693-9D9C-6BDBA8EEAE38}">
      <dgm:prSet/>
      <dgm:spPr/>
      <dgm:t>
        <a:bodyPr/>
        <a:lstStyle/>
        <a:p>
          <a:pPr latinLnBrk="1"/>
          <a:endParaRPr lang="ko-KR" altLang="en-US"/>
        </a:p>
      </dgm:t>
    </dgm:pt>
    <dgm:pt modelId="{F0670EF8-38FE-4FB6-9459-24CD9C0CBE55}">
      <dgm:prSet phldrT="[텍스트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7FC8266D-4C95-4724-AEB2-FD31040230D4}" type="parTrans" cxnId="{7EB975E0-BE44-4514-B193-6680F623A78E}">
      <dgm:prSet/>
      <dgm:spPr/>
      <dgm:t>
        <a:bodyPr/>
        <a:lstStyle/>
        <a:p>
          <a:pPr latinLnBrk="1"/>
          <a:endParaRPr lang="ko-KR" altLang="en-US"/>
        </a:p>
      </dgm:t>
    </dgm:pt>
    <dgm:pt modelId="{1B06AC4B-5AFB-4ACB-8B16-D7298E58BDCD}" type="sibTrans" cxnId="{7EB975E0-BE44-4514-B193-6680F623A78E}">
      <dgm:prSet/>
      <dgm:spPr/>
      <dgm:t>
        <a:bodyPr/>
        <a:lstStyle/>
        <a:p>
          <a:pPr latinLnBrk="1"/>
          <a:endParaRPr lang="ko-KR" altLang="en-US"/>
        </a:p>
      </dgm:t>
    </dgm:pt>
    <dgm:pt modelId="{8254FB42-9D93-4295-9D93-CC66E3C685FD}">
      <dgm:prSet phldrT="[텍스트]"/>
      <dgm:spPr/>
      <dgm:t>
        <a:bodyPr/>
        <a:lstStyle/>
        <a:p>
          <a:pPr latinLnBrk="1"/>
          <a:r>
            <a:rPr lang="en-US" altLang="ko-KR" dirty="0"/>
            <a:t>8</a:t>
          </a:r>
          <a:endParaRPr lang="ko-KR" altLang="en-US" dirty="0"/>
        </a:p>
      </dgm:t>
    </dgm:pt>
    <dgm:pt modelId="{11D9F73D-C4DE-4A12-B8B9-145381FBA9ED}" type="parTrans" cxnId="{ACCB1417-0446-427B-A306-7BEF6A492BAA}">
      <dgm:prSet/>
      <dgm:spPr/>
      <dgm:t>
        <a:bodyPr/>
        <a:lstStyle/>
        <a:p>
          <a:pPr latinLnBrk="1"/>
          <a:endParaRPr lang="ko-KR" altLang="en-US"/>
        </a:p>
      </dgm:t>
    </dgm:pt>
    <dgm:pt modelId="{231509B7-9341-4DD8-936F-D92B6B8E762F}" type="sibTrans" cxnId="{ACCB1417-0446-427B-A306-7BEF6A492BAA}">
      <dgm:prSet/>
      <dgm:spPr/>
      <dgm:t>
        <a:bodyPr/>
        <a:lstStyle/>
        <a:p>
          <a:pPr latinLnBrk="1"/>
          <a:endParaRPr lang="ko-KR" altLang="en-US"/>
        </a:p>
      </dgm:t>
    </dgm:pt>
    <dgm:pt modelId="{0DAA4FD8-AF75-4E6D-A78C-3545940112A4}">
      <dgm:prSet phldrT="[텍스트]"/>
      <dgm:spPr/>
      <dgm:t>
        <a:bodyPr/>
        <a:lstStyle/>
        <a:p>
          <a:pPr latinLnBrk="1"/>
          <a:r>
            <a:rPr lang="en-US" altLang="ko-KR" dirty="0"/>
            <a:t>6</a:t>
          </a:r>
          <a:endParaRPr lang="ko-KR" altLang="en-US" dirty="0"/>
        </a:p>
      </dgm:t>
    </dgm:pt>
    <dgm:pt modelId="{8ADC4B4D-4857-4C4B-8A48-1D8F60EA6F2A}" type="parTrans" cxnId="{CCCE6A67-3005-492A-9383-3634162A675B}">
      <dgm:prSet/>
      <dgm:spPr/>
      <dgm:t>
        <a:bodyPr/>
        <a:lstStyle/>
        <a:p>
          <a:pPr latinLnBrk="1"/>
          <a:endParaRPr lang="ko-KR" altLang="en-US"/>
        </a:p>
      </dgm:t>
    </dgm:pt>
    <dgm:pt modelId="{8C10842D-381C-430A-B51C-BE692F6B6D84}" type="sibTrans" cxnId="{CCCE6A67-3005-492A-9383-3634162A675B}">
      <dgm:prSet/>
      <dgm:spPr/>
      <dgm:t>
        <a:bodyPr/>
        <a:lstStyle/>
        <a:p>
          <a:pPr latinLnBrk="1"/>
          <a:endParaRPr lang="ko-KR" altLang="en-US"/>
        </a:p>
      </dgm:t>
    </dgm:pt>
    <dgm:pt modelId="{811F15DF-7D0A-4396-9572-8A839B25DABA}">
      <dgm:prSet phldrT="[텍스트]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C17D1208-8384-466B-A1B3-2B69FC55795F}" type="parTrans" cxnId="{B8A93AA7-330B-414D-8C2A-CF906B547C8C}">
      <dgm:prSet/>
      <dgm:spPr/>
      <dgm:t>
        <a:bodyPr/>
        <a:lstStyle/>
        <a:p>
          <a:pPr latinLnBrk="1"/>
          <a:endParaRPr lang="ko-KR" altLang="en-US"/>
        </a:p>
      </dgm:t>
    </dgm:pt>
    <dgm:pt modelId="{7EAEC6A9-B242-405C-B33D-1051D1722746}" type="sibTrans" cxnId="{B8A93AA7-330B-414D-8C2A-CF906B547C8C}">
      <dgm:prSet/>
      <dgm:spPr/>
      <dgm:t>
        <a:bodyPr/>
        <a:lstStyle/>
        <a:p>
          <a:pPr latinLnBrk="1"/>
          <a:endParaRPr lang="ko-KR" altLang="en-US"/>
        </a:p>
      </dgm:t>
    </dgm:pt>
    <dgm:pt modelId="{F60219C4-C255-4944-94D4-CA4D3DAF3886}" type="pres">
      <dgm:prSet presAssocID="{F62E0768-F160-4FF6-AE57-93CDC2BB776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2094116-FB59-4A32-B7C7-B496C152F43A}" type="pres">
      <dgm:prSet presAssocID="{80486F56-BA2A-47D7-8835-DB7E713DDC13}" presName="hierRoot1" presStyleCnt="0">
        <dgm:presLayoutVars>
          <dgm:hierBranch val="init"/>
        </dgm:presLayoutVars>
      </dgm:prSet>
      <dgm:spPr/>
    </dgm:pt>
    <dgm:pt modelId="{00AD8416-F9DB-4AA5-B6AA-C7D4E3AAEF69}" type="pres">
      <dgm:prSet presAssocID="{80486F56-BA2A-47D7-8835-DB7E713DDC13}" presName="rootComposite1" presStyleCnt="0"/>
      <dgm:spPr/>
    </dgm:pt>
    <dgm:pt modelId="{381F35DF-071B-4680-AEB8-629CF2EA7E70}" type="pres">
      <dgm:prSet presAssocID="{80486F56-BA2A-47D7-8835-DB7E713DDC13}" presName="rootText1" presStyleLbl="node0" presStyleIdx="0" presStyleCnt="4">
        <dgm:presLayoutVars>
          <dgm:chPref val="3"/>
        </dgm:presLayoutVars>
      </dgm:prSet>
      <dgm:spPr/>
    </dgm:pt>
    <dgm:pt modelId="{6E36E584-08BD-4003-90F4-C03044A9BE59}" type="pres">
      <dgm:prSet presAssocID="{80486F56-BA2A-47D7-8835-DB7E713DDC13}" presName="rootConnector1" presStyleLbl="node1" presStyleIdx="0" presStyleCnt="0"/>
      <dgm:spPr/>
    </dgm:pt>
    <dgm:pt modelId="{B05F3E0D-950B-4D5A-8B99-A23450FB792D}" type="pres">
      <dgm:prSet presAssocID="{80486F56-BA2A-47D7-8835-DB7E713DDC13}" presName="hierChild2" presStyleCnt="0"/>
      <dgm:spPr/>
    </dgm:pt>
    <dgm:pt modelId="{5CA4D2AF-C713-4B50-8541-27EA7305E834}" type="pres">
      <dgm:prSet presAssocID="{80486F56-BA2A-47D7-8835-DB7E713DDC13}" presName="hierChild3" presStyleCnt="0"/>
      <dgm:spPr/>
    </dgm:pt>
    <dgm:pt modelId="{47515368-4757-4572-A0B3-2386E55CA2F2}" type="pres">
      <dgm:prSet presAssocID="{AFF26930-7BB4-4693-96BB-7BDD01451FC7}" presName="hierRoot1" presStyleCnt="0">
        <dgm:presLayoutVars>
          <dgm:hierBranch val="init"/>
        </dgm:presLayoutVars>
      </dgm:prSet>
      <dgm:spPr/>
    </dgm:pt>
    <dgm:pt modelId="{C9988641-CFA8-498D-A345-05533DF204D3}" type="pres">
      <dgm:prSet presAssocID="{AFF26930-7BB4-4693-96BB-7BDD01451FC7}" presName="rootComposite1" presStyleCnt="0"/>
      <dgm:spPr/>
    </dgm:pt>
    <dgm:pt modelId="{680DEE3A-1B5B-4740-9028-E4DBF60753B3}" type="pres">
      <dgm:prSet presAssocID="{AFF26930-7BB4-4693-96BB-7BDD01451FC7}" presName="rootText1" presStyleLbl="node0" presStyleIdx="1" presStyleCnt="4">
        <dgm:presLayoutVars>
          <dgm:chPref val="3"/>
        </dgm:presLayoutVars>
      </dgm:prSet>
      <dgm:spPr/>
    </dgm:pt>
    <dgm:pt modelId="{2145163F-289A-43FD-86D3-309246700420}" type="pres">
      <dgm:prSet presAssocID="{AFF26930-7BB4-4693-96BB-7BDD01451FC7}" presName="rootConnector1" presStyleLbl="node1" presStyleIdx="0" presStyleCnt="0"/>
      <dgm:spPr/>
    </dgm:pt>
    <dgm:pt modelId="{F5C05F6A-2A9C-4CAB-9615-20412B32E3B1}" type="pres">
      <dgm:prSet presAssocID="{AFF26930-7BB4-4693-96BB-7BDD01451FC7}" presName="hierChild2" presStyleCnt="0"/>
      <dgm:spPr/>
    </dgm:pt>
    <dgm:pt modelId="{C778F963-3B22-4C9D-A767-A7CFADC8E4AF}" type="pres">
      <dgm:prSet presAssocID="{7FC8266D-4C95-4724-AEB2-FD31040230D4}" presName="Name37" presStyleLbl="parChTrans1D2" presStyleIdx="0" presStyleCnt="4"/>
      <dgm:spPr/>
    </dgm:pt>
    <dgm:pt modelId="{838A3634-6302-4E3F-A304-F76A0913A92B}" type="pres">
      <dgm:prSet presAssocID="{F0670EF8-38FE-4FB6-9459-24CD9C0CBE55}" presName="hierRoot2" presStyleCnt="0">
        <dgm:presLayoutVars>
          <dgm:hierBranch val="init"/>
        </dgm:presLayoutVars>
      </dgm:prSet>
      <dgm:spPr/>
    </dgm:pt>
    <dgm:pt modelId="{D6CE0A81-7F1D-4344-889A-6D8B00C48402}" type="pres">
      <dgm:prSet presAssocID="{F0670EF8-38FE-4FB6-9459-24CD9C0CBE55}" presName="rootComposite" presStyleCnt="0"/>
      <dgm:spPr/>
    </dgm:pt>
    <dgm:pt modelId="{7FDE93BE-E19D-4479-B7E5-D22F298D687E}" type="pres">
      <dgm:prSet presAssocID="{F0670EF8-38FE-4FB6-9459-24CD9C0CBE55}" presName="rootText" presStyleLbl="node2" presStyleIdx="0" presStyleCnt="4">
        <dgm:presLayoutVars>
          <dgm:chPref val="3"/>
        </dgm:presLayoutVars>
      </dgm:prSet>
      <dgm:spPr/>
    </dgm:pt>
    <dgm:pt modelId="{77A77634-361A-4547-ACF7-0E552D12C2D6}" type="pres">
      <dgm:prSet presAssocID="{F0670EF8-38FE-4FB6-9459-24CD9C0CBE55}" presName="rootConnector" presStyleLbl="node2" presStyleIdx="0" presStyleCnt="4"/>
      <dgm:spPr/>
    </dgm:pt>
    <dgm:pt modelId="{9E410532-4B6E-4421-8AD7-F6F9E3990B90}" type="pres">
      <dgm:prSet presAssocID="{F0670EF8-38FE-4FB6-9459-24CD9C0CBE55}" presName="hierChild4" presStyleCnt="0"/>
      <dgm:spPr/>
    </dgm:pt>
    <dgm:pt modelId="{CFD40C7B-2102-4A72-A85F-A4DF6B226242}" type="pres">
      <dgm:prSet presAssocID="{F0670EF8-38FE-4FB6-9459-24CD9C0CBE55}" presName="hierChild5" presStyleCnt="0"/>
      <dgm:spPr/>
    </dgm:pt>
    <dgm:pt modelId="{FA12C185-C6F9-43DF-BBCB-3B5D0FACAE12}" type="pres">
      <dgm:prSet presAssocID="{C17D1208-8384-466B-A1B3-2B69FC55795F}" presName="Name37" presStyleLbl="parChTrans1D2" presStyleIdx="1" presStyleCnt="4"/>
      <dgm:spPr/>
    </dgm:pt>
    <dgm:pt modelId="{AF15494A-5266-4C85-87FE-87A584A0082B}" type="pres">
      <dgm:prSet presAssocID="{811F15DF-7D0A-4396-9572-8A839B25DABA}" presName="hierRoot2" presStyleCnt="0">
        <dgm:presLayoutVars>
          <dgm:hierBranch val="init"/>
        </dgm:presLayoutVars>
      </dgm:prSet>
      <dgm:spPr/>
    </dgm:pt>
    <dgm:pt modelId="{B28E09E8-3B2A-412D-9D20-A47BDDF7E89B}" type="pres">
      <dgm:prSet presAssocID="{811F15DF-7D0A-4396-9572-8A839B25DABA}" presName="rootComposite" presStyleCnt="0"/>
      <dgm:spPr/>
    </dgm:pt>
    <dgm:pt modelId="{8CDF869E-D654-4C54-965E-BC544E35EE34}" type="pres">
      <dgm:prSet presAssocID="{811F15DF-7D0A-4396-9572-8A839B25DABA}" presName="rootText" presStyleLbl="node2" presStyleIdx="1" presStyleCnt="4">
        <dgm:presLayoutVars>
          <dgm:chPref val="3"/>
        </dgm:presLayoutVars>
      </dgm:prSet>
      <dgm:spPr/>
    </dgm:pt>
    <dgm:pt modelId="{2A73319B-C8C0-4404-ADA2-75422454AD63}" type="pres">
      <dgm:prSet presAssocID="{811F15DF-7D0A-4396-9572-8A839B25DABA}" presName="rootConnector" presStyleLbl="node2" presStyleIdx="1" presStyleCnt="4"/>
      <dgm:spPr/>
    </dgm:pt>
    <dgm:pt modelId="{B5EF9B82-B571-40DE-BE69-3F5E3D426CE6}" type="pres">
      <dgm:prSet presAssocID="{811F15DF-7D0A-4396-9572-8A839B25DABA}" presName="hierChild4" presStyleCnt="0"/>
      <dgm:spPr/>
    </dgm:pt>
    <dgm:pt modelId="{4CBB5AE0-EDA3-4597-BBCA-9F1ACFB80865}" type="pres">
      <dgm:prSet presAssocID="{811F15DF-7D0A-4396-9572-8A839B25DABA}" presName="hierChild5" presStyleCnt="0"/>
      <dgm:spPr/>
    </dgm:pt>
    <dgm:pt modelId="{F6D62F4C-2ED5-4D97-82E2-64A200C46B3F}" type="pres">
      <dgm:prSet presAssocID="{AFF26930-7BB4-4693-96BB-7BDD01451FC7}" presName="hierChild3" presStyleCnt="0"/>
      <dgm:spPr/>
    </dgm:pt>
    <dgm:pt modelId="{E61E67A8-25FB-47F9-A691-3C54795C5BB5}" type="pres">
      <dgm:prSet presAssocID="{0DAA4FD8-AF75-4E6D-A78C-3545940112A4}" presName="hierRoot1" presStyleCnt="0">
        <dgm:presLayoutVars>
          <dgm:hierBranch val="init"/>
        </dgm:presLayoutVars>
      </dgm:prSet>
      <dgm:spPr/>
    </dgm:pt>
    <dgm:pt modelId="{2E388D0E-93AC-49C0-813B-350466F44D64}" type="pres">
      <dgm:prSet presAssocID="{0DAA4FD8-AF75-4E6D-A78C-3545940112A4}" presName="rootComposite1" presStyleCnt="0"/>
      <dgm:spPr/>
    </dgm:pt>
    <dgm:pt modelId="{B9D42DBC-4F9C-4D16-BDBB-328A0AD52218}" type="pres">
      <dgm:prSet presAssocID="{0DAA4FD8-AF75-4E6D-A78C-3545940112A4}" presName="rootText1" presStyleLbl="node0" presStyleIdx="2" presStyleCnt="4">
        <dgm:presLayoutVars>
          <dgm:chPref val="3"/>
        </dgm:presLayoutVars>
      </dgm:prSet>
      <dgm:spPr/>
    </dgm:pt>
    <dgm:pt modelId="{0FE766C6-C821-4716-A61B-36DC0B49318B}" type="pres">
      <dgm:prSet presAssocID="{0DAA4FD8-AF75-4E6D-A78C-3545940112A4}" presName="rootConnector1" presStyleLbl="node1" presStyleIdx="0" presStyleCnt="0"/>
      <dgm:spPr/>
    </dgm:pt>
    <dgm:pt modelId="{1F0D04A6-5238-4BCE-A8D4-5D700624A239}" type="pres">
      <dgm:prSet presAssocID="{0DAA4FD8-AF75-4E6D-A78C-3545940112A4}" presName="hierChild2" presStyleCnt="0"/>
      <dgm:spPr/>
    </dgm:pt>
    <dgm:pt modelId="{7473F359-309C-4E1D-A24D-E5FC01CE59FA}" type="pres">
      <dgm:prSet presAssocID="{45B7E010-4659-47F9-B78F-637B98CFFAAD}" presName="Name37" presStyleLbl="parChTrans1D2" presStyleIdx="2" presStyleCnt="4"/>
      <dgm:spPr/>
    </dgm:pt>
    <dgm:pt modelId="{BE6212C5-105F-4C61-A8C5-00BDE010F8F9}" type="pres">
      <dgm:prSet presAssocID="{2FAF86EC-4263-4555-B9B1-F71E418DCB87}" presName="hierRoot2" presStyleCnt="0">
        <dgm:presLayoutVars>
          <dgm:hierBranch val="init"/>
        </dgm:presLayoutVars>
      </dgm:prSet>
      <dgm:spPr/>
    </dgm:pt>
    <dgm:pt modelId="{EBEC2F44-79EC-4C89-80B8-70C2F4C480A3}" type="pres">
      <dgm:prSet presAssocID="{2FAF86EC-4263-4555-B9B1-F71E418DCB87}" presName="rootComposite" presStyleCnt="0"/>
      <dgm:spPr/>
    </dgm:pt>
    <dgm:pt modelId="{C8466634-F71E-4FD4-90AD-1CDF1AA5090C}" type="pres">
      <dgm:prSet presAssocID="{2FAF86EC-4263-4555-B9B1-F71E418DCB87}" presName="rootText" presStyleLbl="node2" presStyleIdx="2" presStyleCnt="4">
        <dgm:presLayoutVars>
          <dgm:chPref val="3"/>
        </dgm:presLayoutVars>
      </dgm:prSet>
      <dgm:spPr/>
    </dgm:pt>
    <dgm:pt modelId="{BD60EFE7-72C0-452A-ADA8-504A97E4727E}" type="pres">
      <dgm:prSet presAssocID="{2FAF86EC-4263-4555-B9B1-F71E418DCB87}" presName="rootConnector" presStyleLbl="node2" presStyleIdx="2" presStyleCnt="4"/>
      <dgm:spPr/>
    </dgm:pt>
    <dgm:pt modelId="{B9C3F2DE-DE30-4249-A349-C5661747EC79}" type="pres">
      <dgm:prSet presAssocID="{2FAF86EC-4263-4555-B9B1-F71E418DCB87}" presName="hierChild4" presStyleCnt="0"/>
      <dgm:spPr/>
    </dgm:pt>
    <dgm:pt modelId="{72537974-C93A-4847-9E89-65D6054FEC79}" type="pres">
      <dgm:prSet presAssocID="{2FAF86EC-4263-4555-B9B1-F71E418DCB87}" presName="hierChild5" presStyleCnt="0"/>
      <dgm:spPr/>
    </dgm:pt>
    <dgm:pt modelId="{B79CDC92-6A7F-44A1-8D4B-9B5ACDD82B2A}" type="pres">
      <dgm:prSet presAssocID="{0DAA4FD8-AF75-4E6D-A78C-3545940112A4}" presName="hierChild3" presStyleCnt="0"/>
      <dgm:spPr/>
    </dgm:pt>
    <dgm:pt modelId="{7EAB3F19-1D5C-4E7E-A8E2-78A5BC381287}" type="pres">
      <dgm:prSet presAssocID="{8254FB42-9D93-4295-9D93-CC66E3C685FD}" presName="hierRoot1" presStyleCnt="0">
        <dgm:presLayoutVars>
          <dgm:hierBranch val="init"/>
        </dgm:presLayoutVars>
      </dgm:prSet>
      <dgm:spPr/>
    </dgm:pt>
    <dgm:pt modelId="{10A13444-7E21-48F2-B643-A0E56CFD01CE}" type="pres">
      <dgm:prSet presAssocID="{8254FB42-9D93-4295-9D93-CC66E3C685FD}" presName="rootComposite1" presStyleCnt="0"/>
      <dgm:spPr/>
    </dgm:pt>
    <dgm:pt modelId="{3B9195A0-911B-401E-87CB-93E151CDB5C4}" type="pres">
      <dgm:prSet presAssocID="{8254FB42-9D93-4295-9D93-CC66E3C685FD}" presName="rootText1" presStyleLbl="node0" presStyleIdx="3" presStyleCnt="4">
        <dgm:presLayoutVars>
          <dgm:chPref val="3"/>
        </dgm:presLayoutVars>
      </dgm:prSet>
      <dgm:spPr/>
    </dgm:pt>
    <dgm:pt modelId="{9FE6B73C-6EC5-44FA-B31E-143E30D553AA}" type="pres">
      <dgm:prSet presAssocID="{8254FB42-9D93-4295-9D93-CC66E3C685FD}" presName="rootConnector1" presStyleLbl="node1" presStyleIdx="0" presStyleCnt="0"/>
      <dgm:spPr/>
    </dgm:pt>
    <dgm:pt modelId="{10A7CA0C-6FE0-4D7F-8FCC-5163EAE9F482}" type="pres">
      <dgm:prSet presAssocID="{8254FB42-9D93-4295-9D93-CC66E3C685FD}" presName="hierChild2" presStyleCnt="0"/>
      <dgm:spPr/>
    </dgm:pt>
    <dgm:pt modelId="{D1B9D30F-2E35-4BDA-98F5-AE7B3518A6BA}" type="pres">
      <dgm:prSet presAssocID="{518A6E3B-A5F7-436B-90AE-83E6999D7A56}" presName="Name37" presStyleLbl="parChTrans1D2" presStyleIdx="3" presStyleCnt="4"/>
      <dgm:spPr/>
    </dgm:pt>
    <dgm:pt modelId="{A105C92A-466E-411D-895F-354EF4EF66FB}" type="pres">
      <dgm:prSet presAssocID="{A0791F0F-8051-417C-9747-6C4C7FA27A71}" presName="hierRoot2" presStyleCnt="0">
        <dgm:presLayoutVars>
          <dgm:hierBranch val="init"/>
        </dgm:presLayoutVars>
      </dgm:prSet>
      <dgm:spPr/>
    </dgm:pt>
    <dgm:pt modelId="{9C44D039-0ED2-4090-8C8F-F38F20C698DC}" type="pres">
      <dgm:prSet presAssocID="{A0791F0F-8051-417C-9747-6C4C7FA27A71}" presName="rootComposite" presStyleCnt="0"/>
      <dgm:spPr/>
    </dgm:pt>
    <dgm:pt modelId="{D5DB7658-3438-4B35-A9FD-F6657507307B}" type="pres">
      <dgm:prSet presAssocID="{A0791F0F-8051-417C-9747-6C4C7FA27A71}" presName="rootText" presStyleLbl="node2" presStyleIdx="3" presStyleCnt="4">
        <dgm:presLayoutVars>
          <dgm:chPref val="3"/>
        </dgm:presLayoutVars>
      </dgm:prSet>
      <dgm:spPr/>
    </dgm:pt>
    <dgm:pt modelId="{D5B5A491-4FEB-4C0C-82A1-7A39B58C6E72}" type="pres">
      <dgm:prSet presAssocID="{A0791F0F-8051-417C-9747-6C4C7FA27A71}" presName="rootConnector" presStyleLbl="node2" presStyleIdx="3" presStyleCnt="4"/>
      <dgm:spPr/>
    </dgm:pt>
    <dgm:pt modelId="{3ADE93B7-F4CB-4DFE-8E8E-0EA83DAB1A8F}" type="pres">
      <dgm:prSet presAssocID="{A0791F0F-8051-417C-9747-6C4C7FA27A71}" presName="hierChild4" presStyleCnt="0"/>
      <dgm:spPr/>
    </dgm:pt>
    <dgm:pt modelId="{C8BB1774-850F-4608-B69D-2D0BBC203F6A}" type="pres">
      <dgm:prSet presAssocID="{A0791F0F-8051-417C-9747-6C4C7FA27A71}" presName="hierChild5" presStyleCnt="0"/>
      <dgm:spPr/>
    </dgm:pt>
    <dgm:pt modelId="{5B7095C6-98FB-4676-BF6A-6F33C12BA741}" type="pres">
      <dgm:prSet presAssocID="{8254FB42-9D93-4295-9D93-CC66E3C685FD}" presName="hierChild3" presStyleCnt="0"/>
      <dgm:spPr/>
    </dgm:pt>
  </dgm:ptLst>
  <dgm:cxnLst>
    <dgm:cxn modelId="{1079A101-9475-4E5B-8BD5-EEBC1F2DF5FA}" type="presOf" srcId="{F62E0768-F160-4FF6-AE57-93CDC2BB7767}" destId="{F60219C4-C255-4944-94D4-CA4D3DAF3886}" srcOrd="0" destOrd="0" presId="urn:microsoft.com/office/officeart/2005/8/layout/orgChart1"/>
    <dgm:cxn modelId="{462E7203-9241-4329-A6BF-7AAAD36214A2}" type="presOf" srcId="{AFF26930-7BB4-4693-96BB-7BDD01451FC7}" destId="{2145163F-289A-43FD-86D3-309246700420}" srcOrd="1" destOrd="0" presId="urn:microsoft.com/office/officeart/2005/8/layout/orgChart1"/>
    <dgm:cxn modelId="{464BC10F-4063-4693-9D9C-6BDBA8EEAE38}" srcId="{8254FB42-9D93-4295-9D93-CC66E3C685FD}" destId="{A0791F0F-8051-417C-9747-6C4C7FA27A71}" srcOrd="0" destOrd="0" parTransId="{518A6E3B-A5F7-436B-90AE-83E6999D7A56}" sibTransId="{5C8C1D4C-E8B2-474F-AD30-C3501D87CA29}"/>
    <dgm:cxn modelId="{AACF0515-7E13-4AB8-AC10-D5F6AF533F9D}" type="presOf" srcId="{518A6E3B-A5F7-436B-90AE-83E6999D7A56}" destId="{D1B9D30F-2E35-4BDA-98F5-AE7B3518A6BA}" srcOrd="0" destOrd="0" presId="urn:microsoft.com/office/officeart/2005/8/layout/orgChart1"/>
    <dgm:cxn modelId="{ACCB1417-0446-427B-A306-7BEF6A492BAA}" srcId="{F62E0768-F160-4FF6-AE57-93CDC2BB7767}" destId="{8254FB42-9D93-4295-9D93-CC66E3C685FD}" srcOrd="3" destOrd="0" parTransId="{11D9F73D-C4DE-4A12-B8B9-145381FBA9ED}" sibTransId="{231509B7-9341-4DD8-936F-D92B6B8E762F}"/>
    <dgm:cxn modelId="{1B2D5A24-15FA-4B07-91E7-F90223C8AF28}" type="presOf" srcId="{2FAF86EC-4263-4555-B9B1-F71E418DCB87}" destId="{C8466634-F71E-4FD4-90AD-1CDF1AA5090C}" srcOrd="0" destOrd="0" presId="urn:microsoft.com/office/officeart/2005/8/layout/orgChart1"/>
    <dgm:cxn modelId="{D8DAEB24-471B-4DED-8DCA-596CEB0C4AC9}" srcId="{F62E0768-F160-4FF6-AE57-93CDC2BB7767}" destId="{80486F56-BA2A-47D7-8835-DB7E713DDC13}" srcOrd="0" destOrd="0" parTransId="{8133DA7F-5487-4BBB-8387-A18F2F415EC3}" sibTransId="{E12FCDC7-93B2-4876-8E58-6812FD5C03BD}"/>
    <dgm:cxn modelId="{11434828-EA2C-43CC-9819-0B462322E617}" type="presOf" srcId="{0DAA4FD8-AF75-4E6D-A78C-3545940112A4}" destId="{0FE766C6-C821-4716-A61B-36DC0B49318B}" srcOrd="1" destOrd="0" presId="urn:microsoft.com/office/officeart/2005/8/layout/orgChart1"/>
    <dgm:cxn modelId="{BED37243-A85B-4035-A1A5-E0B3874EAAE1}" type="presOf" srcId="{80486F56-BA2A-47D7-8835-DB7E713DDC13}" destId="{381F35DF-071B-4680-AEB8-629CF2EA7E70}" srcOrd="0" destOrd="0" presId="urn:microsoft.com/office/officeart/2005/8/layout/orgChart1"/>
    <dgm:cxn modelId="{541F7665-E5E7-4774-957D-D0EE9FF70159}" type="presOf" srcId="{A0791F0F-8051-417C-9747-6C4C7FA27A71}" destId="{D5DB7658-3438-4B35-A9FD-F6657507307B}" srcOrd="0" destOrd="0" presId="urn:microsoft.com/office/officeart/2005/8/layout/orgChart1"/>
    <dgm:cxn modelId="{CCCE6A67-3005-492A-9383-3634162A675B}" srcId="{F62E0768-F160-4FF6-AE57-93CDC2BB7767}" destId="{0DAA4FD8-AF75-4E6D-A78C-3545940112A4}" srcOrd="2" destOrd="0" parTransId="{8ADC4B4D-4857-4C4B-8A48-1D8F60EA6F2A}" sibTransId="{8C10842D-381C-430A-B51C-BE692F6B6D84}"/>
    <dgm:cxn modelId="{60322D68-211F-421F-A242-0B650580AA70}" type="presOf" srcId="{8254FB42-9D93-4295-9D93-CC66E3C685FD}" destId="{9FE6B73C-6EC5-44FA-B31E-143E30D553AA}" srcOrd="1" destOrd="0" presId="urn:microsoft.com/office/officeart/2005/8/layout/orgChart1"/>
    <dgm:cxn modelId="{FBC4C953-D938-4B8E-A18C-ED14D6B3B761}" type="presOf" srcId="{7FC8266D-4C95-4724-AEB2-FD31040230D4}" destId="{C778F963-3B22-4C9D-A767-A7CFADC8E4AF}" srcOrd="0" destOrd="0" presId="urn:microsoft.com/office/officeart/2005/8/layout/orgChart1"/>
    <dgm:cxn modelId="{AEBE2384-8F79-4E8B-8CDD-13145A511BFE}" type="presOf" srcId="{8254FB42-9D93-4295-9D93-CC66E3C685FD}" destId="{3B9195A0-911B-401E-87CB-93E151CDB5C4}" srcOrd="0" destOrd="0" presId="urn:microsoft.com/office/officeart/2005/8/layout/orgChart1"/>
    <dgm:cxn modelId="{0FE77587-B37D-4B50-AE6B-2B4BE092BB72}" srcId="{F62E0768-F160-4FF6-AE57-93CDC2BB7767}" destId="{AFF26930-7BB4-4693-96BB-7BDD01451FC7}" srcOrd="1" destOrd="0" parTransId="{0B106115-5D37-494A-B768-BE26FE6F2DE7}" sibTransId="{02643770-0546-4385-B843-25EAA9FFC47D}"/>
    <dgm:cxn modelId="{85AB5D89-E331-46D2-94C4-D837BDD1E9B3}" type="presOf" srcId="{811F15DF-7D0A-4396-9572-8A839B25DABA}" destId="{2A73319B-C8C0-4404-ADA2-75422454AD63}" srcOrd="1" destOrd="0" presId="urn:microsoft.com/office/officeart/2005/8/layout/orgChart1"/>
    <dgm:cxn modelId="{769FD395-9495-4077-A807-49A9E980C984}" type="presOf" srcId="{45B7E010-4659-47F9-B78F-637B98CFFAAD}" destId="{7473F359-309C-4E1D-A24D-E5FC01CE59FA}" srcOrd="0" destOrd="0" presId="urn:microsoft.com/office/officeart/2005/8/layout/orgChart1"/>
    <dgm:cxn modelId="{B8A93AA7-330B-414D-8C2A-CF906B547C8C}" srcId="{AFF26930-7BB4-4693-96BB-7BDD01451FC7}" destId="{811F15DF-7D0A-4396-9572-8A839B25DABA}" srcOrd="1" destOrd="0" parTransId="{C17D1208-8384-466B-A1B3-2B69FC55795F}" sibTransId="{7EAEC6A9-B242-405C-B33D-1051D1722746}"/>
    <dgm:cxn modelId="{59C07CB7-19AC-4835-BC02-D433753349C3}" type="presOf" srcId="{A0791F0F-8051-417C-9747-6C4C7FA27A71}" destId="{D5B5A491-4FEB-4C0C-82A1-7A39B58C6E72}" srcOrd="1" destOrd="0" presId="urn:microsoft.com/office/officeart/2005/8/layout/orgChart1"/>
    <dgm:cxn modelId="{DA19CBBC-BB38-4195-961D-A2AB1B4D3955}" type="presOf" srcId="{811F15DF-7D0A-4396-9572-8A839B25DABA}" destId="{8CDF869E-D654-4C54-965E-BC544E35EE34}" srcOrd="0" destOrd="0" presId="urn:microsoft.com/office/officeart/2005/8/layout/orgChart1"/>
    <dgm:cxn modelId="{7F9E87CB-C80F-444B-89E7-03EF9FE9A82E}" type="presOf" srcId="{0DAA4FD8-AF75-4E6D-A78C-3545940112A4}" destId="{B9D42DBC-4F9C-4D16-BDBB-328A0AD52218}" srcOrd="0" destOrd="0" presId="urn:microsoft.com/office/officeart/2005/8/layout/orgChart1"/>
    <dgm:cxn modelId="{3C3630CC-2D5B-4B35-968E-3036E9F55C1F}" type="presOf" srcId="{AFF26930-7BB4-4693-96BB-7BDD01451FC7}" destId="{680DEE3A-1B5B-4740-9028-E4DBF60753B3}" srcOrd="0" destOrd="0" presId="urn:microsoft.com/office/officeart/2005/8/layout/orgChart1"/>
    <dgm:cxn modelId="{3C71B4D7-24F7-43A9-8CAF-F29CF547EDC1}" type="presOf" srcId="{C17D1208-8384-466B-A1B3-2B69FC55795F}" destId="{FA12C185-C6F9-43DF-BBCB-3B5D0FACAE12}" srcOrd="0" destOrd="0" presId="urn:microsoft.com/office/officeart/2005/8/layout/orgChart1"/>
    <dgm:cxn modelId="{7DEC6DDB-430B-47DA-BBBE-5B44A8FF937C}" type="presOf" srcId="{80486F56-BA2A-47D7-8835-DB7E713DDC13}" destId="{6E36E584-08BD-4003-90F4-C03044A9BE59}" srcOrd="1" destOrd="0" presId="urn:microsoft.com/office/officeart/2005/8/layout/orgChart1"/>
    <dgm:cxn modelId="{7EB975E0-BE44-4514-B193-6680F623A78E}" srcId="{AFF26930-7BB4-4693-96BB-7BDD01451FC7}" destId="{F0670EF8-38FE-4FB6-9459-24CD9C0CBE55}" srcOrd="0" destOrd="0" parTransId="{7FC8266D-4C95-4724-AEB2-FD31040230D4}" sibTransId="{1B06AC4B-5AFB-4ACB-8B16-D7298E58BDCD}"/>
    <dgm:cxn modelId="{3952D8E4-9233-41CA-97BC-6476DD25E3A2}" type="presOf" srcId="{F0670EF8-38FE-4FB6-9459-24CD9C0CBE55}" destId="{7FDE93BE-E19D-4479-B7E5-D22F298D687E}" srcOrd="0" destOrd="0" presId="urn:microsoft.com/office/officeart/2005/8/layout/orgChart1"/>
    <dgm:cxn modelId="{435A32EB-CBF7-494E-B503-CBDD83668A90}" srcId="{0DAA4FD8-AF75-4E6D-A78C-3545940112A4}" destId="{2FAF86EC-4263-4555-B9B1-F71E418DCB87}" srcOrd="0" destOrd="0" parTransId="{45B7E010-4659-47F9-B78F-637B98CFFAAD}" sibTransId="{2CC6BEE6-E698-4CBD-A51E-F74990B02589}"/>
    <dgm:cxn modelId="{990E62F9-C97B-4671-A894-59F6B7D5A3CB}" type="presOf" srcId="{2FAF86EC-4263-4555-B9B1-F71E418DCB87}" destId="{BD60EFE7-72C0-452A-ADA8-504A97E4727E}" srcOrd="1" destOrd="0" presId="urn:microsoft.com/office/officeart/2005/8/layout/orgChart1"/>
    <dgm:cxn modelId="{A4A97AFE-B7C1-4D1F-8BBB-0622D6D87138}" type="presOf" srcId="{F0670EF8-38FE-4FB6-9459-24CD9C0CBE55}" destId="{77A77634-361A-4547-ACF7-0E552D12C2D6}" srcOrd="1" destOrd="0" presId="urn:microsoft.com/office/officeart/2005/8/layout/orgChart1"/>
    <dgm:cxn modelId="{889242D1-6886-4A20-A67C-2B3F9244B5EC}" type="presParOf" srcId="{F60219C4-C255-4944-94D4-CA4D3DAF3886}" destId="{92094116-FB59-4A32-B7C7-B496C152F43A}" srcOrd="0" destOrd="0" presId="urn:microsoft.com/office/officeart/2005/8/layout/orgChart1"/>
    <dgm:cxn modelId="{D49F645D-5FF0-4766-9D19-F4D13F3B30A3}" type="presParOf" srcId="{92094116-FB59-4A32-B7C7-B496C152F43A}" destId="{00AD8416-F9DB-4AA5-B6AA-C7D4E3AAEF69}" srcOrd="0" destOrd="0" presId="urn:microsoft.com/office/officeart/2005/8/layout/orgChart1"/>
    <dgm:cxn modelId="{CCA49686-BBC2-456A-A5BC-DF334FDB0F29}" type="presParOf" srcId="{00AD8416-F9DB-4AA5-B6AA-C7D4E3AAEF69}" destId="{381F35DF-071B-4680-AEB8-629CF2EA7E70}" srcOrd="0" destOrd="0" presId="urn:microsoft.com/office/officeart/2005/8/layout/orgChart1"/>
    <dgm:cxn modelId="{64311236-6F40-440F-9073-03EEEADAB22E}" type="presParOf" srcId="{00AD8416-F9DB-4AA5-B6AA-C7D4E3AAEF69}" destId="{6E36E584-08BD-4003-90F4-C03044A9BE59}" srcOrd="1" destOrd="0" presId="urn:microsoft.com/office/officeart/2005/8/layout/orgChart1"/>
    <dgm:cxn modelId="{A4A045E0-2F2A-4BCB-91A9-AD25A94E8BE8}" type="presParOf" srcId="{92094116-FB59-4A32-B7C7-B496C152F43A}" destId="{B05F3E0D-950B-4D5A-8B99-A23450FB792D}" srcOrd="1" destOrd="0" presId="urn:microsoft.com/office/officeart/2005/8/layout/orgChart1"/>
    <dgm:cxn modelId="{C305A045-FA17-4981-9FC4-27644B7E0CDF}" type="presParOf" srcId="{92094116-FB59-4A32-B7C7-B496C152F43A}" destId="{5CA4D2AF-C713-4B50-8541-27EA7305E834}" srcOrd="2" destOrd="0" presId="urn:microsoft.com/office/officeart/2005/8/layout/orgChart1"/>
    <dgm:cxn modelId="{934034B1-8318-4962-8222-788496369820}" type="presParOf" srcId="{F60219C4-C255-4944-94D4-CA4D3DAF3886}" destId="{47515368-4757-4572-A0B3-2386E55CA2F2}" srcOrd="1" destOrd="0" presId="urn:microsoft.com/office/officeart/2005/8/layout/orgChart1"/>
    <dgm:cxn modelId="{0434A185-9F9A-4F87-BA0B-C024A58944A3}" type="presParOf" srcId="{47515368-4757-4572-A0B3-2386E55CA2F2}" destId="{C9988641-CFA8-498D-A345-05533DF204D3}" srcOrd="0" destOrd="0" presId="urn:microsoft.com/office/officeart/2005/8/layout/orgChart1"/>
    <dgm:cxn modelId="{D78DACD3-BC5D-414E-B991-3D669049011D}" type="presParOf" srcId="{C9988641-CFA8-498D-A345-05533DF204D3}" destId="{680DEE3A-1B5B-4740-9028-E4DBF60753B3}" srcOrd="0" destOrd="0" presId="urn:microsoft.com/office/officeart/2005/8/layout/orgChart1"/>
    <dgm:cxn modelId="{9E51C6BE-39FC-4782-A62F-1A86633848EC}" type="presParOf" srcId="{C9988641-CFA8-498D-A345-05533DF204D3}" destId="{2145163F-289A-43FD-86D3-309246700420}" srcOrd="1" destOrd="0" presId="urn:microsoft.com/office/officeart/2005/8/layout/orgChart1"/>
    <dgm:cxn modelId="{80504EE2-014C-450D-8966-E0993024CBD5}" type="presParOf" srcId="{47515368-4757-4572-A0B3-2386E55CA2F2}" destId="{F5C05F6A-2A9C-4CAB-9615-20412B32E3B1}" srcOrd="1" destOrd="0" presId="urn:microsoft.com/office/officeart/2005/8/layout/orgChart1"/>
    <dgm:cxn modelId="{240E93E7-2E1F-48F4-8842-B4EB560C3189}" type="presParOf" srcId="{F5C05F6A-2A9C-4CAB-9615-20412B32E3B1}" destId="{C778F963-3B22-4C9D-A767-A7CFADC8E4AF}" srcOrd="0" destOrd="0" presId="urn:microsoft.com/office/officeart/2005/8/layout/orgChart1"/>
    <dgm:cxn modelId="{7212AA1E-5063-4FBB-BAB7-2C9E77477571}" type="presParOf" srcId="{F5C05F6A-2A9C-4CAB-9615-20412B32E3B1}" destId="{838A3634-6302-4E3F-A304-F76A0913A92B}" srcOrd="1" destOrd="0" presId="urn:microsoft.com/office/officeart/2005/8/layout/orgChart1"/>
    <dgm:cxn modelId="{489AF74F-B1C2-4995-BD05-7BEAB997642E}" type="presParOf" srcId="{838A3634-6302-4E3F-A304-F76A0913A92B}" destId="{D6CE0A81-7F1D-4344-889A-6D8B00C48402}" srcOrd="0" destOrd="0" presId="urn:microsoft.com/office/officeart/2005/8/layout/orgChart1"/>
    <dgm:cxn modelId="{83AD7D7C-E720-4285-A709-10D04CE92E54}" type="presParOf" srcId="{D6CE0A81-7F1D-4344-889A-6D8B00C48402}" destId="{7FDE93BE-E19D-4479-B7E5-D22F298D687E}" srcOrd="0" destOrd="0" presId="urn:microsoft.com/office/officeart/2005/8/layout/orgChart1"/>
    <dgm:cxn modelId="{C45A91F4-F7CF-4845-93C4-940BD972ABBC}" type="presParOf" srcId="{D6CE0A81-7F1D-4344-889A-6D8B00C48402}" destId="{77A77634-361A-4547-ACF7-0E552D12C2D6}" srcOrd="1" destOrd="0" presId="urn:microsoft.com/office/officeart/2005/8/layout/orgChart1"/>
    <dgm:cxn modelId="{6E4F087E-6888-4AFD-8BB1-D0050AC7B0E5}" type="presParOf" srcId="{838A3634-6302-4E3F-A304-F76A0913A92B}" destId="{9E410532-4B6E-4421-8AD7-F6F9E3990B90}" srcOrd="1" destOrd="0" presId="urn:microsoft.com/office/officeart/2005/8/layout/orgChart1"/>
    <dgm:cxn modelId="{FDD28BC6-B94E-491E-9044-625BB6195101}" type="presParOf" srcId="{838A3634-6302-4E3F-A304-F76A0913A92B}" destId="{CFD40C7B-2102-4A72-A85F-A4DF6B226242}" srcOrd="2" destOrd="0" presId="urn:microsoft.com/office/officeart/2005/8/layout/orgChart1"/>
    <dgm:cxn modelId="{B61CC066-B06A-49DB-85AD-49B8000DB48D}" type="presParOf" srcId="{F5C05F6A-2A9C-4CAB-9615-20412B32E3B1}" destId="{FA12C185-C6F9-43DF-BBCB-3B5D0FACAE12}" srcOrd="2" destOrd="0" presId="urn:microsoft.com/office/officeart/2005/8/layout/orgChart1"/>
    <dgm:cxn modelId="{EB8EC9F2-D63A-4402-98B8-5E91AEFF8E33}" type="presParOf" srcId="{F5C05F6A-2A9C-4CAB-9615-20412B32E3B1}" destId="{AF15494A-5266-4C85-87FE-87A584A0082B}" srcOrd="3" destOrd="0" presId="urn:microsoft.com/office/officeart/2005/8/layout/orgChart1"/>
    <dgm:cxn modelId="{CA4AC61C-5ABA-432F-9266-9F7F0C43D132}" type="presParOf" srcId="{AF15494A-5266-4C85-87FE-87A584A0082B}" destId="{B28E09E8-3B2A-412D-9D20-A47BDDF7E89B}" srcOrd="0" destOrd="0" presId="urn:microsoft.com/office/officeart/2005/8/layout/orgChart1"/>
    <dgm:cxn modelId="{0ADC215A-DF0A-462E-83ED-5955F8C25B4E}" type="presParOf" srcId="{B28E09E8-3B2A-412D-9D20-A47BDDF7E89B}" destId="{8CDF869E-D654-4C54-965E-BC544E35EE34}" srcOrd="0" destOrd="0" presId="urn:microsoft.com/office/officeart/2005/8/layout/orgChart1"/>
    <dgm:cxn modelId="{8A6682E4-8C08-4622-B765-F8EE6C9A7311}" type="presParOf" srcId="{B28E09E8-3B2A-412D-9D20-A47BDDF7E89B}" destId="{2A73319B-C8C0-4404-ADA2-75422454AD63}" srcOrd="1" destOrd="0" presId="urn:microsoft.com/office/officeart/2005/8/layout/orgChart1"/>
    <dgm:cxn modelId="{DC5C34F4-1F17-4589-9D08-83FD3E136BD4}" type="presParOf" srcId="{AF15494A-5266-4C85-87FE-87A584A0082B}" destId="{B5EF9B82-B571-40DE-BE69-3F5E3D426CE6}" srcOrd="1" destOrd="0" presId="urn:microsoft.com/office/officeart/2005/8/layout/orgChart1"/>
    <dgm:cxn modelId="{A82DA79D-C70A-461F-B17F-E1901F8E3C27}" type="presParOf" srcId="{AF15494A-5266-4C85-87FE-87A584A0082B}" destId="{4CBB5AE0-EDA3-4597-BBCA-9F1ACFB80865}" srcOrd="2" destOrd="0" presId="urn:microsoft.com/office/officeart/2005/8/layout/orgChart1"/>
    <dgm:cxn modelId="{6A6C6A8A-E77E-45DA-9F70-7B63E5B04FE1}" type="presParOf" srcId="{47515368-4757-4572-A0B3-2386E55CA2F2}" destId="{F6D62F4C-2ED5-4D97-82E2-64A200C46B3F}" srcOrd="2" destOrd="0" presId="urn:microsoft.com/office/officeart/2005/8/layout/orgChart1"/>
    <dgm:cxn modelId="{92B4A2F6-C3F1-4647-A099-82F90863FCBD}" type="presParOf" srcId="{F60219C4-C255-4944-94D4-CA4D3DAF3886}" destId="{E61E67A8-25FB-47F9-A691-3C54795C5BB5}" srcOrd="2" destOrd="0" presId="urn:microsoft.com/office/officeart/2005/8/layout/orgChart1"/>
    <dgm:cxn modelId="{797550F0-4D42-4AFD-8E8F-97649EFD56C7}" type="presParOf" srcId="{E61E67A8-25FB-47F9-A691-3C54795C5BB5}" destId="{2E388D0E-93AC-49C0-813B-350466F44D64}" srcOrd="0" destOrd="0" presId="urn:microsoft.com/office/officeart/2005/8/layout/orgChart1"/>
    <dgm:cxn modelId="{08B832D3-194E-4778-824A-C2465CAD6A19}" type="presParOf" srcId="{2E388D0E-93AC-49C0-813B-350466F44D64}" destId="{B9D42DBC-4F9C-4D16-BDBB-328A0AD52218}" srcOrd="0" destOrd="0" presId="urn:microsoft.com/office/officeart/2005/8/layout/orgChart1"/>
    <dgm:cxn modelId="{702887CF-3BD2-4F23-9000-0F6C1B56C780}" type="presParOf" srcId="{2E388D0E-93AC-49C0-813B-350466F44D64}" destId="{0FE766C6-C821-4716-A61B-36DC0B49318B}" srcOrd="1" destOrd="0" presId="urn:microsoft.com/office/officeart/2005/8/layout/orgChart1"/>
    <dgm:cxn modelId="{2B0A202A-5DDC-4F3F-A1C1-6F043157FABF}" type="presParOf" srcId="{E61E67A8-25FB-47F9-A691-3C54795C5BB5}" destId="{1F0D04A6-5238-4BCE-A8D4-5D700624A239}" srcOrd="1" destOrd="0" presId="urn:microsoft.com/office/officeart/2005/8/layout/orgChart1"/>
    <dgm:cxn modelId="{0DC5B19D-FB85-4499-97B7-31285E5957F2}" type="presParOf" srcId="{1F0D04A6-5238-4BCE-A8D4-5D700624A239}" destId="{7473F359-309C-4E1D-A24D-E5FC01CE59FA}" srcOrd="0" destOrd="0" presId="urn:microsoft.com/office/officeart/2005/8/layout/orgChart1"/>
    <dgm:cxn modelId="{89DA6A38-9652-4CC2-9036-568A75878FCA}" type="presParOf" srcId="{1F0D04A6-5238-4BCE-A8D4-5D700624A239}" destId="{BE6212C5-105F-4C61-A8C5-00BDE010F8F9}" srcOrd="1" destOrd="0" presId="urn:microsoft.com/office/officeart/2005/8/layout/orgChart1"/>
    <dgm:cxn modelId="{167739BB-6ADA-4013-8A4B-27692E8D31BC}" type="presParOf" srcId="{BE6212C5-105F-4C61-A8C5-00BDE010F8F9}" destId="{EBEC2F44-79EC-4C89-80B8-70C2F4C480A3}" srcOrd="0" destOrd="0" presId="urn:microsoft.com/office/officeart/2005/8/layout/orgChart1"/>
    <dgm:cxn modelId="{57A07944-F307-444D-9E28-381677A3C74E}" type="presParOf" srcId="{EBEC2F44-79EC-4C89-80B8-70C2F4C480A3}" destId="{C8466634-F71E-4FD4-90AD-1CDF1AA5090C}" srcOrd="0" destOrd="0" presId="urn:microsoft.com/office/officeart/2005/8/layout/orgChart1"/>
    <dgm:cxn modelId="{06C2CBFB-4477-4382-9B56-280C8082DDD5}" type="presParOf" srcId="{EBEC2F44-79EC-4C89-80B8-70C2F4C480A3}" destId="{BD60EFE7-72C0-452A-ADA8-504A97E4727E}" srcOrd="1" destOrd="0" presId="urn:microsoft.com/office/officeart/2005/8/layout/orgChart1"/>
    <dgm:cxn modelId="{7012F0A4-071C-44F4-99E4-5C93301CBF76}" type="presParOf" srcId="{BE6212C5-105F-4C61-A8C5-00BDE010F8F9}" destId="{B9C3F2DE-DE30-4249-A349-C5661747EC79}" srcOrd="1" destOrd="0" presId="urn:microsoft.com/office/officeart/2005/8/layout/orgChart1"/>
    <dgm:cxn modelId="{FE61874E-B553-4756-AC4D-4E6170225AC2}" type="presParOf" srcId="{BE6212C5-105F-4C61-A8C5-00BDE010F8F9}" destId="{72537974-C93A-4847-9E89-65D6054FEC79}" srcOrd="2" destOrd="0" presId="urn:microsoft.com/office/officeart/2005/8/layout/orgChart1"/>
    <dgm:cxn modelId="{377D8089-03C2-4E79-AD04-E156EFFC15A0}" type="presParOf" srcId="{E61E67A8-25FB-47F9-A691-3C54795C5BB5}" destId="{B79CDC92-6A7F-44A1-8D4B-9B5ACDD82B2A}" srcOrd="2" destOrd="0" presId="urn:microsoft.com/office/officeart/2005/8/layout/orgChart1"/>
    <dgm:cxn modelId="{1357F1FC-A91F-4382-BD27-D177C88DEDCF}" type="presParOf" srcId="{F60219C4-C255-4944-94D4-CA4D3DAF3886}" destId="{7EAB3F19-1D5C-4E7E-A8E2-78A5BC381287}" srcOrd="3" destOrd="0" presId="urn:microsoft.com/office/officeart/2005/8/layout/orgChart1"/>
    <dgm:cxn modelId="{E73C0901-24E4-4325-A292-07EFC7827CB8}" type="presParOf" srcId="{7EAB3F19-1D5C-4E7E-A8E2-78A5BC381287}" destId="{10A13444-7E21-48F2-B643-A0E56CFD01CE}" srcOrd="0" destOrd="0" presId="urn:microsoft.com/office/officeart/2005/8/layout/orgChart1"/>
    <dgm:cxn modelId="{E3A28346-5138-48EE-B962-11F877A1970E}" type="presParOf" srcId="{10A13444-7E21-48F2-B643-A0E56CFD01CE}" destId="{3B9195A0-911B-401E-87CB-93E151CDB5C4}" srcOrd="0" destOrd="0" presId="urn:microsoft.com/office/officeart/2005/8/layout/orgChart1"/>
    <dgm:cxn modelId="{2F87B074-1B93-4C38-9C4A-19E27A743CBB}" type="presParOf" srcId="{10A13444-7E21-48F2-B643-A0E56CFD01CE}" destId="{9FE6B73C-6EC5-44FA-B31E-143E30D553AA}" srcOrd="1" destOrd="0" presId="urn:microsoft.com/office/officeart/2005/8/layout/orgChart1"/>
    <dgm:cxn modelId="{2D498D0B-F9E2-4B4D-87DC-899BE47B8B8F}" type="presParOf" srcId="{7EAB3F19-1D5C-4E7E-A8E2-78A5BC381287}" destId="{10A7CA0C-6FE0-4D7F-8FCC-5163EAE9F482}" srcOrd="1" destOrd="0" presId="urn:microsoft.com/office/officeart/2005/8/layout/orgChart1"/>
    <dgm:cxn modelId="{08FEF56C-4FE3-451A-AE20-CC0CA6EF6D77}" type="presParOf" srcId="{10A7CA0C-6FE0-4D7F-8FCC-5163EAE9F482}" destId="{D1B9D30F-2E35-4BDA-98F5-AE7B3518A6BA}" srcOrd="0" destOrd="0" presId="urn:microsoft.com/office/officeart/2005/8/layout/orgChart1"/>
    <dgm:cxn modelId="{656436DD-780D-415B-AA49-DACA00B3FB5E}" type="presParOf" srcId="{10A7CA0C-6FE0-4D7F-8FCC-5163EAE9F482}" destId="{A105C92A-466E-411D-895F-354EF4EF66FB}" srcOrd="1" destOrd="0" presId="urn:microsoft.com/office/officeart/2005/8/layout/orgChart1"/>
    <dgm:cxn modelId="{EAFE4773-7539-4ED2-98C8-F4B0243B8B74}" type="presParOf" srcId="{A105C92A-466E-411D-895F-354EF4EF66FB}" destId="{9C44D039-0ED2-4090-8C8F-F38F20C698DC}" srcOrd="0" destOrd="0" presId="urn:microsoft.com/office/officeart/2005/8/layout/orgChart1"/>
    <dgm:cxn modelId="{2B237576-6FAB-40AD-B52A-6CFF6FD1FF61}" type="presParOf" srcId="{9C44D039-0ED2-4090-8C8F-F38F20C698DC}" destId="{D5DB7658-3438-4B35-A9FD-F6657507307B}" srcOrd="0" destOrd="0" presId="urn:microsoft.com/office/officeart/2005/8/layout/orgChart1"/>
    <dgm:cxn modelId="{BB12B8BF-BCEF-4A53-A528-7F092D9E3F6C}" type="presParOf" srcId="{9C44D039-0ED2-4090-8C8F-F38F20C698DC}" destId="{D5B5A491-4FEB-4C0C-82A1-7A39B58C6E72}" srcOrd="1" destOrd="0" presId="urn:microsoft.com/office/officeart/2005/8/layout/orgChart1"/>
    <dgm:cxn modelId="{289BFBB7-9570-4B41-92AA-4AF200CE1364}" type="presParOf" srcId="{A105C92A-466E-411D-895F-354EF4EF66FB}" destId="{3ADE93B7-F4CB-4DFE-8E8E-0EA83DAB1A8F}" srcOrd="1" destOrd="0" presId="urn:microsoft.com/office/officeart/2005/8/layout/orgChart1"/>
    <dgm:cxn modelId="{0495EB6F-B71E-4E76-AA0C-7955509773D2}" type="presParOf" srcId="{A105C92A-466E-411D-895F-354EF4EF66FB}" destId="{C8BB1774-850F-4608-B69D-2D0BBC203F6A}" srcOrd="2" destOrd="0" presId="urn:microsoft.com/office/officeart/2005/8/layout/orgChart1"/>
    <dgm:cxn modelId="{B04B5CB6-9136-41D8-BA78-F2F4493CBDF3}" type="presParOf" srcId="{7EAB3F19-1D5C-4E7E-A8E2-78A5BC381287}" destId="{5B7095C6-98FB-4676-BF6A-6F33C12BA74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5CC197-20AB-4605-9EE0-661A64ABF5BF}" type="doc">
      <dgm:prSet loTypeId="urn:microsoft.com/office/officeart/2005/8/layout/process5" loCatId="process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pPr latinLnBrk="1"/>
          <a:endParaRPr lang="ko-KR" altLang="en-US"/>
        </a:p>
      </dgm:t>
    </dgm:pt>
    <dgm:pt modelId="{F648D325-7313-4879-B3AF-30BB6B5A5F9D}">
      <dgm:prSet/>
      <dgm:spPr/>
      <dgm:t>
        <a:bodyPr/>
        <a:lstStyle/>
        <a:p>
          <a:pPr latinLnBrk="1"/>
          <a:r>
            <a:rPr lang="ko-KR" b="0" i="0"/>
            <a:t>입력 데이터 전처리</a:t>
          </a:r>
          <a:endParaRPr lang="ko-KR"/>
        </a:p>
      </dgm:t>
    </dgm:pt>
    <dgm:pt modelId="{5AB977EF-3210-4DB3-B3D7-0B30334CA59D}" type="parTrans" cxnId="{A1247AA8-1A0A-4BDB-80D2-85CF4A1CE859}">
      <dgm:prSet/>
      <dgm:spPr/>
      <dgm:t>
        <a:bodyPr/>
        <a:lstStyle/>
        <a:p>
          <a:pPr latinLnBrk="1"/>
          <a:endParaRPr lang="ko-KR" altLang="en-US"/>
        </a:p>
      </dgm:t>
    </dgm:pt>
    <dgm:pt modelId="{489BA79C-1C39-47D0-99B8-03069EB4C018}" type="sibTrans" cxnId="{A1247AA8-1A0A-4BDB-80D2-85CF4A1CE859}">
      <dgm:prSet/>
      <dgm:spPr/>
      <dgm:t>
        <a:bodyPr/>
        <a:lstStyle/>
        <a:p>
          <a:pPr latinLnBrk="1"/>
          <a:endParaRPr lang="ko-KR" altLang="en-US"/>
        </a:p>
      </dgm:t>
    </dgm:pt>
    <dgm:pt modelId="{DA7EC791-593D-466B-A14A-E61E6133E150}">
      <dgm:prSet/>
      <dgm:spPr/>
      <dgm:t>
        <a:bodyPr/>
        <a:lstStyle/>
        <a:p>
          <a:pPr latinLnBrk="1"/>
          <a:r>
            <a:rPr lang="ko-KR" b="0" i="0"/>
            <a:t>변수 초기화</a:t>
          </a:r>
          <a:endParaRPr lang="ko-KR"/>
        </a:p>
      </dgm:t>
    </dgm:pt>
    <dgm:pt modelId="{52B1144A-D4D7-4431-AADD-D3BD597A7A0D}" type="parTrans" cxnId="{D365F22C-83A2-4AB1-A633-6B720A14E358}">
      <dgm:prSet/>
      <dgm:spPr/>
      <dgm:t>
        <a:bodyPr/>
        <a:lstStyle/>
        <a:p>
          <a:pPr latinLnBrk="1"/>
          <a:endParaRPr lang="ko-KR" altLang="en-US"/>
        </a:p>
      </dgm:t>
    </dgm:pt>
    <dgm:pt modelId="{A52BA02A-8233-4C6E-9C7D-F8D5D00A4EED}" type="sibTrans" cxnId="{D365F22C-83A2-4AB1-A633-6B720A14E358}">
      <dgm:prSet/>
      <dgm:spPr/>
      <dgm:t>
        <a:bodyPr/>
        <a:lstStyle/>
        <a:p>
          <a:pPr latinLnBrk="1"/>
          <a:endParaRPr lang="ko-KR" altLang="en-US"/>
        </a:p>
      </dgm:t>
    </dgm:pt>
    <dgm:pt modelId="{1664CDAB-C91F-48BD-B394-E57509AFB3B0}">
      <dgm:prSet/>
      <dgm:spPr/>
      <dgm:t>
        <a:bodyPr/>
        <a:lstStyle/>
        <a:p>
          <a:pPr latinLnBrk="1"/>
          <a:r>
            <a:rPr lang="en-US" b="0" i="0" dirty="0"/>
            <a:t>DFS </a:t>
          </a:r>
          <a:r>
            <a:rPr lang="ko-KR" b="0" i="0" dirty="0"/>
            <a:t>재귀함수에 </a:t>
          </a:r>
          <a:br>
            <a:rPr lang="en-US" altLang="ko-KR" b="0" i="0" dirty="0"/>
          </a:br>
          <a:r>
            <a:rPr lang="en-US" b="0" i="0" dirty="0"/>
            <a:t>data,</a:t>
          </a:r>
          <a:r>
            <a:rPr lang="ko-KR" b="0" i="0" dirty="0"/>
            <a:t> 교환 횟수</a:t>
          </a:r>
          <a:r>
            <a:rPr lang="en-US" b="0" i="0" dirty="0"/>
            <a:t>, </a:t>
          </a:r>
          <a:br>
            <a:rPr lang="en-US" b="0" i="0" dirty="0"/>
          </a:br>
          <a:r>
            <a:rPr lang="ko-KR" b="0" i="0" dirty="0"/>
            <a:t>초기 결과값 전달</a:t>
          </a:r>
          <a:endParaRPr lang="ko-KR" dirty="0"/>
        </a:p>
      </dgm:t>
    </dgm:pt>
    <dgm:pt modelId="{DC4FE58B-F197-4E7B-99FA-4762166CAD55}" type="parTrans" cxnId="{45E712A1-4ADC-4B48-B27F-336A641535EC}">
      <dgm:prSet/>
      <dgm:spPr/>
      <dgm:t>
        <a:bodyPr/>
        <a:lstStyle/>
        <a:p>
          <a:pPr latinLnBrk="1"/>
          <a:endParaRPr lang="ko-KR" altLang="en-US"/>
        </a:p>
      </dgm:t>
    </dgm:pt>
    <dgm:pt modelId="{77BB70AD-EC66-45B6-AF05-091F595A04CE}" type="sibTrans" cxnId="{45E712A1-4ADC-4B48-B27F-336A641535EC}">
      <dgm:prSet/>
      <dgm:spPr/>
      <dgm:t>
        <a:bodyPr/>
        <a:lstStyle/>
        <a:p>
          <a:pPr latinLnBrk="1"/>
          <a:endParaRPr lang="ko-KR" altLang="en-US"/>
        </a:p>
      </dgm:t>
    </dgm:pt>
    <dgm:pt modelId="{B656BC03-6352-49DB-8375-CBC0B9F19790}">
      <dgm:prSet/>
      <dgm:spPr/>
      <dgm:t>
        <a:bodyPr/>
        <a:lstStyle/>
        <a:p>
          <a:pPr latinLnBrk="1"/>
          <a:r>
            <a:rPr lang="en-US" b="0" i="0" dirty="0"/>
            <a:t>2</a:t>
          </a:r>
          <a:r>
            <a:rPr lang="ko-KR" b="0" i="0" dirty="0"/>
            <a:t>중 </a:t>
          </a:r>
          <a:r>
            <a:rPr lang="en-US" b="0" i="0" dirty="0"/>
            <a:t>for</a:t>
          </a:r>
          <a:r>
            <a:rPr lang="ko-KR" b="0" i="0" dirty="0"/>
            <a:t>문</a:t>
          </a:r>
          <a:r>
            <a:rPr lang="ko-KR" altLang="en-US" b="0" i="0" dirty="0"/>
            <a:t>과 </a:t>
          </a:r>
          <a:br>
            <a:rPr lang="en-US" altLang="ko-KR" b="0" i="0" dirty="0"/>
          </a:br>
          <a:r>
            <a:rPr lang="ko-KR" altLang="en-US" b="0" i="0" dirty="0"/>
            <a:t>재귀방식으로 </a:t>
          </a:r>
          <a:r>
            <a:rPr lang="ko-KR" b="0" i="0" dirty="0"/>
            <a:t>탐색</a:t>
          </a:r>
          <a:endParaRPr lang="ko-KR" dirty="0"/>
        </a:p>
      </dgm:t>
    </dgm:pt>
    <dgm:pt modelId="{03B0E4B3-2850-4C0A-A8D3-3CBBC8A7C6B0}" type="parTrans" cxnId="{6B0F1FE2-1D81-4856-BC47-3808FE4FFB70}">
      <dgm:prSet/>
      <dgm:spPr/>
      <dgm:t>
        <a:bodyPr/>
        <a:lstStyle/>
        <a:p>
          <a:pPr latinLnBrk="1"/>
          <a:endParaRPr lang="ko-KR" altLang="en-US"/>
        </a:p>
      </dgm:t>
    </dgm:pt>
    <dgm:pt modelId="{A10D610D-48AB-46CB-BD22-8214DA4663D8}" type="sibTrans" cxnId="{6B0F1FE2-1D81-4856-BC47-3808FE4FFB70}">
      <dgm:prSet/>
      <dgm:spPr/>
      <dgm:t>
        <a:bodyPr/>
        <a:lstStyle/>
        <a:p>
          <a:pPr latinLnBrk="1"/>
          <a:endParaRPr lang="ko-KR" altLang="en-US"/>
        </a:p>
      </dgm:t>
    </dgm:pt>
    <dgm:pt modelId="{2288EA71-9BDB-4ACF-8520-8D1C4FB41219}">
      <dgm:prSet/>
      <dgm:spPr/>
      <dgm:t>
        <a:bodyPr/>
        <a:lstStyle/>
        <a:p>
          <a:pPr latinLnBrk="1"/>
          <a:r>
            <a:rPr lang="ko-KR" b="0" i="0"/>
            <a:t>교환 횟수가 </a:t>
          </a:r>
          <a:r>
            <a:rPr lang="en-US" b="0" i="0"/>
            <a:t>0</a:t>
          </a:r>
          <a:r>
            <a:rPr lang="ko-KR" b="0" i="0"/>
            <a:t>이면 최대값으로 결과값 업데이트</a:t>
          </a:r>
          <a:endParaRPr lang="ko-KR"/>
        </a:p>
      </dgm:t>
    </dgm:pt>
    <dgm:pt modelId="{CEF1610F-A58C-43EA-9E84-BA6CAFC7CFED}" type="parTrans" cxnId="{D156381E-A2AB-4113-A104-1600AC52AB8B}">
      <dgm:prSet/>
      <dgm:spPr/>
      <dgm:t>
        <a:bodyPr/>
        <a:lstStyle/>
        <a:p>
          <a:pPr latinLnBrk="1"/>
          <a:endParaRPr lang="ko-KR" altLang="en-US"/>
        </a:p>
      </dgm:t>
    </dgm:pt>
    <dgm:pt modelId="{48D7FD4A-86F9-4CB0-9F8B-8A47DFBCCCB9}" type="sibTrans" cxnId="{D156381E-A2AB-4113-A104-1600AC52AB8B}">
      <dgm:prSet/>
      <dgm:spPr/>
      <dgm:t>
        <a:bodyPr/>
        <a:lstStyle/>
        <a:p>
          <a:pPr latinLnBrk="1"/>
          <a:endParaRPr lang="ko-KR" altLang="en-US"/>
        </a:p>
      </dgm:t>
    </dgm:pt>
    <dgm:pt modelId="{854178BA-FF73-4E5F-B60D-2F0BBABCAEE7}">
      <dgm:prSet/>
      <dgm:spPr/>
      <dgm:t>
        <a:bodyPr/>
        <a:lstStyle/>
        <a:p>
          <a:pPr latinLnBrk="1"/>
          <a:r>
            <a:rPr lang="ko-KR" b="0" i="0" dirty="0"/>
            <a:t>결과값 출력 후 다음 </a:t>
          </a:r>
          <a:r>
            <a:rPr lang="en-US" b="0" i="0" dirty="0"/>
            <a:t>test </a:t>
          </a:r>
          <a:r>
            <a:rPr lang="ko-KR" b="0" i="0" dirty="0"/>
            <a:t>케이스 실행</a:t>
          </a:r>
          <a:endParaRPr lang="ko-KR" dirty="0"/>
        </a:p>
      </dgm:t>
    </dgm:pt>
    <dgm:pt modelId="{22B8856C-7641-4923-8FEB-B04BDF35E3F7}" type="parTrans" cxnId="{B4F5CF51-CFEE-462B-9130-DD0FC347CF2A}">
      <dgm:prSet/>
      <dgm:spPr/>
      <dgm:t>
        <a:bodyPr/>
        <a:lstStyle/>
        <a:p>
          <a:pPr latinLnBrk="1"/>
          <a:endParaRPr lang="ko-KR" altLang="en-US"/>
        </a:p>
      </dgm:t>
    </dgm:pt>
    <dgm:pt modelId="{D9FE53DB-833D-4316-9F41-AEE5F4E53F1A}" type="sibTrans" cxnId="{B4F5CF51-CFEE-462B-9130-DD0FC347CF2A}">
      <dgm:prSet/>
      <dgm:spPr/>
      <dgm:t>
        <a:bodyPr/>
        <a:lstStyle/>
        <a:p>
          <a:pPr latinLnBrk="1"/>
          <a:endParaRPr lang="ko-KR" altLang="en-US"/>
        </a:p>
      </dgm:t>
    </dgm:pt>
    <dgm:pt modelId="{A30B5010-4225-4BC9-B0B2-242677BBF9EB}" type="pres">
      <dgm:prSet presAssocID="{8A5CC197-20AB-4605-9EE0-661A64ABF5BF}" presName="diagram" presStyleCnt="0">
        <dgm:presLayoutVars>
          <dgm:dir/>
          <dgm:resizeHandles val="exact"/>
        </dgm:presLayoutVars>
      </dgm:prSet>
      <dgm:spPr/>
    </dgm:pt>
    <dgm:pt modelId="{82017D6E-2441-469D-BD74-7702D6E4DF91}" type="pres">
      <dgm:prSet presAssocID="{F648D325-7313-4879-B3AF-30BB6B5A5F9D}" presName="node" presStyleLbl="node1" presStyleIdx="0" presStyleCnt="6">
        <dgm:presLayoutVars>
          <dgm:bulletEnabled val="1"/>
        </dgm:presLayoutVars>
      </dgm:prSet>
      <dgm:spPr/>
    </dgm:pt>
    <dgm:pt modelId="{C9D3AAFE-16EB-4F8F-AF63-22F387E87521}" type="pres">
      <dgm:prSet presAssocID="{489BA79C-1C39-47D0-99B8-03069EB4C018}" presName="sibTrans" presStyleLbl="sibTrans2D1" presStyleIdx="0" presStyleCnt="5"/>
      <dgm:spPr/>
    </dgm:pt>
    <dgm:pt modelId="{3E0C7C26-4BC4-4F6C-A632-1D75F2444B19}" type="pres">
      <dgm:prSet presAssocID="{489BA79C-1C39-47D0-99B8-03069EB4C018}" presName="connectorText" presStyleLbl="sibTrans2D1" presStyleIdx="0" presStyleCnt="5"/>
      <dgm:spPr/>
    </dgm:pt>
    <dgm:pt modelId="{FA02D14F-F365-4E9E-867E-D0342252C269}" type="pres">
      <dgm:prSet presAssocID="{DA7EC791-593D-466B-A14A-E61E6133E150}" presName="node" presStyleLbl="node1" presStyleIdx="1" presStyleCnt="6">
        <dgm:presLayoutVars>
          <dgm:bulletEnabled val="1"/>
        </dgm:presLayoutVars>
      </dgm:prSet>
      <dgm:spPr/>
    </dgm:pt>
    <dgm:pt modelId="{52E4307E-E5B8-4C91-ACD7-BE52C216A77E}" type="pres">
      <dgm:prSet presAssocID="{A52BA02A-8233-4C6E-9C7D-F8D5D00A4EED}" presName="sibTrans" presStyleLbl="sibTrans2D1" presStyleIdx="1" presStyleCnt="5"/>
      <dgm:spPr/>
    </dgm:pt>
    <dgm:pt modelId="{27732FFA-2CAE-4229-9106-C264EE51CF94}" type="pres">
      <dgm:prSet presAssocID="{A52BA02A-8233-4C6E-9C7D-F8D5D00A4EED}" presName="connectorText" presStyleLbl="sibTrans2D1" presStyleIdx="1" presStyleCnt="5"/>
      <dgm:spPr/>
    </dgm:pt>
    <dgm:pt modelId="{8764A5E9-7E72-4F08-B542-39AB0CB71E29}" type="pres">
      <dgm:prSet presAssocID="{1664CDAB-C91F-48BD-B394-E57509AFB3B0}" presName="node" presStyleLbl="node1" presStyleIdx="2" presStyleCnt="6">
        <dgm:presLayoutVars>
          <dgm:bulletEnabled val="1"/>
        </dgm:presLayoutVars>
      </dgm:prSet>
      <dgm:spPr/>
    </dgm:pt>
    <dgm:pt modelId="{54E0B6CC-74D2-4537-A0E7-6EDC6A88BFEC}" type="pres">
      <dgm:prSet presAssocID="{77BB70AD-EC66-45B6-AF05-091F595A04CE}" presName="sibTrans" presStyleLbl="sibTrans2D1" presStyleIdx="2" presStyleCnt="5"/>
      <dgm:spPr/>
    </dgm:pt>
    <dgm:pt modelId="{63A53791-8DEB-4C2F-B2A2-F5572FC3520B}" type="pres">
      <dgm:prSet presAssocID="{77BB70AD-EC66-45B6-AF05-091F595A04CE}" presName="connectorText" presStyleLbl="sibTrans2D1" presStyleIdx="2" presStyleCnt="5"/>
      <dgm:spPr/>
    </dgm:pt>
    <dgm:pt modelId="{C180B075-0845-4B12-9E2F-00EEEB957D67}" type="pres">
      <dgm:prSet presAssocID="{B656BC03-6352-49DB-8375-CBC0B9F19790}" presName="node" presStyleLbl="node1" presStyleIdx="3" presStyleCnt="6">
        <dgm:presLayoutVars>
          <dgm:bulletEnabled val="1"/>
        </dgm:presLayoutVars>
      </dgm:prSet>
      <dgm:spPr/>
    </dgm:pt>
    <dgm:pt modelId="{D915D10A-BE74-4DE2-B919-FB44F94BAE1B}" type="pres">
      <dgm:prSet presAssocID="{A10D610D-48AB-46CB-BD22-8214DA4663D8}" presName="sibTrans" presStyleLbl="sibTrans2D1" presStyleIdx="3" presStyleCnt="5"/>
      <dgm:spPr/>
    </dgm:pt>
    <dgm:pt modelId="{AA01FBBB-F42E-47E6-814C-2133D41C874E}" type="pres">
      <dgm:prSet presAssocID="{A10D610D-48AB-46CB-BD22-8214DA4663D8}" presName="connectorText" presStyleLbl="sibTrans2D1" presStyleIdx="3" presStyleCnt="5"/>
      <dgm:spPr/>
    </dgm:pt>
    <dgm:pt modelId="{2C1A238E-80FD-42BF-968F-86F42132E392}" type="pres">
      <dgm:prSet presAssocID="{2288EA71-9BDB-4ACF-8520-8D1C4FB41219}" presName="node" presStyleLbl="node1" presStyleIdx="4" presStyleCnt="6">
        <dgm:presLayoutVars>
          <dgm:bulletEnabled val="1"/>
        </dgm:presLayoutVars>
      </dgm:prSet>
      <dgm:spPr/>
    </dgm:pt>
    <dgm:pt modelId="{26F797C6-0377-4E85-963A-DFFC8C32F58F}" type="pres">
      <dgm:prSet presAssocID="{48D7FD4A-86F9-4CB0-9F8B-8A47DFBCCCB9}" presName="sibTrans" presStyleLbl="sibTrans2D1" presStyleIdx="4" presStyleCnt="5"/>
      <dgm:spPr/>
    </dgm:pt>
    <dgm:pt modelId="{BB5EFE24-0FA0-4552-AEE4-AF08AF3136FF}" type="pres">
      <dgm:prSet presAssocID="{48D7FD4A-86F9-4CB0-9F8B-8A47DFBCCCB9}" presName="connectorText" presStyleLbl="sibTrans2D1" presStyleIdx="4" presStyleCnt="5"/>
      <dgm:spPr/>
    </dgm:pt>
    <dgm:pt modelId="{79A6EE32-7554-4F1D-A78E-40B1EF987622}" type="pres">
      <dgm:prSet presAssocID="{854178BA-FF73-4E5F-B60D-2F0BBABCAEE7}" presName="node" presStyleLbl="node1" presStyleIdx="5" presStyleCnt="6">
        <dgm:presLayoutVars>
          <dgm:bulletEnabled val="1"/>
        </dgm:presLayoutVars>
      </dgm:prSet>
      <dgm:spPr/>
    </dgm:pt>
  </dgm:ptLst>
  <dgm:cxnLst>
    <dgm:cxn modelId="{AE867401-72AD-48D7-B414-6DCC9FD3D168}" type="presOf" srcId="{1664CDAB-C91F-48BD-B394-E57509AFB3B0}" destId="{8764A5E9-7E72-4F08-B542-39AB0CB71E29}" srcOrd="0" destOrd="0" presId="urn:microsoft.com/office/officeart/2005/8/layout/process5"/>
    <dgm:cxn modelId="{83397801-1937-4372-90E3-A9489B054BBF}" type="presOf" srcId="{8A5CC197-20AB-4605-9EE0-661A64ABF5BF}" destId="{A30B5010-4225-4BC9-B0B2-242677BBF9EB}" srcOrd="0" destOrd="0" presId="urn:microsoft.com/office/officeart/2005/8/layout/process5"/>
    <dgm:cxn modelId="{B699931D-5A7D-4458-AD23-01EBC162E9E1}" type="presOf" srcId="{DA7EC791-593D-466B-A14A-E61E6133E150}" destId="{FA02D14F-F365-4E9E-867E-D0342252C269}" srcOrd="0" destOrd="0" presId="urn:microsoft.com/office/officeart/2005/8/layout/process5"/>
    <dgm:cxn modelId="{D156381E-A2AB-4113-A104-1600AC52AB8B}" srcId="{8A5CC197-20AB-4605-9EE0-661A64ABF5BF}" destId="{2288EA71-9BDB-4ACF-8520-8D1C4FB41219}" srcOrd="4" destOrd="0" parTransId="{CEF1610F-A58C-43EA-9E84-BA6CAFC7CFED}" sibTransId="{48D7FD4A-86F9-4CB0-9F8B-8A47DFBCCCB9}"/>
    <dgm:cxn modelId="{D365F22C-83A2-4AB1-A633-6B720A14E358}" srcId="{8A5CC197-20AB-4605-9EE0-661A64ABF5BF}" destId="{DA7EC791-593D-466B-A14A-E61E6133E150}" srcOrd="1" destOrd="0" parTransId="{52B1144A-D4D7-4431-AADD-D3BD597A7A0D}" sibTransId="{A52BA02A-8233-4C6E-9C7D-F8D5D00A4EED}"/>
    <dgm:cxn modelId="{04F60B40-5986-443E-A914-BE425207886F}" type="presOf" srcId="{B656BC03-6352-49DB-8375-CBC0B9F19790}" destId="{C180B075-0845-4B12-9E2F-00EEEB957D67}" srcOrd="0" destOrd="0" presId="urn:microsoft.com/office/officeart/2005/8/layout/process5"/>
    <dgm:cxn modelId="{514E2E65-8C91-4731-98E8-0465CAB5ED16}" type="presOf" srcId="{A10D610D-48AB-46CB-BD22-8214DA4663D8}" destId="{AA01FBBB-F42E-47E6-814C-2133D41C874E}" srcOrd="1" destOrd="0" presId="urn:microsoft.com/office/officeart/2005/8/layout/process5"/>
    <dgm:cxn modelId="{7D75814D-C936-4BAB-9353-F1EFCAC30ACE}" type="presOf" srcId="{A10D610D-48AB-46CB-BD22-8214DA4663D8}" destId="{D915D10A-BE74-4DE2-B919-FB44F94BAE1B}" srcOrd="0" destOrd="0" presId="urn:microsoft.com/office/officeart/2005/8/layout/process5"/>
    <dgm:cxn modelId="{BC403B4E-89D2-43B0-8E29-B6D7D935BCB4}" type="presOf" srcId="{77BB70AD-EC66-45B6-AF05-091F595A04CE}" destId="{63A53791-8DEB-4C2F-B2A2-F5572FC3520B}" srcOrd="1" destOrd="0" presId="urn:microsoft.com/office/officeart/2005/8/layout/process5"/>
    <dgm:cxn modelId="{B4F5CF51-CFEE-462B-9130-DD0FC347CF2A}" srcId="{8A5CC197-20AB-4605-9EE0-661A64ABF5BF}" destId="{854178BA-FF73-4E5F-B60D-2F0BBABCAEE7}" srcOrd="5" destOrd="0" parTransId="{22B8856C-7641-4923-8FEB-B04BDF35E3F7}" sibTransId="{D9FE53DB-833D-4316-9F41-AEE5F4E53F1A}"/>
    <dgm:cxn modelId="{51A0858C-0A09-4E1B-B655-2EFAE6C33442}" type="presOf" srcId="{489BA79C-1C39-47D0-99B8-03069EB4C018}" destId="{C9D3AAFE-16EB-4F8F-AF63-22F387E87521}" srcOrd="0" destOrd="0" presId="urn:microsoft.com/office/officeart/2005/8/layout/process5"/>
    <dgm:cxn modelId="{4AF07F8F-73CC-4591-9791-BD26F10C7651}" type="presOf" srcId="{854178BA-FF73-4E5F-B60D-2F0BBABCAEE7}" destId="{79A6EE32-7554-4F1D-A78E-40B1EF987622}" srcOrd="0" destOrd="0" presId="urn:microsoft.com/office/officeart/2005/8/layout/process5"/>
    <dgm:cxn modelId="{F9C8DA8F-355D-45D7-B7D1-28475AE6308D}" type="presOf" srcId="{2288EA71-9BDB-4ACF-8520-8D1C4FB41219}" destId="{2C1A238E-80FD-42BF-968F-86F42132E392}" srcOrd="0" destOrd="0" presId="urn:microsoft.com/office/officeart/2005/8/layout/process5"/>
    <dgm:cxn modelId="{82584996-7BBA-4F6D-AF53-E8083B43700D}" type="presOf" srcId="{77BB70AD-EC66-45B6-AF05-091F595A04CE}" destId="{54E0B6CC-74D2-4537-A0E7-6EDC6A88BFEC}" srcOrd="0" destOrd="0" presId="urn:microsoft.com/office/officeart/2005/8/layout/process5"/>
    <dgm:cxn modelId="{45E712A1-4ADC-4B48-B27F-336A641535EC}" srcId="{8A5CC197-20AB-4605-9EE0-661A64ABF5BF}" destId="{1664CDAB-C91F-48BD-B394-E57509AFB3B0}" srcOrd="2" destOrd="0" parTransId="{DC4FE58B-F197-4E7B-99FA-4762166CAD55}" sibTransId="{77BB70AD-EC66-45B6-AF05-091F595A04CE}"/>
    <dgm:cxn modelId="{A1247AA8-1A0A-4BDB-80D2-85CF4A1CE859}" srcId="{8A5CC197-20AB-4605-9EE0-661A64ABF5BF}" destId="{F648D325-7313-4879-B3AF-30BB6B5A5F9D}" srcOrd="0" destOrd="0" parTransId="{5AB977EF-3210-4DB3-B3D7-0B30334CA59D}" sibTransId="{489BA79C-1C39-47D0-99B8-03069EB4C018}"/>
    <dgm:cxn modelId="{0C9C19A9-F2FD-4F07-ADA8-D7439D7026FA}" type="presOf" srcId="{489BA79C-1C39-47D0-99B8-03069EB4C018}" destId="{3E0C7C26-4BC4-4F6C-A632-1D75F2444B19}" srcOrd="1" destOrd="0" presId="urn:microsoft.com/office/officeart/2005/8/layout/process5"/>
    <dgm:cxn modelId="{BF5D24A9-1061-4653-BBA7-119688F82795}" type="presOf" srcId="{F648D325-7313-4879-B3AF-30BB6B5A5F9D}" destId="{82017D6E-2441-469D-BD74-7702D6E4DF91}" srcOrd="0" destOrd="0" presId="urn:microsoft.com/office/officeart/2005/8/layout/process5"/>
    <dgm:cxn modelId="{AE715CB0-C3FA-4323-A525-1FA6106BB898}" type="presOf" srcId="{A52BA02A-8233-4C6E-9C7D-F8D5D00A4EED}" destId="{52E4307E-E5B8-4C91-ACD7-BE52C216A77E}" srcOrd="0" destOrd="0" presId="urn:microsoft.com/office/officeart/2005/8/layout/process5"/>
    <dgm:cxn modelId="{910E15C6-5BAE-447D-B4AC-71C965D945E1}" type="presOf" srcId="{A52BA02A-8233-4C6E-9C7D-F8D5D00A4EED}" destId="{27732FFA-2CAE-4229-9106-C264EE51CF94}" srcOrd="1" destOrd="0" presId="urn:microsoft.com/office/officeart/2005/8/layout/process5"/>
    <dgm:cxn modelId="{70BC6ED1-728B-4214-A0B1-AE36C67D5251}" type="presOf" srcId="{48D7FD4A-86F9-4CB0-9F8B-8A47DFBCCCB9}" destId="{BB5EFE24-0FA0-4552-AEE4-AF08AF3136FF}" srcOrd="1" destOrd="0" presId="urn:microsoft.com/office/officeart/2005/8/layout/process5"/>
    <dgm:cxn modelId="{6B0F1FE2-1D81-4856-BC47-3808FE4FFB70}" srcId="{8A5CC197-20AB-4605-9EE0-661A64ABF5BF}" destId="{B656BC03-6352-49DB-8375-CBC0B9F19790}" srcOrd="3" destOrd="0" parTransId="{03B0E4B3-2850-4C0A-A8D3-3CBBC8A7C6B0}" sibTransId="{A10D610D-48AB-46CB-BD22-8214DA4663D8}"/>
    <dgm:cxn modelId="{D867CEFA-527A-41BF-AC07-3A4C4559983E}" type="presOf" srcId="{48D7FD4A-86F9-4CB0-9F8B-8A47DFBCCCB9}" destId="{26F797C6-0377-4E85-963A-DFFC8C32F58F}" srcOrd="0" destOrd="0" presId="urn:microsoft.com/office/officeart/2005/8/layout/process5"/>
    <dgm:cxn modelId="{6737669D-8496-4330-8EBC-BEEC2E621946}" type="presParOf" srcId="{A30B5010-4225-4BC9-B0B2-242677BBF9EB}" destId="{82017D6E-2441-469D-BD74-7702D6E4DF91}" srcOrd="0" destOrd="0" presId="urn:microsoft.com/office/officeart/2005/8/layout/process5"/>
    <dgm:cxn modelId="{BC554E21-E56C-4B35-8057-D47815AFA946}" type="presParOf" srcId="{A30B5010-4225-4BC9-B0B2-242677BBF9EB}" destId="{C9D3AAFE-16EB-4F8F-AF63-22F387E87521}" srcOrd="1" destOrd="0" presId="urn:microsoft.com/office/officeart/2005/8/layout/process5"/>
    <dgm:cxn modelId="{93FDFBC9-85C6-49E7-8B2A-406BDB912101}" type="presParOf" srcId="{C9D3AAFE-16EB-4F8F-AF63-22F387E87521}" destId="{3E0C7C26-4BC4-4F6C-A632-1D75F2444B19}" srcOrd="0" destOrd="0" presId="urn:microsoft.com/office/officeart/2005/8/layout/process5"/>
    <dgm:cxn modelId="{CA798850-B4FF-44FD-80C7-8E5A81E5C8AB}" type="presParOf" srcId="{A30B5010-4225-4BC9-B0B2-242677BBF9EB}" destId="{FA02D14F-F365-4E9E-867E-D0342252C269}" srcOrd="2" destOrd="0" presId="urn:microsoft.com/office/officeart/2005/8/layout/process5"/>
    <dgm:cxn modelId="{5E1538FD-9CA0-4B07-B6B0-7037390F0545}" type="presParOf" srcId="{A30B5010-4225-4BC9-B0B2-242677BBF9EB}" destId="{52E4307E-E5B8-4C91-ACD7-BE52C216A77E}" srcOrd="3" destOrd="0" presId="urn:microsoft.com/office/officeart/2005/8/layout/process5"/>
    <dgm:cxn modelId="{751643D0-FFB3-487D-A1CD-23362FEA0F57}" type="presParOf" srcId="{52E4307E-E5B8-4C91-ACD7-BE52C216A77E}" destId="{27732FFA-2CAE-4229-9106-C264EE51CF94}" srcOrd="0" destOrd="0" presId="urn:microsoft.com/office/officeart/2005/8/layout/process5"/>
    <dgm:cxn modelId="{1587B499-5EBB-4144-AF2D-A852E29C81E4}" type="presParOf" srcId="{A30B5010-4225-4BC9-B0B2-242677BBF9EB}" destId="{8764A5E9-7E72-4F08-B542-39AB0CB71E29}" srcOrd="4" destOrd="0" presId="urn:microsoft.com/office/officeart/2005/8/layout/process5"/>
    <dgm:cxn modelId="{8093C344-E448-4815-9C0E-9C5C82C6FC69}" type="presParOf" srcId="{A30B5010-4225-4BC9-B0B2-242677BBF9EB}" destId="{54E0B6CC-74D2-4537-A0E7-6EDC6A88BFEC}" srcOrd="5" destOrd="0" presId="urn:microsoft.com/office/officeart/2005/8/layout/process5"/>
    <dgm:cxn modelId="{0C38F5C0-6260-425E-92BE-3342123C3CBE}" type="presParOf" srcId="{54E0B6CC-74D2-4537-A0E7-6EDC6A88BFEC}" destId="{63A53791-8DEB-4C2F-B2A2-F5572FC3520B}" srcOrd="0" destOrd="0" presId="urn:microsoft.com/office/officeart/2005/8/layout/process5"/>
    <dgm:cxn modelId="{2B669EAF-468E-4169-9C74-3A87F3D555B1}" type="presParOf" srcId="{A30B5010-4225-4BC9-B0B2-242677BBF9EB}" destId="{C180B075-0845-4B12-9E2F-00EEEB957D67}" srcOrd="6" destOrd="0" presId="urn:microsoft.com/office/officeart/2005/8/layout/process5"/>
    <dgm:cxn modelId="{61EF2F69-1B05-414D-BEDC-56C5BED3DD90}" type="presParOf" srcId="{A30B5010-4225-4BC9-B0B2-242677BBF9EB}" destId="{D915D10A-BE74-4DE2-B919-FB44F94BAE1B}" srcOrd="7" destOrd="0" presId="urn:microsoft.com/office/officeart/2005/8/layout/process5"/>
    <dgm:cxn modelId="{85F2D530-C0AF-432C-94FD-11CF5FFE84A7}" type="presParOf" srcId="{D915D10A-BE74-4DE2-B919-FB44F94BAE1B}" destId="{AA01FBBB-F42E-47E6-814C-2133D41C874E}" srcOrd="0" destOrd="0" presId="urn:microsoft.com/office/officeart/2005/8/layout/process5"/>
    <dgm:cxn modelId="{5FE8ED85-E3C8-4D70-B2B3-6FF79C2FE711}" type="presParOf" srcId="{A30B5010-4225-4BC9-B0B2-242677BBF9EB}" destId="{2C1A238E-80FD-42BF-968F-86F42132E392}" srcOrd="8" destOrd="0" presId="urn:microsoft.com/office/officeart/2005/8/layout/process5"/>
    <dgm:cxn modelId="{CE04422B-306A-483E-AA47-7C49C1A52FE2}" type="presParOf" srcId="{A30B5010-4225-4BC9-B0B2-242677BBF9EB}" destId="{26F797C6-0377-4E85-963A-DFFC8C32F58F}" srcOrd="9" destOrd="0" presId="urn:microsoft.com/office/officeart/2005/8/layout/process5"/>
    <dgm:cxn modelId="{22A051F0-FC11-4C50-B2A0-2ABD2453902E}" type="presParOf" srcId="{26F797C6-0377-4E85-963A-DFFC8C32F58F}" destId="{BB5EFE24-0FA0-4552-AEE4-AF08AF3136FF}" srcOrd="0" destOrd="0" presId="urn:microsoft.com/office/officeart/2005/8/layout/process5"/>
    <dgm:cxn modelId="{8B3456D6-3FD4-4234-B225-01E9CBCAC508}" type="presParOf" srcId="{A30B5010-4225-4BC9-B0B2-242677BBF9EB}" destId="{79A6EE32-7554-4F1D-A78E-40B1EF987622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5FB045-DD73-4F24-8962-8AB57C6E7648}" type="doc">
      <dgm:prSet loTypeId="urn:microsoft.com/office/officeart/2005/8/layout/process5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pPr latinLnBrk="1"/>
          <a:endParaRPr lang="ko-KR" altLang="en-US"/>
        </a:p>
      </dgm:t>
    </dgm:pt>
    <dgm:pt modelId="{1096CDD2-A582-40CA-BD2E-6F34CF1857D7}">
      <dgm:prSet/>
      <dgm:spPr/>
      <dgm:t>
        <a:bodyPr/>
        <a:lstStyle/>
        <a:p>
          <a:pPr latinLnBrk="1"/>
          <a:r>
            <a:rPr lang="ko-KR" b="0" i="0" dirty="0"/>
            <a:t>최대 값</a:t>
          </a:r>
          <a:r>
            <a:rPr lang="en-US" b="0" i="0" dirty="0"/>
            <a:t>: 8</a:t>
          </a:r>
          <a:br>
            <a:rPr lang="en-US" b="0" i="0" dirty="0"/>
          </a:br>
          <a:r>
            <a:rPr lang="ko-KR" b="0" i="0" dirty="0"/>
            <a:t>개수</a:t>
          </a:r>
          <a:r>
            <a:rPr lang="en-US" b="0" i="0" dirty="0"/>
            <a:t>: 3</a:t>
          </a:r>
          <a:br>
            <a:rPr lang="en-US" b="0" i="0" dirty="0"/>
          </a:br>
          <a:r>
            <a:rPr lang="ko-KR" b="0" i="0" dirty="0"/>
            <a:t>교환 횟수</a:t>
          </a:r>
          <a:r>
            <a:rPr lang="en-US" b="0" i="0" dirty="0"/>
            <a:t>: 5</a:t>
          </a:r>
          <a:endParaRPr lang="ko-KR" dirty="0"/>
        </a:p>
      </dgm:t>
    </dgm:pt>
    <dgm:pt modelId="{85B9761A-2E9C-4F1E-9031-9B4439FD0A4E}" type="parTrans" cxnId="{1520C80C-757C-48C9-9997-84C2A022F950}">
      <dgm:prSet/>
      <dgm:spPr/>
      <dgm:t>
        <a:bodyPr/>
        <a:lstStyle/>
        <a:p>
          <a:pPr latinLnBrk="1"/>
          <a:endParaRPr lang="ko-KR" altLang="en-US"/>
        </a:p>
      </dgm:t>
    </dgm:pt>
    <dgm:pt modelId="{F2D402CF-B8DC-4D4D-9C2B-6956715F706B}" type="sibTrans" cxnId="{1520C80C-757C-48C9-9997-84C2A022F950}">
      <dgm:prSet/>
      <dgm:spPr/>
      <dgm:t>
        <a:bodyPr/>
        <a:lstStyle/>
        <a:p>
          <a:pPr latinLnBrk="1"/>
          <a:endParaRPr lang="ko-KR" altLang="en-US"/>
        </a:p>
      </dgm:t>
    </dgm:pt>
    <dgm:pt modelId="{C90BC0F5-B214-455A-B413-D9D817524495}">
      <dgm:prSet/>
      <dgm:spPr/>
      <dgm:t>
        <a:bodyPr/>
        <a:lstStyle/>
        <a:p>
          <a:pPr latinLnBrk="1"/>
          <a:r>
            <a:rPr lang="ko-KR" b="0" i="0" dirty="0"/>
            <a:t>최대 값으로 </a:t>
          </a:r>
          <a:br>
            <a:rPr lang="en-US" altLang="ko-KR" b="0" i="0" dirty="0"/>
          </a:br>
          <a:r>
            <a:rPr lang="ko-KR" b="0" i="0" dirty="0" err="1"/>
            <a:t>슬라이싱</a:t>
          </a:r>
          <a:endParaRPr lang="ko-KR" dirty="0"/>
        </a:p>
      </dgm:t>
    </dgm:pt>
    <dgm:pt modelId="{FDADD3BE-65E7-47B6-B3B4-1ADF7CEC1AF6}" type="parTrans" cxnId="{3E98BC3A-EAE6-4F00-A09E-DF6502A1ED46}">
      <dgm:prSet/>
      <dgm:spPr/>
      <dgm:t>
        <a:bodyPr/>
        <a:lstStyle/>
        <a:p>
          <a:pPr latinLnBrk="1"/>
          <a:endParaRPr lang="ko-KR" altLang="en-US"/>
        </a:p>
      </dgm:t>
    </dgm:pt>
    <dgm:pt modelId="{D9716649-FDBF-404A-8DB5-29B273FFDA75}" type="sibTrans" cxnId="{3E98BC3A-EAE6-4F00-A09E-DF6502A1ED46}">
      <dgm:prSet/>
      <dgm:spPr/>
      <dgm:t>
        <a:bodyPr/>
        <a:lstStyle/>
        <a:p>
          <a:pPr latinLnBrk="1"/>
          <a:endParaRPr lang="ko-KR" altLang="en-US"/>
        </a:p>
      </dgm:t>
    </dgm:pt>
    <dgm:pt modelId="{17644A22-D677-4F22-868A-C20C723B10A2}">
      <dgm:prSet/>
      <dgm:spPr/>
      <dgm:t>
        <a:bodyPr/>
        <a:lstStyle/>
        <a:p>
          <a:pPr latinLnBrk="1"/>
          <a:r>
            <a:rPr lang="ko-KR" b="0" i="0" dirty="0" err="1"/>
            <a:t>슬라이싱</a:t>
          </a:r>
          <a:r>
            <a:rPr lang="ko-KR" b="0" i="0" dirty="0"/>
            <a:t> 리스트 </a:t>
          </a:r>
          <a:br>
            <a:rPr lang="en-US" altLang="ko-KR" b="0" i="0" dirty="0"/>
          </a:br>
          <a:r>
            <a:rPr lang="ko-KR" b="0" i="0" dirty="0"/>
            <a:t>최대값 제거</a:t>
          </a:r>
          <a:endParaRPr lang="ko-KR" dirty="0"/>
        </a:p>
      </dgm:t>
    </dgm:pt>
    <dgm:pt modelId="{B2C21D5F-D786-44A8-8495-DCDF438359A5}" type="parTrans" cxnId="{43F325FA-4588-4A93-8241-A41431902D1E}">
      <dgm:prSet/>
      <dgm:spPr/>
      <dgm:t>
        <a:bodyPr/>
        <a:lstStyle/>
        <a:p>
          <a:pPr latinLnBrk="1"/>
          <a:endParaRPr lang="ko-KR" altLang="en-US"/>
        </a:p>
      </dgm:t>
    </dgm:pt>
    <dgm:pt modelId="{B844E6ED-5009-46BA-A530-0A22FCC6AABB}" type="sibTrans" cxnId="{43F325FA-4588-4A93-8241-A41431902D1E}">
      <dgm:prSet/>
      <dgm:spPr/>
      <dgm:t>
        <a:bodyPr/>
        <a:lstStyle/>
        <a:p>
          <a:pPr latinLnBrk="1"/>
          <a:endParaRPr lang="ko-KR" altLang="en-US"/>
        </a:p>
      </dgm:t>
    </dgm:pt>
    <dgm:pt modelId="{F919E97B-E104-4517-9044-CB5355E3EE23}">
      <dgm:prSet/>
      <dgm:spPr/>
      <dgm:t>
        <a:bodyPr/>
        <a:lstStyle/>
        <a:p>
          <a:pPr latinLnBrk="1"/>
          <a:r>
            <a:rPr lang="ko-KR" b="0" i="0" dirty="0" err="1"/>
            <a:t>슬라이싱</a:t>
          </a:r>
          <a:r>
            <a:rPr lang="en-US" altLang="ko-KR" b="0" i="0" dirty="0"/>
            <a:t> </a:t>
          </a:r>
          <a:r>
            <a:rPr lang="ko-KR" altLang="en-US" b="0" i="0" dirty="0"/>
            <a:t>리스트</a:t>
          </a:r>
          <a:r>
            <a:rPr lang="ko-KR" b="0" i="0" dirty="0"/>
            <a:t> </a:t>
          </a:r>
          <a:br>
            <a:rPr lang="en-US" altLang="ko-KR" b="0" i="0" dirty="0"/>
          </a:br>
          <a:r>
            <a:rPr lang="ko-KR" b="0" i="0" dirty="0"/>
            <a:t>내림차순 정렬</a:t>
          </a:r>
          <a:endParaRPr lang="ko-KR" dirty="0"/>
        </a:p>
      </dgm:t>
    </dgm:pt>
    <dgm:pt modelId="{3086C901-7064-48A0-83EE-0A4F677E6DAC}" type="parTrans" cxnId="{080B9B22-6D34-4654-B9EE-36B7DBA3A5D4}">
      <dgm:prSet/>
      <dgm:spPr/>
      <dgm:t>
        <a:bodyPr/>
        <a:lstStyle/>
        <a:p>
          <a:pPr latinLnBrk="1"/>
          <a:endParaRPr lang="ko-KR" altLang="en-US"/>
        </a:p>
      </dgm:t>
    </dgm:pt>
    <dgm:pt modelId="{D4A9701A-3130-4CBF-9ED7-D025AA7A7B02}" type="sibTrans" cxnId="{080B9B22-6D34-4654-B9EE-36B7DBA3A5D4}">
      <dgm:prSet/>
      <dgm:spPr/>
      <dgm:t>
        <a:bodyPr/>
        <a:lstStyle/>
        <a:p>
          <a:pPr latinLnBrk="1"/>
          <a:endParaRPr lang="ko-KR" altLang="en-US"/>
        </a:p>
      </dgm:t>
    </dgm:pt>
    <dgm:pt modelId="{7145C6A9-B0A7-41CC-832C-533F85A5C9D3}">
      <dgm:prSet/>
      <dgm:spPr/>
      <dgm:t>
        <a:bodyPr/>
        <a:lstStyle/>
        <a:p>
          <a:pPr latinLnBrk="1"/>
          <a:r>
            <a:rPr lang="ko-KR" b="0" i="0" dirty="0"/>
            <a:t>최대값 위치 </a:t>
          </a:r>
          <a:br>
            <a:rPr lang="en-US" altLang="ko-KR" b="0" i="0" dirty="0"/>
          </a:br>
          <a:r>
            <a:rPr lang="ko-KR" b="0" i="0" dirty="0"/>
            <a:t>리스트</a:t>
          </a:r>
          <a:r>
            <a:rPr lang="en-US" altLang="ko-KR" b="0" i="0" dirty="0"/>
            <a:t> </a:t>
          </a:r>
          <a:r>
            <a:rPr lang="ko-KR" altLang="en-US" b="0" i="0" dirty="0"/>
            <a:t>생성</a:t>
          </a:r>
          <a:endParaRPr lang="ko-KR" dirty="0"/>
        </a:p>
      </dgm:t>
    </dgm:pt>
    <dgm:pt modelId="{953EA6C1-AD37-4F4E-B408-78E7551CD875}" type="parTrans" cxnId="{DDBE23B3-A11A-4AFE-A10F-5CB62AD9030B}">
      <dgm:prSet/>
      <dgm:spPr/>
      <dgm:t>
        <a:bodyPr/>
        <a:lstStyle/>
        <a:p>
          <a:pPr latinLnBrk="1"/>
          <a:endParaRPr lang="ko-KR" altLang="en-US"/>
        </a:p>
      </dgm:t>
    </dgm:pt>
    <dgm:pt modelId="{88EF0203-AEC0-4488-9112-68267AF55AEC}" type="sibTrans" cxnId="{DDBE23B3-A11A-4AFE-A10F-5CB62AD9030B}">
      <dgm:prSet/>
      <dgm:spPr/>
      <dgm:t>
        <a:bodyPr/>
        <a:lstStyle/>
        <a:p>
          <a:pPr latinLnBrk="1"/>
          <a:endParaRPr lang="ko-KR" altLang="en-US"/>
        </a:p>
      </dgm:t>
    </dgm:pt>
    <dgm:pt modelId="{703D57C0-045A-495C-8EF0-CEE85132D0CC}">
      <dgm:prSet/>
      <dgm:spPr/>
      <dgm:t>
        <a:bodyPr/>
        <a:lstStyle/>
        <a:p>
          <a:pPr latinLnBrk="1"/>
          <a:r>
            <a:rPr lang="ko-KR" b="0" i="0" dirty="0"/>
            <a:t>위치 리스트와 </a:t>
          </a:r>
          <a:br>
            <a:rPr lang="en-US" altLang="ko-KR" b="0" i="0" dirty="0"/>
          </a:br>
          <a:r>
            <a:rPr lang="ko-KR" b="0" i="0" dirty="0" err="1"/>
            <a:t>슬라이싱</a:t>
          </a:r>
          <a:r>
            <a:rPr lang="ko-KR" b="0" i="0" dirty="0"/>
            <a:t> 리스트의 뒤부터</a:t>
          </a:r>
          <a:r>
            <a:rPr lang="en-US" altLang="ko-KR" b="0" i="0" dirty="0"/>
            <a:t> </a:t>
          </a:r>
          <a:r>
            <a:rPr lang="ko-KR" b="0" i="0" dirty="0"/>
            <a:t>위치 교환</a:t>
          </a:r>
          <a:endParaRPr lang="ko-KR" dirty="0"/>
        </a:p>
      </dgm:t>
    </dgm:pt>
    <dgm:pt modelId="{F6A652F6-631A-45C0-AA16-6633EDBD5391}" type="parTrans" cxnId="{669CC420-F01D-4E04-A8B2-22829B638307}">
      <dgm:prSet/>
      <dgm:spPr/>
      <dgm:t>
        <a:bodyPr/>
        <a:lstStyle/>
        <a:p>
          <a:pPr latinLnBrk="1"/>
          <a:endParaRPr lang="ko-KR" altLang="en-US"/>
        </a:p>
      </dgm:t>
    </dgm:pt>
    <dgm:pt modelId="{8C070739-9DDB-4547-9FDF-C9D77F6B0C53}" type="sibTrans" cxnId="{669CC420-F01D-4E04-A8B2-22829B638307}">
      <dgm:prSet/>
      <dgm:spPr/>
      <dgm:t>
        <a:bodyPr/>
        <a:lstStyle/>
        <a:p>
          <a:pPr latinLnBrk="1"/>
          <a:endParaRPr lang="ko-KR" altLang="en-US"/>
        </a:p>
      </dgm:t>
    </dgm:pt>
    <dgm:pt modelId="{8BE11489-0A5A-49E9-9308-AC437E18ABF9}">
      <dgm:prSet/>
      <dgm:spPr/>
      <dgm:t>
        <a:bodyPr/>
        <a:lstStyle/>
        <a:p>
          <a:pPr latinLnBrk="1"/>
          <a:r>
            <a:rPr lang="ko-KR" b="0" i="0" dirty="0"/>
            <a:t>교환 횟수</a:t>
          </a:r>
          <a:r>
            <a:rPr lang="en-US" b="0" i="0" dirty="0"/>
            <a:t>: 5 – 3 = 2</a:t>
          </a:r>
          <a:endParaRPr lang="ko-KR" dirty="0"/>
        </a:p>
      </dgm:t>
    </dgm:pt>
    <dgm:pt modelId="{B8FB5D0E-AD16-40D0-802E-FBCF580B28C4}" type="parTrans" cxnId="{D120426C-6C06-45CE-851C-14EF1A6DADA0}">
      <dgm:prSet/>
      <dgm:spPr/>
      <dgm:t>
        <a:bodyPr/>
        <a:lstStyle/>
        <a:p>
          <a:pPr latinLnBrk="1"/>
          <a:endParaRPr lang="ko-KR" altLang="en-US"/>
        </a:p>
      </dgm:t>
    </dgm:pt>
    <dgm:pt modelId="{9B6DECE6-4721-4AE7-A6BB-7E8AD3336E36}" type="sibTrans" cxnId="{D120426C-6C06-45CE-851C-14EF1A6DADA0}">
      <dgm:prSet/>
      <dgm:spPr/>
      <dgm:t>
        <a:bodyPr/>
        <a:lstStyle/>
        <a:p>
          <a:pPr latinLnBrk="1"/>
          <a:endParaRPr lang="ko-KR" altLang="en-US"/>
        </a:p>
      </dgm:t>
    </dgm:pt>
    <dgm:pt modelId="{43D58F39-EF9C-45F1-A987-48BBBCFAAAFB}">
      <dgm:prSet/>
      <dgm:spPr/>
      <dgm:t>
        <a:bodyPr/>
        <a:lstStyle/>
        <a:p>
          <a:pPr latinLnBrk="1"/>
          <a:r>
            <a:rPr lang="ko-KR" b="0" i="0" dirty="0"/>
            <a:t>작업 리스트 축소</a:t>
          </a:r>
          <a:endParaRPr lang="ko-KR" dirty="0"/>
        </a:p>
      </dgm:t>
    </dgm:pt>
    <dgm:pt modelId="{2F26ED6A-111F-46F6-82E1-F4462780AF8D}" type="parTrans" cxnId="{790B6EF5-707F-4C40-8639-1D1A9514E6A9}">
      <dgm:prSet/>
      <dgm:spPr/>
      <dgm:t>
        <a:bodyPr/>
        <a:lstStyle/>
        <a:p>
          <a:pPr latinLnBrk="1"/>
          <a:endParaRPr lang="ko-KR" altLang="en-US"/>
        </a:p>
      </dgm:t>
    </dgm:pt>
    <dgm:pt modelId="{5D63249C-0071-45F6-BA27-DF4A69A3BDB4}" type="sibTrans" cxnId="{790B6EF5-707F-4C40-8639-1D1A9514E6A9}">
      <dgm:prSet/>
      <dgm:spPr/>
      <dgm:t>
        <a:bodyPr/>
        <a:lstStyle/>
        <a:p>
          <a:pPr latinLnBrk="1"/>
          <a:endParaRPr lang="ko-KR" altLang="en-US"/>
        </a:p>
      </dgm:t>
    </dgm:pt>
    <dgm:pt modelId="{71145ADF-503B-4849-9B1F-285FA88C29FB}">
      <dgm:prSet/>
      <dgm:spPr/>
      <dgm:t>
        <a:bodyPr/>
        <a:lstStyle/>
        <a:p>
          <a:pPr latinLnBrk="1"/>
          <a:r>
            <a:rPr lang="ko-KR" b="0" i="0" dirty="0"/>
            <a:t>반복</a:t>
          </a:r>
          <a:endParaRPr lang="ko-KR" dirty="0"/>
        </a:p>
      </dgm:t>
    </dgm:pt>
    <dgm:pt modelId="{61506864-E46D-4C9B-8114-C3BA4591601C}" type="parTrans" cxnId="{F029D9BA-E00C-47F7-91A6-9FA77C3C9ABB}">
      <dgm:prSet/>
      <dgm:spPr/>
      <dgm:t>
        <a:bodyPr/>
        <a:lstStyle/>
        <a:p>
          <a:pPr latinLnBrk="1"/>
          <a:endParaRPr lang="ko-KR" altLang="en-US"/>
        </a:p>
      </dgm:t>
    </dgm:pt>
    <dgm:pt modelId="{38646EA0-80D8-4957-BC1A-AEEB3F778A6C}" type="sibTrans" cxnId="{F029D9BA-E00C-47F7-91A6-9FA77C3C9ABB}">
      <dgm:prSet/>
      <dgm:spPr/>
      <dgm:t>
        <a:bodyPr/>
        <a:lstStyle/>
        <a:p>
          <a:pPr latinLnBrk="1"/>
          <a:endParaRPr lang="ko-KR" altLang="en-US"/>
        </a:p>
      </dgm:t>
    </dgm:pt>
    <dgm:pt modelId="{C4DB0F09-8F38-44E2-8456-C876452F63FD}">
      <dgm:prSet/>
      <dgm:spPr/>
      <dgm:t>
        <a:bodyPr/>
        <a:lstStyle/>
        <a:p>
          <a:pPr latinLnBrk="1"/>
          <a:r>
            <a:rPr lang="ko-KR" altLang="en-US" dirty="0"/>
            <a:t>결과 출력</a:t>
          </a:r>
          <a:endParaRPr lang="ko-KR" dirty="0"/>
        </a:p>
      </dgm:t>
    </dgm:pt>
    <dgm:pt modelId="{3CBFD758-182D-4A98-89B6-5101A9164F5E}" type="parTrans" cxnId="{E155DC10-84CD-448B-B8FD-C5C5FC8B9DD8}">
      <dgm:prSet/>
      <dgm:spPr/>
      <dgm:t>
        <a:bodyPr/>
        <a:lstStyle/>
        <a:p>
          <a:pPr latinLnBrk="1"/>
          <a:endParaRPr lang="ko-KR" altLang="en-US"/>
        </a:p>
      </dgm:t>
    </dgm:pt>
    <dgm:pt modelId="{8D2805DD-FF44-44BB-8618-71836718E518}" type="sibTrans" cxnId="{E155DC10-84CD-448B-B8FD-C5C5FC8B9DD8}">
      <dgm:prSet/>
      <dgm:spPr/>
      <dgm:t>
        <a:bodyPr/>
        <a:lstStyle/>
        <a:p>
          <a:pPr latinLnBrk="1"/>
          <a:endParaRPr lang="ko-KR" altLang="en-US"/>
        </a:p>
      </dgm:t>
    </dgm:pt>
    <dgm:pt modelId="{19480ABA-B018-4AF2-A436-645800D4693A}" type="pres">
      <dgm:prSet presAssocID="{995FB045-DD73-4F24-8962-8AB57C6E7648}" presName="diagram" presStyleCnt="0">
        <dgm:presLayoutVars>
          <dgm:dir/>
          <dgm:resizeHandles val="exact"/>
        </dgm:presLayoutVars>
      </dgm:prSet>
      <dgm:spPr/>
    </dgm:pt>
    <dgm:pt modelId="{B638F1B0-B4D4-4B0B-BA45-CA062C221008}" type="pres">
      <dgm:prSet presAssocID="{1096CDD2-A582-40CA-BD2E-6F34CF1857D7}" presName="node" presStyleLbl="node1" presStyleIdx="0" presStyleCnt="10">
        <dgm:presLayoutVars>
          <dgm:bulletEnabled val="1"/>
        </dgm:presLayoutVars>
      </dgm:prSet>
      <dgm:spPr/>
    </dgm:pt>
    <dgm:pt modelId="{BCAEE688-FA1D-4509-83D4-35E01FE1DDD7}" type="pres">
      <dgm:prSet presAssocID="{F2D402CF-B8DC-4D4D-9C2B-6956715F706B}" presName="sibTrans" presStyleLbl="sibTrans2D1" presStyleIdx="0" presStyleCnt="9"/>
      <dgm:spPr/>
    </dgm:pt>
    <dgm:pt modelId="{B423D6C3-B57B-4D5A-A27D-33E5AB3EEA6E}" type="pres">
      <dgm:prSet presAssocID="{F2D402CF-B8DC-4D4D-9C2B-6956715F706B}" presName="connectorText" presStyleLbl="sibTrans2D1" presStyleIdx="0" presStyleCnt="9"/>
      <dgm:spPr/>
    </dgm:pt>
    <dgm:pt modelId="{B1296C50-3081-4854-BC1F-9E55EA4C7345}" type="pres">
      <dgm:prSet presAssocID="{C90BC0F5-B214-455A-B413-D9D817524495}" presName="node" presStyleLbl="node1" presStyleIdx="1" presStyleCnt="10">
        <dgm:presLayoutVars>
          <dgm:bulletEnabled val="1"/>
        </dgm:presLayoutVars>
      </dgm:prSet>
      <dgm:spPr/>
    </dgm:pt>
    <dgm:pt modelId="{2F42B027-8FE1-44F8-83DF-1BED48D1BDC9}" type="pres">
      <dgm:prSet presAssocID="{D9716649-FDBF-404A-8DB5-29B273FFDA75}" presName="sibTrans" presStyleLbl="sibTrans2D1" presStyleIdx="1" presStyleCnt="9"/>
      <dgm:spPr/>
    </dgm:pt>
    <dgm:pt modelId="{E1A6C68C-1AEB-4F34-96C8-5063EAA48EF8}" type="pres">
      <dgm:prSet presAssocID="{D9716649-FDBF-404A-8DB5-29B273FFDA75}" presName="connectorText" presStyleLbl="sibTrans2D1" presStyleIdx="1" presStyleCnt="9"/>
      <dgm:spPr/>
    </dgm:pt>
    <dgm:pt modelId="{00A21CCA-F3B9-4BD0-B851-7B0FEA85CD8B}" type="pres">
      <dgm:prSet presAssocID="{17644A22-D677-4F22-868A-C20C723B10A2}" presName="node" presStyleLbl="node1" presStyleIdx="2" presStyleCnt="10">
        <dgm:presLayoutVars>
          <dgm:bulletEnabled val="1"/>
        </dgm:presLayoutVars>
      </dgm:prSet>
      <dgm:spPr/>
    </dgm:pt>
    <dgm:pt modelId="{8119581C-A214-405F-9222-A38EA05C9EDB}" type="pres">
      <dgm:prSet presAssocID="{B844E6ED-5009-46BA-A530-0A22FCC6AABB}" presName="sibTrans" presStyleLbl="sibTrans2D1" presStyleIdx="2" presStyleCnt="9"/>
      <dgm:spPr/>
    </dgm:pt>
    <dgm:pt modelId="{A7C48A12-3D7F-4B45-A6B0-61F5640F9ADE}" type="pres">
      <dgm:prSet presAssocID="{B844E6ED-5009-46BA-A530-0A22FCC6AABB}" presName="connectorText" presStyleLbl="sibTrans2D1" presStyleIdx="2" presStyleCnt="9"/>
      <dgm:spPr/>
    </dgm:pt>
    <dgm:pt modelId="{187879C4-80C1-4DCF-9BA1-CBBE532234DD}" type="pres">
      <dgm:prSet presAssocID="{F919E97B-E104-4517-9044-CB5355E3EE23}" presName="node" presStyleLbl="node1" presStyleIdx="3" presStyleCnt="10">
        <dgm:presLayoutVars>
          <dgm:bulletEnabled val="1"/>
        </dgm:presLayoutVars>
      </dgm:prSet>
      <dgm:spPr/>
    </dgm:pt>
    <dgm:pt modelId="{33A4C5DC-9E26-4540-8E8D-CC850FAA60C0}" type="pres">
      <dgm:prSet presAssocID="{D4A9701A-3130-4CBF-9ED7-D025AA7A7B02}" presName="sibTrans" presStyleLbl="sibTrans2D1" presStyleIdx="3" presStyleCnt="9"/>
      <dgm:spPr/>
    </dgm:pt>
    <dgm:pt modelId="{ECCD4613-A833-4CCE-BE53-333C0623EDD7}" type="pres">
      <dgm:prSet presAssocID="{D4A9701A-3130-4CBF-9ED7-D025AA7A7B02}" presName="connectorText" presStyleLbl="sibTrans2D1" presStyleIdx="3" presStyleCnt="9"/>
      <dgm:spPr/>
    </dgm:pt>
    <dgm:pt modelId="{417F310B-EE1A-4F27-A5C5-5C32CCFA54D8}" type="pres">
      <dgm:prSet presAssocID="{7145C6A9-B0A7-41CC-832C-533F85A5C9D3}" presName="node" presStyleLbl="node1" presStyleIdx="4" presStyleCnt="10">
        <dgm:presLayoutVars>
          <dgm:bulletEnabled val="1"/>
        </dgm:presLayoutVars>
      </dgm:prSet>
      <dgm:spPr/>
    </dgm:pt>
    <dgm:pt modelId="{7E86FC1F-1857-4ED9-9170-B010D49C4B07}" type="pres">
      <dgm:prSet presAssocID="{88EF0203-AEC0-4488-9112-68267AF55AEC}" presName="sibTrans" presStyleLbl="sibTrans2D1" presStyleIdx="4" presStyleCnt="9"/>
      <dgm:spPr/>
    </dgm:pt>
    <dgm:pt modelId="{A1C5750D-24BB-4058-9766-436C1D3A39F7}" type="pres">
      <dgm:prSet presAssocID="{88EF0203-AEC0-4488-9112-68267AF55AEC}" presName="connectorText" presStyleLbl="sibTrans2D1" presStyleIdx="4" presStyleCnt="9"/>
      <dgm:spPr/>
    </dgm:pt>
    <dgm:pt modelId="{6FA418C9-5F79-4421-85C0-D8CD41479BC3}" type="pres">
      <dgm:prSet presAssocID="{703D57C0-045A-495C-8EF0-CEE85132D0CC}" presName="node" presStyleLbl="node1" presStyleIdx="5" presStyleCnt="10">
        <dgm:presLayoutVars>
          <dgm:bulletEnabled val="1"/>
        </dgm:presLayoutVars>
      </dgm:prSet>
      <dgm:spPr/>
    </dgm:pt>
    <dgm:pt modelId="{6C33D87B-CEAB-41D7-8BD5-406008377F99}" type="pres">
      <dgm:prSet presAssocID="{8C070739-9DDB-4547-9FDF-C9D77F6B0C53}" presName="sibTrans" presStyleLbl="sibTrans2D1" presStyleIdx="5" presStyleCnt="9"/>
      <dgm:spPr/>
    </dgm:pt>
    <dgm:pt modelId="{5131EE6D-C3AA-4FB9-92C9-DA2ECD09B65D}" type="pres">
      <dgm:prSet presAssocID="{8C070739-9DDB-4547-9FDF-C9D77F6B0C53}" presName="connectorText" presStyleLbl="sibTrans2D1" presStyleIdx="5" presStyleCnt="9"/>
      <dgm:spPr/>
    </dgm:pt>
    <dgm:pt modelId="{0F86257C-6E98-45E7-9E95-DF9786363FED}" type="pres">
      <dgm:prSet presAssocID="{8BE11489-0A5A-49E9-9308-AC437E18ABF9}" presName="node" presStyleLbl="node1" presStyleIdx="6" presStyleCnt="10">
        <dgm:presLayoutVars>
          <dgm:bulletEnabled val="1"/>
        </dgm:presLayoutVars>
      </dgm:prSet>
      <dgm:spPr/>
    </dgm:pt>
    <dgm:pt modelId="{97917C9F-A1EB-47E8-B2C0-665D404A5E72}" type="pres">
      <dgm:prSet presAssocID="{9B6DECE6-4721-4AE7-A6BB-7E8AD3336E36}" presName="sibTrans" presStyleLbl="sibTrans2D1" presStyleIdx="6" presStyleCnt="9"/>
      <dgm:spPr/>
    </dgm:pt>
    <dgm:pt modelId="{AB5FC420-3A9D-4B20-AC7C-5FD67D33BCD5}" type="pres">
      <dgm:prSet presAssocID="{9B6DECE6-4721-4AE7-A6BB-7E8AD3336E36}" presName="connectorText" presStyleLbl="sibTrans2D1" presStyleIdx="6" presStyleCnt="9"/>
      <dgm:spPr/>
    </dgm:pt>
    <dgm:pt modelId="{5F23A238-7EAA-4F5D-B9F3-9133E6D4AAE1}" type="pres">
      <dgm:prSet presAssocID="{43D58F39-EF9C-45F1-A987-48BBBCFAAAFB}" presName="node" presStyleLbl="node1" presStyleIdx="7" presStyleCnt="10">
        <dgm:presLayoutVars>
          <dgm:bulletEnabled val="1"/>
        </dgm:presLayoutVars>
      </dgm:prSet>
      <dgm:spPr/>
    </dgm:pt>
    <dgm:pt modelId="{EE1E7C27-F2D3-4568-91AA-92E599C91CF2}" type="pres">
      <dgm:prSet presAssocID="{5D63249C-0071-45F6-BA27-DF4A69A3BDB4}" presName="sibTrans" presStyleLbl="sibTrans2D1" presStyleIdx="7" presStyleCnt="9"/>
      <dgm:spPr/>
    </dgm:pt>
    <dgm:pt modelId="{37294F8D-81EE-4829-B0A1-962FA7EF2658}" type="pres">
      <dgm:prSet presAssocID="{5D63249C-0071-45F6-BA27-DF4A69A3BDB4}" presName="connectorText" presStyleLbl="sibTrans2D1" presStyleIdx="7" presStyleCnt="9"/>
      <dgm:spPr/>
    </dgm:pt>
    <dgm:pt modelId="{326E45FC-130A-41FB-B2DB-30750A669128}" type="pres">
      <dgm:prSet presAssocID="{71145ADF-503B-4849-9B1F-285FA88C29FB}" presName="node" presStyleLbl="node1" presStyleIdx="8" presStyleCnt="10">
        <dgm:presLayoutVars>
          <dgm:bulletEnabled val="1"/>
        </dgm:presLayoutVars>
      </dgm:prSet>
      <dgm:spPr/>
    </dgm:pt>
    <dgm:pt modelId="{71719C39-462E-488A-94D5-71CF9AAB6646}" type="pres">
      <dgm:prSet presAssocID="{38646EA0-80D8-4957-BC1A-AEEB3F778A6C}" presName="sibTrans" presStyleLbl="sibTrans2D1" presStyleIdx="8" presStyleCnt="9"/>
      <dgm:spPr/>
    </dgm:pt>
    <dgm:pt modelId="{223EBDCA-E9BC-4511-9A16-15A33AE91982}" type="pres">
      <dgm:prSet presAssocID="{38646EA0-80D8-4957-BC1A-AEEB3F778A6C}" presName="connectorText" presStyleLbl="sibTrans2D1" presStyleIdx="8" presStyleCnt="9"/>
      <dgm:spPr/>
    </dgm:pt>
    <dgm:pt modelId="{634FFDA1-76AE-43F0-8FDE-1CA57FC00854}" type="pres">
      <dgm:prSet presAssocID="{C4DB0F09-8F38-44E2-8456-C876452F63FD}" presName="node" presStyleLbl="node1" presStyleIdx="9" presStyleCnt="10">
        <dgm:presLayoutVars>
          <dgm:bulletEnabled val="1"/>
        </dgm:presLayoutVars>
      </dgm:prSet>
      <dgm:spPr/>
    </dgm:pt>
  </dgm:ptLst>
  <dgm:cxnLst>
    <dgm:cxn modelId="{61C8A70A-080E-4604-9F61-5CB9FF4AE679}" type="presOf" srcId="{B844E6ED-5009-46BA-A530-0A22FCC6AABB}" destId="{A7C48A12-3D7F-4B45-A6B0-61F5640F9ADE}" srcOrd="1" destOrd="0" presId="urn:microsoft.com/office/officeart/2005/8/layout/process5"/>
    <dgm:cxn modelId="{1520C80C-757C-48C9-9997-84C2A022F950}" srcId="{995FB045-DD73-4F24-8962-8AB57C6E7648}" destId="{1096CDD2-A582-40CA-BD2E-6F34CF1857D7}" srcOrd="0" destOrd="0" parTransId="{85B9761A-2E9C-4F1E-9031-9B4439FD0A4E}" sibTransId="{F2D402CF-B8DC-4D4D-9C2B-6956715F706B}"/>
    <dgm:cxn modelId="{E155DC10-84CD-448B-B8FD-C5C5FC8B9DD8}" srcId="{995FB045-DD73-4F24-8962-8AB57C6E7648}" destId="{C4DB0F09-8F38-44E2-8456-C876452F63FD}" srcOrd="9" destOrd="0" parTransId="{3CBFD758-182D-4A98-89B6-5101A9164F5E}" sibTransId="{8D2805DD-FF44-44BB-8618-71836718E518}"/>
    <dgm:cxn modelId="{4FE8ED16-95EA-4F27-952E-F4C0A8F36C64}" type="presOf" srcId="{995FB045-DD73-4F24-8962-8AB57C6E7648}" destId="{19480ABA-B018-4AF2-A436-645800D4693A}" srcOrd="0" destOrd="0" presId="urn:microsoft.com/office/officeart/2005/8/layout/process5"/>
    <dgm:cxn modelId="{542A5A1B-D386-41C2-9F2C-04631DB2170E}" type="presOf" srcId="{8C070739-9DDB-4547-9FDF-C9D77F6B0C53}" destId="{6C33D87B-CEAB-41D7-8BD5-406008377F99}" srcOrd="0" destOrd="0" presId="urn:microsoft.com/office/officeart/2005/8/layout/process5"/>
    <dgm:cxn modelId="{669CC420-F01D-4E04-A8B2-22829B638307}" srcId="{995FB045-DD73-4F24-8962-8AB57C6E7648}" destId="{703D57C0-045A-495C-8EF0-CEE85132D0CC}" srcOrd="5" destOrd="0" parTransId="{F6A652F6-631A-45C0-AA16-6633EDBD5391}" sibTransId="{8C070739-9DDB-4547-9FDF-C9D77F6B0C53}"/>
    <dgm:cxn modelId="{080B9B22-6D34-4654-B9EE-36B7DBA3A5D4}" srcId="{995FB045-DD73-4F24-8962-8AB57C6E7648}" destId="{F919E97B-E104-4517-9044-CB5355E3EE23}" srcOrd="3" destOrd="0" parTransId="{3086C901-7064-48A0-83EE-0A4F677E6DAC}" sibTransId="{D4A9701A-3130-4CBF-9ED7-D025AA7A7B02}"/>
    <dgm:cxn modelId="{976CCC28-1487-4DAB-826B-5E02D95D1A21}" type="presOf" srcId="{5D63249C-0071-45F6-BA27-DF4A69A3BDB4}" destId="{37294F8D-81EE-4829-B0A1-962FA7EF2658}" srcOrd="1" destOrd="0" presId="urn:microsoft.com/office/officeart/2005/8/layout/process5"/>
    <dgm:cxn modelId="{3E98BC3A-EAE6-4F00-A09E-DF6502A1ED46}" srcId="{995FB045-DD73-4F24-8962-8AB57C6E7648}" destId="{C90BC0F5-B214-455A-B413-D9D817524495}" srcOrd="1" destOrd="0" parTransId="{FDADD3BE-65E7-47B6-B3B4-1ADF7CEC1AF6}" sibTransId="{D9716649-FDBF-404A-8DB5-29B273FFDA75}"/>
    <dgm:cxn modelId="{89A8DB3B-21A3-49AD-8337-3DC03440BFB5}" type="presOf" srcId="{D9716649-FDBF-404A-8DB5-29B273FFDA75}" destId="{2F42B027-8FE1-44F8-83DF-1BED48D1BDC9}" srcOrd="0" destOrd="0" presId="urn:microsoft.com/office/officeart/2005/8/layout/process5"/>
    <dgm:cxn modelId="{2D2C9B3C-8732-45CB-B20D-7D6D3AFCFB19}" type="presOf" srcId="{F919E97B-E104-4517-9044-CB5355E3EE23}" destId="{187879C4-80C1-4DCF-9BA1-CBBE532234DD}" srcOrd="0" destOrd="0" presId="urn:microsoft.com/office/officeart/2005/8/layout/process5"/>
    <dgm:cxn modelId="{2F0AC83E-A870-4FEA-A799-888C6DBEE70C}" type="presOf" srcId="{8BE11489-0A5A-49E9-9308-AC437E18ABF9}" destId="{0F86257C-6E98-45E7-9E95-DF9786363FED}" srcOrd="0" destOrd="0" presId="urn:microsoft.com/office/officeart/2005/8/layout/process5"/>
    <dgm:cxn modelId="{65F59A43-7D58-4889-9E2C-D81235E74976}" type="presOf" srcId="{88EF0203-AEC0-4488-9112-68267AF55AEC}" destId="{A1C5750D-24BB-4058-9766-436C1D3A39F7}" srcOrd="1" destOrd="0" presId="urn:microsoft.com/office/officeart/2005/8/layout/process5"/>
    <dgm:cxn modelId="{3E1CDE66-9979-4960-9627-76602F943031}" type="presOf" srcId="{8C070739-9DDB-4547-9FDF-C9D77F6B0C53}" destId="{5131EE6D-C3AA-4FB9-92C9-DA2ECD09B65D}" srcOrd="1" destOrd="0" presId="urn:microsoft.com/office/officeart/2005/8/layout/process5"/>
    <dgm:cxn modelId="{D120426C-6C06-45CE-851C-14EF1A6DADA0}" srcId="{995FB045-DD73-4F24-8962-8AB57C6E7648}" destId="{8BE11489-0A5A-49E9-9308-AC437E18ABF9}" srcOrd="6" destOrd="0" parTransId="{B8FB5D0E-AD16-40D0-802E-FBCF580B28C4}" sibTransId="{9B6DECE6-4721-4AE7-A6BB-7E8AD3336E36}"/>
    <dgm:cxn modelId="{E1492F51-04D8-469F-B988-953E8C786520}" type="presOf" srcId="{71145ADF-503B-4849-9B1F-285FA88C29FB}" destId="{326E45FC-130A-41FB-B2DB-30750A669128}" srcOrd="0" destOrd="0" presId="urn:microsoft.com/office/officeart/2005/8/layout/process5"/>
    <dgm:cxn modelId="{F8B94C78-2C6E-4A89-A109-4F3786B50BB6}" type="presOf" srcId="{17644A22-D677-4F22-868A-C20C723B10A2}" destId="{00A21CCA-F3B9-4BD0-B851-7B0FEA85CD8B}" srcOrd="0" destOrd="0" presId="urn:microsoft.com/office/officeart/2005/8/layout/process5"/>
    <dgm:cxn modelId="{83D3E878-8BAD-45FA-9221-BA2ACEA49F66}" type="presOf" srcId="{5D63249C-0071-45F6-BA27-DF4A69A3BDB4}" destId="{EE1E7C27-F2D3-4568-91AA-92E599C91CF2}" srcOrd="0" destOrd="0" presId="urn:microsoft.com/office/officeart/2005/8/layout/process5"/>
    <dgm:cxn modelId="{0547E479-25C2-484F-AE75-88E27F092813}" type="presOf" srcId="{38646EA0-80D8-4957-BC1A-AEEB3F778A6C}" destId="{223EBDCA-E9BC-4511-9A16-15A33AE91982}" srcOrd="1" destOrd="0" presId="urn:microsoft.com/office/officeart/2005/8/layout/process5"/>
    <dgm:cxn modelId="{EC144489-3A5B-40F4-BB28-F30BD9458A34}" type="presOf" srcId="{C90BC0F5-B214-455A-B413-D9D817524495}" destId="{B1296C50-3081-4854-BC1F-9E55EA4C7345}" srcOrd="0" destOrd="0" presId="urn:microsoft.com/office/officeart/2005/8/layout/process5"/>
    <dgm:cxn modelId="{B059F98B-7F38-461E-987D-477DB09543E6}" type="presOf" srcId="{88EF0203-AEC0-4488-9112-68267AF55AEC}" destId="{7E86FC1F-1857-4ED9-9170-B010D49C4B07}" srcOrd="0" destOrd="0" presId="urn:microsoft.com/office/officeart/2005/8/layout/process5"/>
    <dgm:cxn modelId="{28EB838E-1CD6-4D44-AC65-99FB177F5928}" type="presOf" srcId="{F2D402CF-B8DC-4D4D-9C2B-6956715F706B}" destId="{B423D6C3-B57B-4D5A-A27D-33E5AB3EEA6E}" srcOrd="1" destOrd="0" presId="urn:microsoft.com/office/officeart/2005/8/layout/process5"/>
    <dgm:cxn modelId="{03E32198-6E69-43CF-8BB3-13D81FB189B3}" type="presOf" srcId="{703D57C0-045A-495C-8EF0-CEE85132D0CC}" destId="{6FA418C9-5F79-4421-85C0-D8CD41479BC3}" srcOrd="0" destOrd="0" presId="urn:microsoft.com/office/officeart/2005/8/layout/process5"/>
    <dgm:cxn modelId="{DDBE23B3-A11A-4AFE-A10F-5CB62AD9030B}" srcId="{995FB045-DD73-4F24-8962-8AB57C6E7648}" destId="{7145C6A9-B0A7-41CC-832C-533F85A5C9D3}" srcOrd="4" destOrd="0" parTransId="{953EA6C1-AD37-4F4E-B408-78E7551CD875}" sibTransId="{88EF0203-AEC0-4488-9112-68267AF55AEC}"/>
    <dgm:cxn modelId="{F029D9BA-E00C-47F7-91A6-9FA77C3C9ABB}" srcId="{995FB045-DD73-4F24-8962-8AB57C6E7648}" destId="{71145ADF-503B-4849-9B1F-285FA88C29FB}" srcOrd="8" destOrd="0" parTransId="{61506864-E46D-4C9B-8114-C3BA4591601C}" sibTransId="{38646EA0-80D8-4957-BC1A-AEEB3F778A6C}"/>
    <dgm:cxn modelId="{C2CF63BC-9119-46AC-B864-955DD2D2A3E2}" type="presOf" srcId="{D4A9701A-3130-4CBF-9ED7-D025AA7A7B02}" destId="{ECCD4613-A833-4CCE-BE53-333C0623EDD7}" srcOrd="1" destOrd="0" presId="urn:microsoft.com/office/officeart/2005/8/layout/process5"/>
    <dgm:cxn modelId="{A8A35DBF-5107-49FC-A343-8374505B59FF}" type="presOf" srcId="{1096CDD2-A582-40CA-BD2E-6F34CF1857D7}" destId="{B638F1B0-B4D4-4B0B-BA45-CA062C221008}" srcOrd="0" destOrd="0" presId="urn:microsoft.com/office/officeart/2005/8/layout/process5"/>
    <dgm:cxn modelId="{7A6947BF-26E4-4C40-A8B5-87503DDC000F}" type="presOf" srcId="{9B6DECE6-4721-4AE7-A6BB-7E8AD3336E36}" destId="{AB5FC420-3A9D-4B20-AC7C-5FD67D33BCD5}" srcOrd="1" destOrd="0" presId="urn:microsoft.com/office/officeart/2005/8/layout/process5"/>
    <dgm:cxn modelId="{80DA06C7-3D21-47A2-B2D6-DC6A0C057CC1}" type="presOf" srcId="{38646EA0-80D8-4957-BC1A-AEEB3F778A6C}" destId="{71719C39-462E-488A-94D5-71CF9AAB6646}" srcOrd="0" destOrd="0" presId="urn:microsoft.com/office/officeart/2005/8/layout/process5"/>
    <dgm:cxn modelId="{C1AE56D1-7299-406B-BF87-B69A6684A588}" type="presOf" srcId="{7145C6A9-B0A7-41CC-832C-533F85A5C9D3}" destId="{417F310B-EE1A-4F27-A5C5-5C32CCFA54D8}" srcOrd="0" destOrd="0" presId="urn:microsoft.com/office/officeart/2005/8/layout/process5"/>
    <dgm:cxn modelId="{B5AEB0D6-29AD-4415-A337-01B0B6A4ED29}" type="presOf" srcId="{C4DB0F09-8F38-44E2-8456-C876452F63FD}" destId="{634FFDA1-76AE-43F0-8FDE-1CA57FC00854}" srcOrd="0" destOrd="0" presId="urn:microsoft.com/office/officeart/2005/8/layout/process5"/>
    <dgm:cxn modelId="{A5C16BD8-4C16-4FD8-9FC4-BA14AA5C9933}" type="presOf" srcId="{D4A9701A-3130-4CBF-9ED7-D025AA7A7B02}" destId="{33A4C5DC-9E26-4540-8E8D-CC850FAA60C0}" srcOrd="0" destOrd="0" presId="urn:microsoft.com/office/officeart/2005/8/layout/process5"/>
    <dgm:cxn modelId="{1C454BE0-CF6D-466A-B65F-08705A176329}" type="presOf" srcId="{9B6DECE6-4721-4AE7-A6BB-7E8AD3336E36}" destId="{97917C9F-A1EB-47E8-B2C0-665D404A5E72}" srcOrd="0" destOrd="0" presId="urn:microsoft.com/office/officeart/2005/8/layout/process5"/>
    <dgm:cxn modelId="{3CD00CE3-A15D-4453-A74F-67E393B743A5}" type="presOf" srcId="{D9716649-FDBF-404A-8DB5-29B273FFDA75}" destId="{E1A6C68C-1AEB-4F34-96C8-5063EAA48EF8}" srcOrd="1" destOrd="0" presId="urn:microsoft.com/office/officeart/2005/8/layout/process5"/>
    <dgm:cxn modelId="{790B6EF5-707F-4C40-8639-1D1A9514E6A9}" srcId="{995FB045-DD73-4F24-8962-8AB57C6E7648}" destId="{43D58F39-EF9C-45F1-A987-48BBBCFAAAFB}" srcOrd="7" destOrd="0" parTransId="{2F26ED6A-111F-46F6-82E1-F4462780AF8D}" sibTransId="{5D63249C-0071-45F6-BA27-DF4A69A3BDB4}"/>
    <dgm:cxn modelId="{D2F528F6-472D-435C-A471-658C119551BE}" type="presOf" srcId="{F2D402CF-B8DC-4D4D-9C2B-6956715F706B}" destId="{BCAEE688-FA1D-4509-83D4-35E01FE1DDD7}" srcOrd="0" destOrd="0" presId="urn:microsoft.com/office/officeart/2005/8/layout/process5"/>
    <dgm:cxn modelId="{B83CEAF7-A8A2-4556-A0D8-D103038764D2}" type="presOf" srcId="{B844E6ED-5009-46BA-A530-0A22FCC6AABB}" destId="{8119581C-A214-405F-9222-A38EA05C9EDB}" srcOrd="0" destOrd="0" presId="urn:microsoft.com/office/officeart/2005/8/layout/process5"/>
    <dgm:cxn modelId="{43F325FA-4588-4A93-8241-A41431902D1E}" srcId="{995FB045-DD73-4F24-8962-8AB57C6E7648}" destId="{17644A22-D677-4F22-868A-C20C723B10A2}" srcOrd="2" destOrd="0" parTransId="{B2C21D5F-D786-44A8-8495-DCDF438359A5}" sibTransId="{B844E6ED-5009-46BA-A530-0A22FCC6AABB}"/>
    <dgm:cxn modelId="{56CCD8FB-F374-4639-B136-94FFD44F9BF2}" type="presOf" srcId="{43D58F39-EF9C-45F1-A987-48BBBCFAAAFB}" destId="{5F23A238-7EAA-4F5D-B9F3-9133E6D4AAE1}" srcOrd="0" destOrd="0" presId="urn:microsoft.com/office/officeart/2005/8/layout/process5"/>
    <dgm:cxn modelId="{624817B4-7727-4D3D-A541-E2C225C6ECC4}" type="presParOf" srcId="{19480ABA-B018-4AF2-A436-645800D4693A}" destId="{B638F1B0-B4D4-4B0B-BA45-CA062C221008}" srcOrd="0" destOrd="0" presId="urn:microsoft.com/office/officeart/2005/8/layout/process5"/>
    <dgm:cxn modelId="{D097D0FF-108A-47AB-818F-198550A72FA8}" type="presParOf" srcId="{19480ABA-B018-4AF2-A436-645800D4693A}" destId="{BCAEE688-FA1D-4509-83D4-35E01FE1DDD7}" srcOrd="1" destOrd="0" presId="urn:microsoft.com/office/officeart/2005/8/layout/process5"/>
    <dgm:cxn modelId="{E04FF4C8-BAB7-4AB9-86A1-F58650E30E3E}" type="presParOf" srcId="{BCAEE688-FA1D-4509-83D4-35E01FE1DDD7}" destId="{B423D6C3-B57B-4D5A-A27D-33E5AB3EEA6E}" srcOrd="0" destOrd="0" presId="urn:microsoft.com/office/officeart/2005/8/layout/process5"/>
    <dgm:cxn modelId="{84E8F6BA-8615-4EBA-B097-9D7E495548B8}" type="presParOf" srcId="{19480ABA-B018-4AF2-A436-645800D4693A}" destId="{B1296C50-3081-4854-BC1F-9E55EA4C7345}" srcOrd="2" destOrd="0" presId="urn:microsoft.com/office/officeart/2005/8/layout/process5"/>
    <dgm:cxn modelId="{CF78892A-4A6E-44B2-B9C6-16E978E45F88}" type="presParOf" srcId="{19480ABA-B018-4AF2-A436-645800D4693A}" destId="{2F42B027-8FE1-44F8-83DF-1BED48D1BDC9}" srcOrd="3" destOrd="0" presId="urn:microsoft.com/office/officeart/2005/8/layout/process5"/>
    <dgm:cxn modelId="{D9218D7E-B671-4637-9E8F-08B5F60400A9}" type="presParOf" srcId="{2F42B027-8FE1-44F8-83DF-1BED48D1BDC9}" destId="{E1A6C68C-1AEB-4F34-96C8-5063EAA48EF8}" srcOrd="0" destOrd="0" presId="urn:microsoft.com/office/officeart/2005/8/layout/process5"/>
    <dgm:cxn modelId="{736895A6-FB14-4DD4-B324-87DC0B6CA290}" type="presParOf" srcId="{19480ABA-B018-4AF2-A436-645800D4693A}" destId="{00A21CCA-F3B9-4BD0-B851-7B0FEA85CD8B}" srcOrd="4" destOrd="0" presId="urn:microsoft.com/office/officeart/2005/8/layout/process5"/>
    <dgm:cxn modelId="{E59B2606-690C-42FD-AC97-51FC92A56C36}" type="presParOf" srcId="{19480ABA-B018-4AF2-A436-645800D4693A}" destId="{8119581C-A214-405F-9222-A38EA05C9EDB}" srcOrd="5" destOrd="0" presId="urn:microsoft.com/office/officeart/2005/8/layout/process5"/>
    <dgm:cxn modelId="{B4A7F3D3-503E-436B-BD5C-5811A930B892}" type="presParOf" srcId="{8119581C-A214-405F-9222-A38EA05C9EDB}" destId="{A7C48A12-3D7F-4B45-A6B0-61F5640F9ADE}" srcOrd="0" destOrd="0" presId="urn:microsoft.com/office/officeart/2005/8/layout/process5"/>
    <dgm:cxn modelId="{B751C945-88D4-49A4-ABBB-8DF07D168FC1}" type="presParOf" srcId="{19480ABA-B018-4AF2-A436-645800D4693A}" destId="{187879C4-80C1-4DCF-9BA1-CBBE532234DD}" srcOrd="6" destOrd="0" presId="urn:microsoft.com/office/officeart/2005/8/layout/process5"/>
    <dgm:cxn modelId="{88B11B48-16F9-4317-8EE4-EE0C65D78DCA}" type="presParOf" srcId="{19480ABA-B018-4AF2-A436-645800D4693A}" destId="{33A4C5DC-9E26-4540-8E8D-CC850FAA60C0}" srcOrd="7" destOrd="0" presId="urn:microsoft.com/office/officeart/2005/8/layout/process5"/>
    <dgm:cxn modelId="{60FE8E13-D39D-46FD-8080-94AF90F98494}" type="presParOf" srcId="{33A4C5DC-9E26-4540-8E8D-CC850FAA60C0}" destId="{ECCD4613-A833-4CCE-BE53-333C0623EDD7}" srcOrd="0" destOrd="0" presId="urn:microsoft.com/office/officeart/2005/8/layout/process5"/>
    <dgm:cxn modelId="{D9D64A1C-ADFB-43BD-B260-47E19EDFCE92}" type="presParOf" srcId="{19480ABA-B018-4AF2-A436-645800D4693A}" destId="{417F310B-EE1A-4F27-A5C5-5C32CCFA54D8}" srcOrd="8" destOrd="0" presId="urn:microsoft.com/office/officeart/2005/8/layout/process5"/>
    <dgm:cxn modelId="{D6ACF99A-2D1D-47CB-A0D5-31F9FA9A8C1F}" type="presParOf" srcId="{19480ABA-B018-4AF2-A436-645800D4693A}" destId="{7E86FC1F-1857-4ED9-9170-B010D49C4B07}" srcOrd="9" destOrd="0" presId="urn:microsoft.com/office/officeart/2005/8/layout/process5"/>
    <dgm:cxn modelId="{114877FE-DD30-4E45-9FF8-5A1B9790FE1E}" type="presParOf" srcId="{7E86FC1F-1857-4ED9-9170-B010D49C4B07}" destId="{A1C5750D-24BB-4058-9766-436C1D3A39F7}" srcOrd="0" destOrd="0" presId="urn:microsoft.com/office/officeart/2005/8/layout/process5"/>
    <dgm:cxn modelId="{58065797-176A-4F84-92A7-3C161E346B18}" type="presParOf" srcId="{19480ABA-B018-4AF2-A436-645800D4693A}" destId="{6FA418C9-5F79-4421-85C0-D8CD41479BC3}" srcOrd="10" destOrd="0" presId="urn:microsoft.com/office/officeart/2005/8/layout/process5"/>
    <dgm:cxn modelId="{7270C3AA-7A1E-40F5-84EE-A7F935DF740F}" type="presParOf" srcId="{19480ABA-B018-4AF2-A436-645800D4693A}" destId="{6C33D87B-CEAB-41D7-8BD5-406008377F99}" srcOrd="11" destOrd="0" presId="urn:microsoft.com/office/officeart/2005/8/layout/process5"/>
    <dgm:cxn modelId="{8135C703-C1BB-4DF3-ABC7-BC6D500A167A}" type="presParOf" srcId="{6C33D87B-CEAB-41D7-8BD5-406008377F99}" destId="{5131EE6D-C3AA-4FB9-92C9-DA2ECD09B65D}" srcOrd="0" destOrd="0" presId="urn:microsoft.com/office/officeart/2005/8/layout/process5"/>
    <dgm:cxn modelId="{C09266A3-0B05-46C8-9776-AB1D541D749D}" type="presParOf" srcId="{19480ABA-B018-4AF2-A436-645800D4693A}" destId="{0F86257C-6E98-45E7-9E95-DF9786363FED}" srcOrd="12" destOrd="0" presId="urn:microsoft.com/office/officeart/2005/8/layout/process5"/>
    <dgm:cxn modelId="{0CAE7CF3-5330-4388-A942-B3F9B5FEA3F0}" type="presParOf" srcId="{19480ABA-B018-4AF2-A436-645800D4693A}" destId="{97917C9F-A1EB-47E8-B2C0-665D404A5E72}" srcOrd="13" destOrd="0" presId="urn:microsoft.com/office/officeart/2005/8/layout/process5"/>
    <dgm:cxn modelId="{5C44CCE4-CBE1-404E-8868-7D323DBCBD93}" type="presParOf" srcId="{97917C9F-A1EB-47E8-B2C0-665D404A5E72}" destId="{AB5FC420-3A9D-4B20-AC7C-5FD67D33BCD5}" srcOrd="0" destOrd="0" presId="urn:microsoft.com/office/officeart/2005/8/layout/process5"/>
    <dgm:cxn modelId="{9DF82082-CDE0-4093-9728-4550B706556C}" type="presParOf" srcId="{19480ABA-B018-4AF2-A436-645800D4693A}" destId="{5F23A238-7EAA-4F5D-B9F3-9133E6D4AAE1}" srcOrd="14" destOrd="0" presId="urn:microsoft.com/office/officeart/2005/8/layout/process5"/>
    <dgm:cxn modelId="{BA311A11-9A29-4B26-9F87-FC075E6581EC}" type="presParOf" srcId="{19480ABA-B018-4AF2-A436-645800D4693A}" destId="{EE1E7C27-F2D3-4568-91AA-92E599C91CF2}" srcOrd="15" destOrd="0" presId="urn:microsoft.com/office/officeart/2005/8/layout/process5"/>
    <dgm:cxn modelId="{2738E282-5623-4E99-8220-D219CA254038}" type="presParOf" srcId="{EE1E7C27-F2D3-4568-91AA-92E599C91CF2}" destId="{37294F8D-81EE-4829-B0A1-962FA7EF2658}" srcOrd="0" destOrd="0" presId="urn:microsoft.com/office/officeart/2005/8/layout/process5"/>
    <dgm:cxn modelId="{455C2A5F-EA27-430A-8955-A64FCB86A6F6}" type="presParOf" srcId="{19480ABA-B018-4AF2-A436-645800D4693A}" destId="{326E45FC-130A-41FB-B2DB-30750A669128}" srcOrd="16" destOrd="0" presId="urn:microsoft.com/office/officeart/2005/8/layout/process5"/>
    <dgm:cxn modelId="{923AAF8E-D728-4F5A-BAF9-F322172BE78F}" type="presParOf" srcId="{19480ABA-B018-4AF2-A436-645800D4693A}" destId="{71719C39-462E-488A-94D5-71CF9AAB6646}" srcOrd="17" destOrd="0" presId="urn:microsoft.com/office/officeart/2005/8/layout/process5"/>
    <dgm:cxn modelId="{06EFE60A-5E16-4CBD-993F-1EFAC3484154}" type="presParOf" srcId="{71719C39-462E-488A-94D5-71CF9AAB6646}" destId="{223EBDCA-E9BC-4511-9A16-15A33AE91982}" srcOrd="0" destOrd="0" presId="urn:microsoft.com/office/officeart/2005/8/layout/process5"/>
    <dgm:cxn modelId="{770955DA-B3FF-4531-9298-900F06C1F0B2}" type="presParOf" srcId="{19480ABA-B018-4AF2-A436-645800D4693A}" destId="{634FFDA1-76AE-43F0-8FDE-1CA57FC00854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626F7D-8342-4059-A3C9-5294D2E375A4}" type="doc">
      <dgm:prSet loTypeId="urn:microsoft.com/office/officeart/2005/8/layout/bProcess3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pPr latinLnBrk="1"/>
          <a:endParaRPr lang="ko-KR" altLang="en-US"/>
        </a:p>
      </dgm:t>
    </dgm:pt>
    <dgm:pt modelId="{B0AC9BF1-6F4E-4952-99D3-A88C7655AE08}">
      <dgm:prSet/>
      <dgm:spPr/>
      <dgm:t>
        <a:bodyPr/>
        <a:lstStyle/>
        <a:p>
          <a:pPr latinLnBrk="1"/>
          <a:r>
            <a:rPr lang="ko-KR" b="0" i="0" dirty="0"/>
            <a:t>패키지 설치 </a:t>
          </a:r>
          <a:br>
            <a:rPr lang="en-US" altLang="ko-KR" b="0" i="0" dirty="0"/>
          </a:br>
          <a:r>
            <a:rPr lang="ko-KR" b="0" i="0" dirty="0"/>
            <a:t>및 빌드</a:t>
          </a:r>
          <a:endParaRPr lang="ko-KR" dirty="0"/>
        </a:p>
      </dgm:t>
    </dgm:pt>
    <dgm:pt modelId="{2E733DCB-C3C0-46A2-94D6-8149030C3505}" type="parTrans" cxnId="{C5A597CF-4CD3-4576-B485-30F406165327}">
      <dgm:prSet/>
      <dgm:spPr/>
      <dgm:t>
        <a:bodyPr/>
        <a:lstStyle/>
        <a:p>
          <a:pPr latinLnBrk="1"/>
          <a:endParaRPr lang="ko-KR" altLang="en-US"/>
        </a:p>
      </dgm:t>
    </dgm:pt>
    <dgm:pt modelId="{3DDEE933-AD75-4D0C-98B3-B13A3F70887A}" type="sibTrans" cxnId="{C5A597CF-4CD3-4576-B485-30F406165327}">
      <dgm:prSet/>
      <dgm:spPr/>
      <dgm:t>
        <a:bodyPr/>
        <a:lstStyle/>
        <a:p>
          <a:pPr latinLnBrk="1"/>
          <a:endParaRPr lang="ko-KR" altLang="en-US"/>
        </a:p>
      </dgm:t>
    </dgm:pt>
    <dgm:pt modelId="{C5CEFBA3-53B1-40E8-A48F-8CF7E1807AA5}">
      <dgm:prSet/>
      <dgm:spPr/>
      <dgm:t>
        <a:bodyPr/>
        <a:lstStyle/>
        <a:p>
          <a:pPr latinLnBrk="1"/>
          <a:r>
            <a:rPr lang="en-US" b="0" i="0" dirty="0" err="1"/>
            <a:t>ip</a:t>
          </a:r>
          <a:r>
            <a:rPr lang="en-US" b="0" i="0" dirty="0"/>
            <a:t> webcam </a:t>
          </a:r>
          <a:br>
            <a:rPr lang="en-US" b="0" i="0" dirty="0"/>
          </a:br>
          <a:r>
            <a:rPr lang="ko-KR" b="0" i="0" dirty="0"/>
            <a:t>앱 설치</a:t>
          </a:r>
          <a:endParaRPr lang="ko-KR" dirty="0"/>
        </a:p>
      </dgm:t>
    </dgm:pt>
    <dgm:pt modelId="{F455B47E-A059-42F1-9266-702273DEFDDA}" type="parTrans" cxnId="{B5801E5C-A5E1-4097-B964-B4FB0A3E3324}">
      <dgm:prSet/>
      <dgm:spPr/>
      <dgm:t>
        <a:bodyPr/>
        <a:lstStyle/>
        <a:p>
          <a:pPr latinLnBrk="1"/>
          <a:endParaRPr lang="ko-KR" altLang="en-US"/>
        </a:p>
      </dgm:t>
    </dgm:pt>
    <dgm:pt modelId="{8E082703-4FEA-4DC7-BDB8-A4C3552592E9}" type="sibTrans" cxnId="{B5801E5C-A5E1-4097-B964-B4FB0A3E3324}">
      <dgm:prSet/>
      <dgm:spPr/>
      <dgm:t>
        <a:bodyPr/>
        <a:lstStyle/>
        <a:p>
          <a:pPr latinLnBrk="1"/>
          <a:endParaRPr lang="ko-KR" altLang="en-US"/>
        </a:p>
      </dgm:t>
    </dgm:pt>
    <dgm:pt modelId="{C6B2AA5C-43CB-46DE-A48A-9CEF830D7B3C}">
      <dgm:prSet/>
      <dgm:spPr/>
      <dgm:t>
        <a:bodyPr/>
        <a:lstStyle/>
        <a:p>
          <a:pPr latinLnBrk="1"/>
          <a:r>
            <a:rPr lang="ko-KR" b="0" i="0" dirty="0"/>
            <a:t>앱 실행 후 </a:t>
          </a:r>
          <a:br>
            <a:rPr lang="en-US" altLang="ko-KR" b="0" i="0" dirty="0"/>
          </a:br>
          <a:r>
            <a:rPr lang="en-US" b="0" i="0" dirty="0" err="1"/>
            <a:t>ip</a:t>
          </a:r>
          <a:r>
            <a:rPr lang="en-US" b="0" i="0" dirty="0"/>
            <a:t> </a:t>
          </a:r>
          <a:r>
            <a:rPr lang="ko-KR" b="0" i="0" dirty="0"/>
            <a:t>확인</a:t>
          </a:r>
          <a:endParaRPr lang="ko-KR" dirty="0"/>
        </a:p>
      </dgm:t>
    </dgm:pt>
    <dgm:pt modelId="{B282988D-D481-43EA-988A-5C7A6E2597D7}" type="parTrans" cxnId="{9EEB3828-4814-4131-9859-C998F34A6DDA}">
      <dgm:prSet/>
      <dgm:spPr/>
      <dgm:t>
        <a:bodyPr/>
        <a:lstStyle/>
        <a:p>
          <a:pPr latinLnBrk="1"/>
          <a:endParaRPr lang="ko-KR" altLang="en-US"/>
        </a:p>
      </dgm:t>
    </dgm:pt>
    <dgm:pt modelId="{ED83422F-0E6E-4F2D-A023-3CF847155389}" type="sibTrans" cxnId="{9EEB3828-4814-4131-9859-C998F34A6DDA}">
      <dgm:prSet/>
      <dgm:spPr/>
      <dgm:t>
        <a:bodyPr/>
        <a:lstStyle/>
        <a:p>
          <a:pPr latinLnBrk="1"/>
          <a:endParaRPr lang="ko-KR" altLang="en-US"/>
        </a:p>
      </dgm:t>
    </dgm:pt>
    <dgm:pt modelId="{B212BB86-CC13-4C78-8927-DBB641A1D6D0}">
      <dgm:prSet/>
      <dgm:spPr/>
      <dgm:t>
        <a:bodyPr/>
        <a:lstStyle/>
        <a:p>
          <a:pPr latinLnBrk="1"/>
          <a:r>
            <a:rPr lang="ko-KR" b="0" i="0" dirty="0"/>
            <a:t>터미널에 </a:t>
          </a:r>
          <a:br>
            <a:rPr lang="en-US" altLang="ko-KR" b="0" i="0" dirty="0"/>
          </a:br>
          <a:r>
            <a:rPr lang="en-US" b="0" i="0" dirty="0"/>
            <a:t>ros2 run </a:t>
          </a:r>
          <a:r>
            <a:rPr lang="en-US" b="0" i="0" dirty="0" err="1"/>
            <a:t>my_camera</a:t>
          </a:r>
          <a:r>
            <a:rPr lang="en-US" b="0" i="0" dirty="0"/>
            <a:t> </a:t>
          </a:r>
          <a:r>
            <a:rPr lang="en-US" b="0" i="0" dirty="0" err="1"/>
            <a:t>ip_stream_node</a:t>
          </a:r>
          <a:r>
            <a:rPr lang="en-US" b="0" i="0" dirty="0"/>
            <a:t> –</a:t>
          </a:r>
          <a:r>
            <a:rPr lang="en-US" b="0" i="0" dirty="0" err="1"/>
            <a:t>ip</a:t>
          </a:r>
          <a:r>
            <a:rPr lang="en-US" b="0" i="0" dirty="0"/>
            <a:t> &lt;</a:t>
          </a:r>
          <a:r>
            <a:rPr lang="ko-KR" b="0" i="0" dirty="0"/>
            <a:t>확인한 </a:t>
          </a:r>
          <a:r>
            <a:rPr lang="en-US" b="0" i="0" dirty="0" err="1"/>
            <a:t>ip</a:t>
          </a:r>
          <a:r>
            <a:rPr lang="en-US" b="0" i="0" dirty="0"/>
            <a:t> </a:t>
          </a:r>
          <a:r>
            <a:rPr lang="ko-KR" b="0" i="0" dirty="0"/>
            <a:t>주소</a:t>
          </a:r>
          <a:r>
            <a:rPr lang="en-US" b="0" i="0" dirty="0"/>
            <a:t>&gt; </a:t>
          </a:r>
          <a:r>
            <a:rPr lang="ko-KR" b="0" i="0" dirty="0"/>
            <a:t>입력</a:t>
          </a:r>
          <a:endParaRPr lang="ko-KR" dirty="0"/>
        </a:p>
      </dgm:t>
    </dgm:pt>
    <dgm:pt modelId="{AFFA82BF-2D99-4757-AAA5-1AD2BA30992E}" type="parTrans" cxnId="{26617CE6-BA76-4EB5-879F-3EC8C84A83B0}">
      <dgm:prSet/>
      <dgm:spPr/>
      <dgm:t>
        <a:bodyPr/>
        <a:lstStyle/>
        <a:p>
          <a:pPr latinLnBrk="1"/>
          <a:endParaRPr lang="ko-KR" altLang="en-US"/>
        </a:p>
      </dgm:t>
    </dgm:pt>
    <dgm:pt modelId="{DF67897F-3237-4F48-AC8B-A2EE9FAC12B2}" type="sibTrans" cxnId="{26617CE6-BA76-4EB5-879F-3EC8C84A83B0}">
      <dgm:prSet/>
      <dgm:spPr/>
      <dgm:t>
        <a:bodyPr/>
        <a:lstStyle/>
        <a:p>
          <a:pPr latinLnBrk="1"/>
          <a:endParaRPr lang="ko-KR" altLang="en-US"/>
        </a:p>
      </dgm:t>
    </dgm:pt>
    <dgm:pt modelId="{5D957DAD-EC59-4484-8D4B-A246C1C3EDD1}" type="pres">
      <dgm:prSet presAssocID="{53626F7D-8342-4059-A3C9-5294D2E375A4}" presName="Name0" presStyleCnt="0">
        <dgm:presLayoutVars>
          <dgm:dir/>
          <dgm:resizeHandles val="exact"/>
        </dgm:presLayoutVars>
      </dgm:prSet>
      <dgm:spPr/>
    </dgm:pt>
    <dgm:pt modelId="{4C0BF507-2774-4859-B73F-12A37EE5F270}" type="pres">
      <dgm:prSet presAssocID="{B0AC9BF1-6F4E-4952-99D3-A88C7655AE08}" presName="node" presStyleLbl="node1" presStyleIdx="0" presStyleCnt="4">
        <dgm:presLayoutVars>
          <dgm:bulletEnabled val="1"/>
        </dgm:presLayoutVars>
      </dgm:prSet>
      <dgm:spPr/>
    </dgm:pt>
    <dgm:pt modelId="{F55D6F7A-1000-4631-BAD1-5AAA392D9F10}" type="pres">
      <dgm:prSet presAssocID="{3DDEE933-AD75-4D0C-98B3-B13A3F70887A}" presName="sibTrans" presStyleLbl="sibTrans1D1" presStyleIdx="0" presStyleCnt="3"/>
      <dgm:spPr/>
    </dgm:pt>
    <dgm:pt modelId="{DDE328BB-6643-407C-805B-D19BEF76E705}" type="pres">
      <dgm:prSet presAssocID="{3DDEE933-AD75-4D0C-98B3-B13A3F70887A}" presName="connectorText" presStyleLbl="sibTrans1D1" presStyleIdx="0" presStyleCnt="3"/>
      <dgm:spPr/>
    </dgm:pt>
    <dgm:pt modelId="{4FE7A33A-B247-4C4F-B721-4B729EAC3A21}" type="pres">
      <dgm:prSet presAssocID="{C5CEFBA3-53B1-40E8-A48F-8CF7E1807AA5}" presName="node" presStyleLbl="node1" presStyleIdx="1" presStyleCnt="4">
        <dgm:presLayoutVars>
          <dgm:bulletEnabled val="1"/>
        </dgm:presLayoutVars>
      </dgm:prSet>
      <dgm:spPr/>
    </dgm:pt>
    <dgm:pt modelId="{E9B03850-6E18-4B1E-95B6-6C832F5801BF}" type="pres">
      <dgm:prSet presAssocID="{8E082703-4FEA-4DC7-BDB8-A4C3552592E9}" presName="sibTrans" presStyleLbl="sibTrans1D1" presStyleIdx="1" presStyleCnt="3"/>
      <dgm:spPr/>
    </dgm:pt>
    <dgm:pt modelId="{F44EE3B8-9BD0-43D3-BCFE-D48DB981FD6D}" type="pres">
      <dgm:prSet presAssocID="{8E082703-4FEA-4DC7-BDB8-A4C3552592E9}" presName="connectorText" presStyleLbl="sibTrans1D1" presStyleIdx="1" presStyleCnt="3"/>
      <dgm:spPr/>
    </dgm:pt>
    <dgm:pt modelId="{C9E32EE5-BE8A-4E4B-B87B-9A6B6AF83542}" type="pres">
      <dgm:prSet presAssocID="{C6B2AA5C-43CB-46DE-A48A-9CEF830D7B3C}" presName="node" presStyleLbl="node1" presStyleIdx="2" presStyleCnt="4">
        <dgm:presLayoutVars>
          <dgm:bulletEnabled val="1"/>
        </dgm:presLayoutVars>
      </dgm:prSet>
      <dgm:spPr/>
    </dgm:pt>
    <dgm:pt modelId="{199F7278-DDEC-43AC-BB85-E11825DD1025}" type="pres">
      <dgm:prSet presAssocID="{ED83422F-0E6E-4F2D-A023-3CF847155389}" presName="sibTrans" presStyleLbl="sibTrans1D1" presStyleIdx="2" presStyleCnt="3"/>
      <dgm:spPr/>
    </dgm:pt>
    <dgm:pt modelId="{74D98C35-62C6-4B42-A475-75895A0B938B}" type="pres">
      <dgm:prSet presAssocID="{ED83422F-0E6E-4F2D-A023-3CF847155389}" presName="connectorText" presStyleLbl="sibTrans1D1" presStyleIdx="2" presStyleCnt="3"/>
      <dgm:spPr/>
    </dgm:pt>
    <dgm:pt modelId="{42B6B826-2831-4950-BB1E-FDDF71E1D91B}" type="pres">
      <dgm:prSet presAssocID="{B212BB86-CC13-4C78-8927-DBB641A1D6D0}" presName="node" presStyleLbl="node1" presStyleIdx="3" presStyleCnt="4" custScaleX="339984">
        <dgm:presLayoutVars>
          <dgm:bulletEnabled val="1"/>
        </dgm:presLayoutVars>
      </dgm:prSet>
      <dgm:spPr/>
    </dgm:pt>
  </dgm:ptLst>
  <dgm:cxnLst>
    <dgm:cxn modelId="{9EEB3828-4814-4131-9859-C998F34A6DDA}" srcId="{53626F7D-8342-4059-A3C9-5294D2E375A4}" destId="{C6B2AA5C-43CB-46DE-A48A-9CEF830D7B3C}" srcOrd="2" destOrd="0" parTransId="{B282988D-D481-43EA-988A-5C7A6E2597D7}" sibTransId="{ED83422F-0E6E-4F2D-A023-3CF847155389}"/>
    <dgm:cxn modelId="{FAEC062B-4C76-4C00-937A-47A0ADD92119}" type="presOf" srcId="{C6B2AA5C-43CB-46DE-A48A-9CEF830D7B3C}" destId="{C9E32EE5-BE8A-4E4B-B87B-9A6B6AF83542}" srcOrd="0" destOrd="0" presId="urn:microsoft.com/office/officeart/2005/8/layout/bProcess3"/>
    <dgm:cxn modelId="{FCD5263C-81AB-4309-B9C1-8CCFA3529EC8}" type="presOf" srcId="{8E082703-4FEA-4DC7-BDB8-A4C3552592E9}" destId="{E9B03850-6E18-4B1E-95B6-6C832F5801BF}" srcOrd="0" destOrd="0" presId="urn:microsoft.com/office/officeart/2005/8/layout/bProcess3"/>
    <dgm:cxn modelId="{B5801E5C-A5E1-4097-B964-B4FB0A3E3324}" srcId="{53626F7D-8342-4059-A3C9-5294D2E375A4}" destId="{C5CEFBA3-53B1-40E8-A48F-8CF7E1807AA5}" srcOrd="1" destOrd="0" parTransId="{F455B47E-A059-42F1-9266-702273DEFDDA}" sibTransId="{8E082703-4FEA-4DC7-BDB8-A4C3552592E9}"/>
    <dgm:cxn modelId="{0C042B5C-4E79-4FC8-9A53-985293550257}" type="presOf" srcId="{3DDEE933-AD75-4D0C-98B3-B13A3F70887A}" destId="{F55D6F7A-1000-4631-BAD1-5AAA392D9F10}" srcOrd="0" destOrd="0" presId="urn:microsoft.com/office/officeart/2005/8/layout/bProcess3"/>
    <dgm:cxn modelId="{F0439950-E5E0-47A6-94B3-3AE19A6B3ED2}" type="presOf" srcId="{53626F7D-8342-4059-A3C9-5294D2E375A4}" destId="{5D957DAD-EC59-4484-8D4B-A246C1C3EDD1}" srcOrd="0" destOrd="0" presId="urn:microsoft.com/office/officeart/2005/8/layout/bProcess3"/>
    <dgm:cxn modelId="{C35FD672-3E5B-41A0-A89A-DEB312B0FBA3}" type="presOf" srcId="{B0AC9BF1-6F4E-4952-99D3-A88C7655AE08}" destId="{4C0BF507-2774-4859-B73F-12A37EE5F270}" srcOrd="0" destOrd="0" presId="urn:microsoft.com/office/officeart/2005/8/layout/bProcess3"/>
    <dgm:cxn modelId="{BD0D859B-B17E-4348-A290-FF2D6DEB8094}" type="presOf" srcId="{ED83422F-0E6E-4F2D-A023-3CF847155389}" destId="{199F7278-DDEC-43AC-BB85-E11825DD1025}" srcOrd="0" destOrd="0" presId="urn:microsoft.com/office/officeart/2005/8/layout/bProcess3"/>
    <dgm:cxn modelId="{04A6BC9D-34D6-4BF8-BE8C-2F479BDC4E1B}" type="presOf" srcId="{8E082703-4FEA-4DC7-BDB8-A4C3552592E9}" destId="{F44EE3B8-9BD0-43D3-BCFE-D48DB981FD6D}" srcOrd="1" destOrd="0" presId="urn:microsoft.com/office/officeart/2005/8/layout/bProcess3"/>
    <dgm:cxn modelId="{C18310AD-C9E9-4D63-8390-9B1A7B0F2754}" type="presOf" srcId="{B212BB86-CC13-4C78-8927-DBB641A1D6D0}" destId="{42B6B826-2831-4950-BB1E-FDDF71E1D91B}" srcOrd="0" destOrd="0" presId="urn:microsoft.com/office/officeart/2005/8/layout/bProcess3"/>
    <dgm:cxn modelId="{C5A597CF-4CD3-4576-B485-30F406165327}" srcId="{53626F7D-8342-4059-A3C9-5294D2E375A4}" destId="{B0AC9BF1-6F4E-4952-99D3-A88C7655AE08}" srcOrd="0" destOrd="0" parTransId="{2E733DCB-C3C0-46A2-94D6-8149030C3505}" sibTransId="{3DDEE933-AD75-4D0C-98B3-B13A3F70887A}"/>
    <dgm:cxn modelId="{034915D5-624C-4C27-8D96-4CE716EBE9F1}" type="presOf" srcId="{ED83422F-0E6E-4F2D-A023-3CF847155389}" destId="{74D98C35-62C6-4B42-A475-75895A0B938B}" srcOrd="1" destOrd="0" presId="urn:microsoft.com/office/officeart/2005/8/layout/bProcess3"/>
    <dgm:cxn modelId="{3E5273DA-5C2B-44CD-A854-77E8E4721F62}" type="presOf" srcId="{3DDEE933-AD75-4D0C-98B3-B13A3F70887A}" destId="{DDE328BB-6643-407C-805B-D19BEF76E705}" srcOrd="1" destOrd="0" presId="urn:microsoft.com/office/officeart/2005/8/layout/bProcess3"/>
    <dgm:cxn modelId="{26617CE6-BA76-4EB5-879F-3EC8C84A83B0}" srcId="{53626F7D-8342-4059-A3C9-5294D2E375A4}" destId="{B212BB86-CC13-4C78-8927-DBB641A1D6D0}" srcOrd="3" destOrd="0" parTransId="{AFFA82BF-2D99-4757-AAA5-1AD2BA30992E}" sibTransId="{DF67897F-3237-4F48-AC8B-A2EE9FAC12B2}"/>
    <dgm:cxn modelId="{2CA4C2E6-1CDF-4E5A-9A7B-17D2754FB5BE}" type="presOf" srcId="{C5CEFBA3-53B1-40E8-A48F-8CF7E1807AA5}" destId="{4FE7A33A-B247-4C4F-B721-4B729EAC3A21}" srcOrd="0" destOrd="0" presId="urn:microsoft.com/office/officeart/2005/8/layout/bProcess3"/>
    <dgm:cxn modelId="{5DFFAFF4-B91D-4BF9-B2BD-2ACD46F1F0D9}" type="presParOf" srcId="{5D957DAD-EC59-4484-8D4B-A246C1C3EDD1}" destId="{4C0BF507-2774-4859-B73F-12A37EE5F270}" srcOrd="0" destOrd="0" presId="urn:microsoft.com/office/officeart/2005/8/layout/bProcess3"/>
    <dgm:cxn modelId="{DB761B16-F124-4984-B951-3C3822C26BEA}" type="presParOf" srcId="{5D957DAD-EC59-4484-8D4B-A246C1C3EDD1}" destId="{F55D6F7A-1000-4631-BAD1-5AAA392D9F10}" srcOrd="1" destOrd="0" presId="urn:microsoft.com/office/officeart/2005/8/layout/bProcess3"/>
    <dgm:cxn modelId="{60E59B06-F023-4807-876C-36003CA5B7B3}" type="presParOf" srcId="{F55D6F7A-1000-4631-BAD1-5AAA392D9F10}" destId="{DDE328BB-6643-407C-805B-D19BEF76E705}" srcOrd="0" destOrd="0" presId="urn:microsoft.com/office/officeart/2005/8/layout/bProcess3"/>
    <dgm:cxn modelId="{FAE66301-3FC2-41F9-A2E9-B2741F28E637}" type="presParOf" srcId="{5D957DAD-EC59-4484-8D4B-A246C1C3EDD1}" destId="{4FE7A33A-B247-4C4F-B721-4B729EAC3A21}" srcOrd="2" destOrd="0" presId="urn:microsoft.com/office/officeart/2005/8/layout/bProcess3"/>
    <dgm:cxn modelId="{276CE81E-5516-4DEF-A599-31DAAAAC7510}" type="presParOf" srcId="{5D957DAD-EC59-4484-8D4B-A246C1C3EDD1}" destId="{E9B03850-6E18-4B1E-95B6-6C832F5801BF}" srcOrd="3" destOrd="0" presId="urn:microsoft.com/office/officeart/2005/8/layout/bProcess3"/>
    <dgm:cxn modelId="{876AD6F7-55E1-4069-A071-93B13E388BF1}" type="presParOf" srcId="{E9B03850-6E18-4B1E-95B6-6C832F5801BF}" destId="{F44EE3B8-9BD0-43D3-BCFE-D48DB981FD6D}" srcOrd="0" destOrd="0" presId="urn:microsoft.com/office/officeart/2005/8/layout/bProcess3"/>
    <dgm:cxn modelId="{F727C836-F0D4-461F-9BFC-D582E5AD0B42}" type="presParOf" srcId="{5D957DAD-EC59-4484-8D4B-A246C1C3EDD1}" destId="{C9E32EE5-BE8A-4E4B-B87B-9A6B6AF83542}" srcOrd="4" destOrd="0" presId="urn:microsoft.com/office/officeart/2005/8/layout/bProcess3"/>
    <dgm:cxn modelId="{8A669218-69D2-4BB6-BBAF-716F0C0DC9B5}" type="presParOf" srcId="{5D957DAD-EC59-4484-8D4B-A246C1C3EDD1}" destId="{199F7278-DDEC-43AC-BB85-E11825DD1025}" srcOrd="5" destOrd="0" presId="urn:microsoft.com/office/officeart/2005/8/layout/bProcess3"/>
    <dgm:cxn modelId="{6A26F839-F34D-40F0-BDEC-92DAF643CA95}" type="presParOf" srcId="{199F7278-DDEC-43AC-BB85-E11825DD1025}" destId="{74D98C35-62C6-4B42-A475-75895A0B938B}" srcOrd="0" destOrd="0" presId="urn:microsoft.com/office/officeart/2005/8/layout/bProcess3"/>
    <dgm:cxn modelId="{C7544D5F-9095-435C-83FC-6269C1DB683B}" type="presParOf" srcId="{5D957DAD-EC59-4484-8D4B-A246C1C3EDD1}" destId="{42B6B826-2831-4950-BB1E-FDDF71E1D91B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C093E5-5642-4652-BB5D-131F387D9840}">
      <dsp:nvSpPr>
        <dsp:cNvPr id="0" name=""/>
        <dsp:cNvSpPr/>
      </dsp:nvSpPr>
      <dsp:spPr>
        <a:xfrm>
          <a:off x="3087938" y="1120614"/>
          <a:ext cx="91440" cy="13886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8864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D2B73-D70E-4D1D-BAE9-99A08F6322DD}">
      <dsp:nvSpPr>
        <dsp:cNvPr id="0" name=""/>
        <dsp:cNvSpPr/>
      </dsp:nvSpPr>
      <dsp:spPr>
        <a:xfrm>
          <a:off x="2287817" y="1120614"/>
          <a:ext cx="91440" cy="13886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8864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41CC6A-AF9F-4F62-8F53-6FC1A6ADE277}">
      <dsp:nvSpPr>
        <dsp:cNvPr id="0" name=""/>
        <dsp:cNvSpPr/>
      </dsp:nvSpPr>
      <dsp:spPr>
        <a:xfrm>
          <a:off x="1133355" y="1120614"/>
          <a:ext cx="400060" cy="1388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432"/>
              </a:lnTo>
              <a:lnTo>
                <a:pt x="400060" y="69432"/>
              </a:lnTo>
              <a:lnTo>
                <a:pt x="400060" y="138864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78F963-3B22-4C9D-A767-A7CFADC8E4AF}">
      <dsp:nvSpPr>
        <dsp:cNvPr id="0" name=""/>
        <dsp:cNvSpPr/>
      </dsp:nvSpPr>
      <dsp:spPr>
        <a:xfrm>
          <a:off x="733294" y="1120614"/>
          <a:ext cx="400060" cy="138864"/>
        </a:xfrm>
        <a:custGeom>
          <a:avLst/>
          <a:gdLst/>
          <a:ahLst/>
          <a:cxnLst/>
          <a:rect l="0" t="0" r="0" b="0"/>
          <a:pathLst>
            <a:path>
              <a:moveTo>
                <a:pt x="400060" y="0"/>
              </a:moveTo>
              <a:lnTo>
                <a:pt x="400060" y="69432"/>
              </a:lnTo>
              <a:lnTo>
                <a:pt x="0" y="69432"/>
              </a:lnTo>
              <a:lnTo>
                <a:pt x="0" y="138864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1F35DF-071B-4680-AEB8-629CF2EA7E70}">
      <dsp:nvSpPr>
        <dsp:cNvPr id="0" name=""/>
        <dsp:cNvSpPr/>
      </dsp:nvSpPr>
      <dsp:spPr>
        <a:xfrm>
          <a:off x="2605" y="789986"/>
          <a:ext cx="661257" cy="3306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1</a:t>
          </a:r>
          <a:endParaRPr lang="ko-KR" altLang="en-US" sz="2200" kern="1200" dirty="0"/>
        </a:p>
      </dsp:txBody>
      <dsp:txXfrm>
        <a:off x="2605" y="789986"/>
        <a:ext cx="661257" cy="330628"/>
      </dsp:txXfrm>
    </dsp:sp>
    <dsp:sp modelId="{636E0B7B-3925-41BB-97BC-F56B35BE570F}">
      <dsp:nvSpPr>
        <dsp:cNvPr id="0" name=""/>
        <dsp:cNvSpPr/>
      </dsp:nvSpPr>
      <dsp:spPr>
        <a:xfrm>
          <a:off x="802726" y="789986"/>
          <a:ext cx="661257" cy="3306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2</a:t>
          </a:r>
          <a:endParaRPr lang="ko-KR" altLang="en-US" sz="2200" kern="1200" dirty="0"/>
        </a:p>
      </dsp:txBody>
      <dsp:txXfrm>
        <a:off x="802726" y="789986"/>
        <a:ext cx="661257" cy="330628"/>
      </dsp:txXfrm>
    </dsp:sp>
    <dsp:sp modelId="{7FDE93BE-E19D-4479-B7E5-D22F298D687E}">
      <dsp:nvSpPr>
        <dsp:cNvPr id="0" name=""/>
        <dsp:cNvSpPr/>
      </dsp:nvSpPr>
      <dsp:spPr>
        <a:xfrm>
          <a:off x="402666" y="1259479"/>
          <a:ext cx="661257" cy="3306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5</a:t>
          </a:r>
          <a:endParaRPr lang="ko-KR" altLang="en-US" sz="2200" kern="1200" dirty="0"/>
        </a:p>
      </dsp:txBody>
      <dsp:txXfrm>
        <a:off x="402666" y="1259479"/>
        <a:ext cx="661257" cy="330628"/>
      </dsp:txXfrm>
    </dsp:sp>
    <dsp:sp modelId="{4C8301B7-CF2C-4682-8C68-E6F699277234}">
      <dsp:nvSpPr>
        <dsp:cNvPr id="0" name=""/>
        <dsp:cNvSpPr/>
      </dsp:nvSpPr>
      <dsp:spPr>
        <a:xfrm>
          <a:off x="1202787" y="1259479"/>
          <a:ext cx="661257" cy="3306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6</a:t>
          </a:r>
          <a:endParaRPr lang="ko-KR" altLang="en-US" sz="2200" kern="1200" dirty="0"/>
        </a:p>
      </dsp:txBody>
      <dsp:txXfrm>
        <a:off x="1202787" y="1259479"/>
        <a:ext cx="661257" cy="330628"/>
      </dsp:txXfrm>
    </dsp:sp>
    <dsp:sp modelId="{A3EAB153-47B6-4F70-935E-2FC878D3F4B7}">
      <dsp:nvSpPr>
        <dsp:cNvPr id="0" name=""/>
        <dsp:cNvSpPr/>
      </dsp:nvSpPr>
      <dsp:spPr>
        <a:xfrm>
          <a:off x="2002908" y="789986"/>
          <a:ext cx="661257" cy="3306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3</a:t>
          </a:r>
          <a:endParaRPr lang="ko-KR" altLang="en-US" sz="2200" kern="1200" dirty="0"/>
        </a:p>
      </dsp:txBody>
      <dsp:txXfrm>
        <a:off x="2002908" y="789986"/>
        <a:ext cx="661257" cy="330628"/>
      </dsp:txXfrm>
    </dsp:sp>
    <dsp:sp modelId="{07C33EEA-A4AF-4FF6-88E3-21DC47437772}">
      <dsp:nvSpPr>
        <dsp:cNvPr id="0" name=""/>
        <dsp:cNvSpPr/>
      </dsp:nvSpPr>
      <dsp:spPr>
        <a:xfrm>
          <a:off x="2002908" y="1259479"/>
          <a:ext cx="661257" cy="3306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7</a:t>
          </a:r>
          <a:endParaRPr lang="ko-KR" altLang="en-US" sz="2200" kern="1200" dirty="0"/>
        </a:p>
      </dsp:txBody>
      <dsp:txXfrm>
        <a:off x="2002908" y="1259479"/>
        <a:ext cx="661257" cy="330628"/>
      </dsp:txXfrm>
    </dsp:sp>
    <dsp:sp modelId="{D43C4A5D-86A2-48A4-9457-143B928999E5}">
      <dsp:nvSpPr>
        <dsp:cNvPr id="0" name=""/>
        <dsp:cNvSpPr/>
      </dsp:nvSpPr>
      <dsp:spPr>
        <a:xfrm>
          <a:off x="2803030" y="789986"/>
          <a:ext cx="661257" cy="3306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4</a:t>
          </a:r>
          <a:endParaRPr lang="ko-KR" altLang="en-US" sz="2200" kern="1200" dirty="0"/>
        </a:p>
      </dsp:txBody>
      <dsp:txXfrm>
        <a:off x="2803030" y="789986"/>
        <a:ext cx="661257" cy="330628"/>
      </dsp:txXfrm>
    </dsp:sp>
    <dsp:sp modelId="{D2217F79-00D3-4B30-B6D6-C44AABC1C211}">
      <dsp:nvSpPr>
        <dsp:cNvPr id="0" name=""/>
        <dsp:cNvSpPr/>
      </dsp:nvSpPr>
      <dsp:spPr>
        <a:xfrm>
          <a:off x="2803030" y="1259479"/>
          <a:ext cx="661257" cy="3306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8</a:t>
          </a:r>
          <a:endParaRPr lang="ko-KR" altLang="en-US" sz="2200" kern="1200" dirty="0"/>
        </a:p>
      </dsp:txBody>
      <dsp:txXfrm>
        <a:off x="2803030" y="1259479"/>
        <a:ext cx="661257" cy="3306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B9D30F-2E35-4BDA-98F5-AE7B3518A6BA}">
      <dsp:nvSpPr>
        <dsp:cNvPr id="0" name=""/>
        <dsp:cNvSpPr/>
      </dsp:nvSpPr>
      <dsp:spPr>
        <a:xfrm>
          <a:off x="3087938" y="1120614"/>
          <a:ext cx="91440" cy="13886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8864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73F359-309C-4E1D-A24D-E5FC01CE59FA}">
      <dsp:nvSpPr>
        <dsp:cNvPr id="0" name=""/>
        <dsp:cNvSpPr/>
      </dsp:nvSpPr>
      <dsp:spPr>
        <a:xfrm>
          <a:off x="2287817" y="1120614"/>
          <a:ext cx="91440" cy="13886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8864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12C185-C6F9-43DF-BBCB-3B5D0FACAE12}">
      <dsp:nvSpPr>
        <dsp:cNvPr id="0" name=""/>
        <dsp:cNvSpPr/>
      </dsp:nvSpPr>
      <dsp:spPr>
        <a:xfrm>
          <a:off x="1133355" y="1120614"/>
          <a:ext cx="400060" cy="1388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432"/>
              </a:lnTo>
              <a:lnTo>
                <a:pt x="400060" y="69432"/>
              </a:lnTo>
              <a:lnTo>
                <a:pt x="400060" y="138864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78F963-3B22-4C9D-A767-A7CFADC8E4AF}">
      <dsp:nvSpPr>
        <dsp:cNvPr id="0" name=""/>
        <dsp:cNvSpPr/>
      </dsp:nvSpPr>
      <dsp:spPr>
        <a:xfrm>
          <a:off x="733294" y="1120614"/>
          <a:ext cx="400060" cy="138864"/>
        </a:xfrm>
        <a:custGeom>
          <a:avLst/>
          <a:gdLst/>
          <a:ahLst/>
          <a:cxnLst/>
          <a:rect l="0" t="0" r="0" b="0"/>
          <a:pathLst>
            <a:path>
              <a:moveTo>
                <a:pt x="400060" y="0"/>
              </a:moveTo>
              <a:lnTo>
                <a:pt x="400060" y="69432"/>
              </a:lnTo>
              <a:lnTo>
                <a:pt x="0" y="69432"/>
              </a:lnTo>
              <a:lnTo>
                <a:pt x="0" y="138864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1F35DF-071B-4680-AEB8-629CF2EA7E70}">
      <dsp:nvSpPr>
        <dsp:cNvPr id="0" name=""/>
        <dsp:cNvSpPr/>
      </dsp:nvSpPr>
      <dsp:spPr>
        <a:xfrm>
          <a:off x="2605" y="789986"/>
          <a:ext cx="661257" cy="3306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1</a:t>
          </a:r>
          <a:endParaRPr lang="ko-KR" altLang="en-US" sz="2200" kern="1200" dirty="0"/>
        </a:p>
      </dsp:txBody>
      <dsp:txXfrm>
        <a:off x="2605" y="789986"/>
        <a:ext cx="661257" cy="330628"/>
      </dsp:txXfrm>
    </dsp:sp>
    <dsp:sp modelId="{680DEE3A-1B5B-4740-9028-E4DBF60753B3}">
      <dsp:nvSpPr>
        <dsp:cNvPr id="0" name=""/>
        <dsp:cNvSpPr/>
      </dsp:nvSpPr>
      <dsp:spPr>
        <a:xfrm>
          <a:off x="802726" y="789986"/>
          <a:ext cx="661257" cy="3306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4</a:t>
          </a:r>
          <a:endParaRPr lang="ko-KR" altLang="en-US" sz="2200" kern="1200" dirty="0"/>
        </a:p>
      </dsp:txBody>
      <dsp:txXfrm>
        <a:off x="802726" y="789986"/>
        <a:ext cx="661257" cy="330628"/>
      </dsp:txXfrm>
    </dsp:sp>
    <dsp:sp modelId="{7FDE93BE-E19D-4479-B7E5-D22F298D687E}">
      <dsp:nvSpPr>
        <dsp:cNvPr id="0" name=""/>
        <dsp:cNvSpPr/>
      </dsp:nvSpPr>
      <dsp:spPr>
        <a:xfrm>
          <a:off x="402666" y="1259479"/>
          <a:ext cx="661257" cy="3306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2</a:t>
          </a:r>
          <a:endParaRPr lang="ko-KR" altLang="en-US" sz="2200" kern="1200" dirty="0"/>
        </a:p>
      </dsp:txBody>
      <dsp:txXfrm>
        <a:off x="402666" y="1259479"/>
        <a:ext cx="661257" cy="330628"/>
      </dsp:txXfrm>
    </dsp:sp>
    <dsp:sp modelId="{8CDF869E-D654-4C54-965E-BC544E35EE34}">
      <dsp:nvSpPr>
        <dsp:cNvPr id="0" name=""/>
        <dsp:cNvSpPr/>
      </dsp:nvSpPr>
      <dsp:spPr>
        <a:xfrm>
          <a:off x="1202787" y="1259479"/>
          <a:ext cx="661257" cy="3306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3</a:t>
          </a:r>
          <a:endParaRPr lang="ko-KR" altLang="en-US" sz="2200" kern="1200" dirty="0"/>
        </a:p>
      </dsp:txBody>
      <dsp:txXfrm>
        <a:off x="1202787" y="1259479"/>
        <a:ext cx="661257" cy="330628"/>
      </dsp:txXfrm>
    </dsp:sp>
    <dsp:sp modelId="{B9D42DBC-4F9C-4D16-BDBB-328A0AD52218}">
      <dsp:nvSpPr>
        <dsp:cNvPr id="0" name=""/>
        <dsp:cNvSpPr/>
      </dsp:nvSpPr>
      <dsp:spPr>
        <a:xfrm>
          <a:off x="2002908" y="789986"/>
          <a:ext cx="661257" cy="3306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6</a:t>
          </a:r>
          <a:endParaRPr lang="ko-KR" altLang="en-US" sz="2200" kern="1200" dirty="0"/>
        </a:p>
      </dsp:txBody>
      <dsp:txXfrm>
        <a:off x="2002908" y="789986"/>
        <a:ext cx="661257" cy="330628"/>
      </dsp:txXfrm>
    </dsp:sp>
    <dsp:sp modelId="{C8466634-F71E-4FD4-90AD-1CDF1AA5090C}">
      <dsp:nvSpPr>
        <dsp:cNvPr id="0" name=""/>
        <dsp:cNvSpPr/>
      </dsp:nvSpPr>
      <dsp:spPr>
        <a:xfrm>
          <a:off x="2002908" y="1259479"/>
          <a:ext cx="661257" cy="3306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5</a:t>
          </a:r>
          <a:endParaRPr lang="ko-KR" altLang="en-US" sz="2200" kern="1200" dirty="0"/>
        </a:p>
      </dsp:txBody>
      <dsp:txXfrm>
        <a:off x="2002908" y="1259479"/>
        <a:ext cx="661257" cy="330628"/>
      </dsp:txXfrm>
    </dsp:sp>
    <dsp:sp modelId="{3B9195A0-911B-401E-87CB-93E151CDB5C4}">
      <dsp:nvSpPr>
        <dsp:cNvPr id="0" name=""/>
        <dsp:cNvSpPr/>
      </dsp:nvSpPr>
      <dsp:spPr>
        <a:xfrm>
          <a:off x="2803030" y="789986"/>
          <a:ext cx="661257" cy="3306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8</a:t>
          </a:r>
          <a:endParaRPr lang="ko-KR" altLang="en-US" sz="2200" kern="1200" dirty="0"/>
        </a:p>
      </dsp:txBody>
      <dsp:txXfrm>
        <a:off x="2803030" y="789986"/>
        <a:ext cx="661257" cy="330628"/>
      </dsp:txXfrm>
    </dsp:sp>
    <dsp:sp modelId="{D5DB7658-3438-4B35-A9FD-F6657507307B}">
      <dsp:nvSpPr>
        <dsp:cNvPr id="0" name=""/>
        <dsp:cNvSpPr/>
      </dsp:nvSpPr>
      <dsp:spPr>
        <a:xfrm>
          <a:off x="2803030" y="1259479"/>
          <a:ext cx="661257" cy="3306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7</a:t>
          </a:r>
          <a:endParaRPr lang="ko-KR" altLang="en-US" sz="2200" kern="1200" dirty="0"/>
        </a:p>
      </dsp:txBody>
      <dsp:txXfrm>
        <a:off x="2803030" y="1259479"/>
        <a:ext cx="661257" cy="3306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017D6E-2441-469D-BD74-7702D6E4DF91}">
      <dsp:nvSpPr>
        <dsp:cNvPr id="0" name=""/>
        <dsp:cNvSpPr/>
      </dsp:nvSpPr>
      <dsp:spPr>
        <a:xfrm>
          <a:off x="205110" y="751"/>
          <a:ext cx="2134310" cy="12805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b="0" i="0" kern="1200"/>
            <a:t>입력 데이터 전처리</a:t>
          </a:r>
          <a:endParaRPr lang="ko-KR" sz="1700" kern="1200"/>
        </a:p>
      </dsp:txBody>
      <dsp:txXfrm>
        <a:off x="242617" y="38258"/>
        <a:ext cx="2059296" cy="1205572"/>
      </dsp:txXfrm>
    </dsp:sp>
    <dsp:sp modelId="{C9D3AAFE-16EB-4F8F-AF63-22F387E87521}">
      <dsp:nvSpPr>
        <dsp:cNvPr id="0" name=""/>
        <dsp:cNvSpPr/>
      </dsp:nvSpPr>
      <dsp:spPr>
        <a:xfrm>
          <a:off x="2527239" y="376390"/>
          <a:ext cx="452473" cy="5293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2527239" y="482252"/>
        <a:ext cx="316731" cy="317584"/>
      </dsp:txXfrm>
    </dsp:sp>
    <dsp:sp modelId="{FA02D14F-F365-4E9E-867E-D0342252C269}">
      <dsp:nvSpPr>
        <dsp:cNvPr id="0" name=""/>
        <dsp:cNvSpPr/>
      </dsp:nvSpPr>
      <dsp:spPr>
        <a:xfrm>
          <a:off x="3193144" y="751"/>
          <a:ext cx="2134310" cy="12805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b="0" i="0" kern="1200"/>
            <a:t>변수 초기화</a:t>
          </a:r>
          <a:endParaRPr lang="ko-KR" sz="1700" kern="1200"/>
        </a:p>
      </dsp:txBody>
      <dsp:txXfrm>
        <a:off x="3230651" y="38258"/>
        <a:ext cx="2059296" cy="1205572"/>
      </dsp:txXfrm>
    </dsp:sp>
    <dsp:sp modelId="{52E4307E-E5B8-4C91-ACD7-BE52C216A77E}">
      <dsp:nvSpPr>
        <dsp:cNvPr id="0" name=""/>
        <dsp:cNvSpPr/>
      </dsp:nvSpPr>
      <dsp:spPr>
        <a:xfrm>
          <a:off x="5515274" y="376390"/>
          <a:ext cx="452473" cy="5293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5515274" y="482252"/>
        <a:ext cx="316731" cy="317584"/>
      </dsp:txXfrm>
    </dsp:sp>
    <dsp:sp modelId="{8764A5E9-7E72-4F08-B542-39AB0CB71E29}">
      <dsp:nvSpPr>
        <dsp:cNvPr id="0" name=""/>
        <dsp:cNvSpPr/>
      </dsp:nvSpPr>
      <dsp:spPr>
        <a:xfrm>
          <a:off x="6181179" y="751"/>
          <a:ext cx="2134310" cy="12805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DFS </a:t>
          </a:r>
          <a:r>
            <a:rPr lang="ko-KR" sz="1700" b="0" i="0" kern="1200" dirty="0"/>
            <a:t>재귀함수에 </a:t>
          </a:r>
          <a:br>
            <a:rPr lang="en-US" altLang="ko-KR" sz="1700" b="0" i="0" kern="1200" dirty="0"/>
          </a:br>
          <a:r>
            <a:rPr lang="en-US" sz="1700" b="0" i="0" kern="1200" dirty="0"/>
            <a:t>data,</a:t>
          </a:r>
          <a:r>
            <a:rPr lang="ko-KR" sz="1700" b="0" i="0" kern="1200" dirty="0"/>
            <a:t> 교환 횟수</a:t>
          </a:r>
          <a:r>
            <a:rPr lang="en-US" sz="1700" b="0" i="0" kern="1200" dirty="0"/>
            <a:t>, </a:t>
          </a:r>
          <a:br>
            <a:rPr lang="en-US" sz="1700" b="0" i="0" kern="1200" dirty="0"/>
          </a:br>
          <a:r>
            <a:rPr lang="ko-KR" sz="1700" b="0" i="0" kern="1200" dirty="0"/>
            <a:t>초기 결과값 전달</a:t>
          </a:r>
          <a:endParaRPr lang="ko-KR" sz="1700" kern="1200" dirty="0"/>
        </a:p>
      </dsp:txBody>
      <dsp:txXfrm>
        <a:off x="6218686" y="38258"/>
        <a:ext cx="2059296" cy="1205572"/>
      </dsp:txXfrm>
    </dsp:sp>
    <dsp:sp modelId="{54E0B6CC-74D2-4537-A0E7-6EDC6A88BFEC}">
      <dsp:nvSpPr>
        <dsp:cNvPr id="0" name=""/>
        <dsp:cNvSpPr/>
      </dsp:nvSpPr>
      <dsp:spPr>
        <a:xfrm rot="5400000">
          <a:off x="7022097" y="1430739"/>
          <a:ext cx="452473" cy="5293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 rot="-5400000">
        <a:off x="7089542" y="1469156"/>
        <a:ext cx="317584" cy="316731"/>
      </dsp:txXfrm>
    </dsp:sp>
    <dsp:sp modelId="{C180B075-0845-4B12-9E2F-00EEEB957D67}">
      <dsp:nvSpPr>
        <dsp:cNvPr id="0" name=""/>
        <dsp:cNvSpPr/>
      </dsp:nvSpPr>
      <dsp:spPr>
        <a:xfrm>
          <a:off x="6181179" y="2135062"/>
          <a:ext cx="2134310" cy="12805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2</a:t>
          </a:r>
          <a:r>
            <a:rPr lang="ko-KR" sz="1700" b="0" i="0" kern="1200" dirty="0"/>
            <a:t>중 </a:t>
          </a:r>
          <a:r>
            <a:rPr lang="en-US" sz="1700" b="0" i="0" kern="1200" dirty="0"/>
            <a:t>for</a:t>
          </a:r>
          <a:r>
            <a:rPr lang="ko-KR" sz="1700" b="0" i="0" kern="1200" dirty="0"/>
            <a:t>문</a:t>
          </a:r>
          <a:r>
            <a:rPr lang="ko-KR" altLang="en-US" sz="1700" b="0" i="0" kern="1200" dirty="0"/>
            <a:t>과 </a:t>
          </a:r>
          <a:br>
            <a:rPr lang="en-US" altLang="ko-KR" sz="1700" b="0" i="0" kern="1200" dirty="0"/>
          </a:br>
          <a:r>
            <a:rPr lang="ko-KR" altLang="en-US" sz="1700" b="0" i="0" kern="1200" dirty="0"/>
            <a:t>재귀방식으로 </a:t>
          </a:r>
          <a:r>
            <a:rPr lang="ko-KR" sz="1700" b="0" i="0" kern="1200" dirty="0"/>
            <a:t>탐색</a:t>
          </a:r>
          <a:endParaRPr lang="ko-KR" sz="1700" kern="1200" dirty="0"/>
        </a:p>
      </dsp:txBody>
      <dsp:txXfrm>
        <a:off x="6218686" y="2172569"/>
        <a:ext cx="2059296" cy="1205572"/>
      </dsp:txXfrm>
    </dsp:sp>
    <dsp:sp modelId="{D915D10A-BE74-4DE2-B919-FB44F94BAE1B}">
      <dsp:nvSpPr>
        <dsp:cNvPr id="0" name=""/>
        <dsp:cNvSpPr/>
      </dsp:nvSpPr>
      <dsp:spPr>
        <a:xfrm rot="10800000">
          <a:off x="5540886" y="2510700"/>
          <a:ext cx="452473" cy="5293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 rot="10800000">
        <a:off x="5676628" y="2616562"/>
        <a:ext cx="316731" cy="317584"/>
      </dsp:txXfrm>
    </dsp:sp>
    <dsp:sp modelId="{2C1A238E-80FD-42BF-968F-86F42132E392}">
      <dsp:nvSpPr>
        <dsp:cNvPr id="0" name=""/>
        <dsp:cNvSpPr/>
      </dsp:nvSpPr>
      <dsp:spPr>
        <a:xfrm>
          <a:off x="3193144" y="2135062"/>
          <a:ext cx="2134310" cy="12805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b="0" i="0" kern="1200"/>
            <a:t>교환 횟수가 </a:t>
          </a:r>
          <a:r>
            <a:rPr lang="en-US" sz="1700" b="0" i="0" kern="1200"/>
            <a:t>0</a:t>
          </a:r>
          <a:r>
            <a:rPr lang="ko-KR" sz="1700" b="0" i="0" kern="1200"/>
            <a:t>이면 최대값으로 결과값 업데이트</a:t>
          </a:r>
          <a:endParaRPr lang="ko-KR" sz="1700" kern="1200"/>
        </a:p>
      </dsp:txBody>
      <dsp:txXfrm>
        <a:off x="3230651" y="2172569"/>
        <a:ext cx="2059296" cy="1205572"/>
      </dsp:txXfrm>
    </dsp:sp>
    <dsp:sp modelId="{26F797C6-0377-4E85-963A-DFFC8C32F58F}">
      <dsp:nvSpPr>
        <dsp:cNvPr id="0" name=""/>
        <dsp:cNvSpPr/>
      </dsp:nvSpPr>
      <dsp:spPr>
        <a:xfrm rot="10800000">
          <a:off x="2552851" y="2510700"/>
          <a:ext cx="452473" cy="5293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 rot="10800000">
        <a:off x="2688593" y="2616562"/>
        <a:ext cx="316731" cy="317584"/>
      </dsp:txXfrm>
    </dsp:sp>
    <dsp:sp modelId="{79A6EE32-7554-4F1D-A78E-40B1EF987622}">
      <dsp:nvSpPr>
        <dsp:cNvPr id="0" name=""/>
        <dsp:cNvSpPr/>
      </dsp:nvSpPr>
      <dsp:spPr>
        <a:xfrm>
          <a:off x="205110" y="2135062"/>
          <a:ext cx="2134310" cy="12805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b="0" i="0" kern="1200" dirty="0"/>
            <a:t>결과값 출력 후 다음 </a:t>
          </a:r>
          <a:r>
            <a:rPr lang="en-US" sz="1700" b="0" i="0" kern="1200" dirty="0"/>
            <a:t>test </a:t>
          </a:r>
          <a:r>
            <a:rPr lang="ko-KR" sz="1700" b="0" i="0" kern="1200" dirty="0"/>
            <a:t>케이스 실행</a:t>
          </a:r>
          <a:endParaRPr lang="ko-KR" sz="1700" kern="1200" dirty="0"/>
        </a:p>
      </dsp:txBody>
      <dsp:txXfrm>
        <a:off x="242617" y="2172569"/>
        <a:ext cx="2059296" cy="12055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38F1B0-B4D4-4B0B-BA45-CA062C221008}">
      <dsp:nvSpPr>
        <dsp:cNvPr id="0" name=""/>
        <dsp:cNvSpPr/>
      </dsp:nvSpPr>
      <dsp:spPr>
        <a:xfrm>
          <a:off x="847483" y="1791"/>
          <a:ext cx="1312621" cy="7875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000" b="0" i="0" kern="1200" dirty="0"/>
            <a:t>최대 값</a:t>
          </a:r>
          <a:r>
            <a:rPr lang="en-US" sz="1000" b="0" i="0" kern="1200" dirty="0"/>
            <a:t>: 8</a:t>
          </a:r>
          <a:br>
            <a:rPr lang="en-US" sz="1000" b="0" i="0" kern="1200" dirty="0"/>
          </a:br>
          <a:r>
            <a:rPr lang="ko-KR" sz="1000" b="0" i="0" kern="1200" dirty="0"/>
            <a:t>개수</a:t>
          </a:r>
          <a:r>
            <a:rPr lang="en-US" sz="1000" b="0" i="0" kern="1200" dirty="0"/>
            <a:t>: 3</a:t>
          </a:r>
          <a:br>
            <a:rPr lang="en-US" sz="1000" b="0" i="0" kern="1200" dirty="0"/>
          </a:br>
          <a:r>
            <a:rPr lang="ko-KR" sz="1000" b="0" i="0" kern="1200" dirty="0"/>
            <a:t>교환 횟수</a:t>
          </a:r>
          <a:r>
            <a:rPr lang="en-US" sz="1000" b="0" i="0" kern="1200" dirty="0"/>
            <a:t>: 5</a:t>
          </a:r>
          <a:endParaRPr lang="ko-KR" sz="1000" kern="1200" dirty="0"/>
        </a:p>
      </dsp:txBody>
      <dsp:txXfrm>
        <a:off x="870550" y="24858"/>
        <a:ext cx="1266487" cy="741439"/>
      </dsp:txXfrm>
    </dsp:sp>
    <dsp:sp modelId="{BCAEE688-FA1D-4509-83D4-35E01FE1DDD7}">
      <dsp:nvSpPr>
        <dsp:cNvPr id="0" name=""/>
        <dsp:cNvSpPr/>
      </dsp:nvSpPr>
      <dsp:spPr>
        <a:xfrm>
          <a:off x="2275615" y="232813"/>
          <a:ext cx="278275" cy="3255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/>
        </a:p>
      </dsp:txBody>
      <dsp:txXfrm>
        <a:off x="2275615" y="297919"/>
        <a:ext cx="194793" cy="195318"/>
      </dsp:txXfrm>
    </dsp:sp>
    <dsp:sp modelId="{B1296C50-3081-4854-BC1F-9E55EA4C7345}">
      <dsp:nvSpPr>
        <dsp:cNvPr id="0" name=""/>
        <dsp:cNvSpPr/>
      </dsp:nvSpPr>
      <dsp:spPr>
        <a:xfrm>
          <a:off x="2685153" y="1791"/>
          <a:ext cx="1312621" cy="7875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000" b="0" i="0" kern="1200" dirty="0"/>
            <a:t>최대 값으로 </a:t>
          </a:r>
          <a:br>
            <a:rPr lang="en-US" altLang="ko-KR" sz="1000" b="0" i="0" kern="1200" dirty="0"/>
          </a:br>
          <a:r>
            <a:rPr lang="ko-KR" sz="1000" b="0" i="0" kern="1200" dirty="0" err="1"/>
            <a:t>슬라이싱</a:t>
          </a:r>
          <a:endParaRPr lang="ko-KR" sz="1000" kern="1200" dirty="0"/>
        </a:p>
      </dsp:txBody>
      <dsp:txXfrm>
        <a:off x="2708220" y="24858"/>
        <a:ext cx="1266487" cy="741439"/>
      </dsp:txXfrm>
    </dsp:sp>
    <dsp:sp modelId="{2F42B027-8FE1-44F8-83DF-1BED48D1BDC9}">
      <dsp:nvSpPr>
        <dsp:cNvPr id="0" name=""/>
        <dsp:cNvSpPr/>
      </dsp:nvSpPr>
      <dsp:spPr>
        <a:xfrm>
          <a:off x="4113286" y="232813"/>
          <a:ext cx="278275" cy="3255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/>
        </a:p>
      </dsp:txBody>
      <dsp:txXfrm>
        <a:off x="4113286" y="297919"/>
        <a:ext cx="194793" cy="195318"/>
      </dsp:txXfrm>
    </dsp:sp>
    <dsp:sp modelId="{00A21CCA-F3B9-4BD0-B851-7B0FEA85CD8B}">
      <dsp:nvSpPr>
        <dsp:cNvPr id="0" name=""/>
        <dsp:cNvSpPr/>
      </dsp:nvSpPr>
      <dsp:spPr>
        <a:xfrm>
          <a:off x="4522824" y="1791"/>
          <a:ext cx="1312621" cy="7875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000" b="0" i="0" kern="1200" dirty="0" err="1"/>
            <a:t>슬라이싱</a:t>
          </a:r>
          <a:r>
            <a:rPr lang="ko-KR" sz="1000" b="0" i="0" kern="1200" dirty="0"/>
            <a:t> 리스트 </a:t>
          </a:r>
          <a:br>
            <a:rPr lang="en-US" altLang="ko-KR" sz="1000" b="0" i="0" kern="1200" dirty="0"/>
          </a:br>
          <a:r>
            <a:rPr lang="ko-KR" sz="1000" b="0" i="0" kern="1200" dirty="0"/>
            <a:t>최대값 제거</a:t>
          </a:r>
          <a:endParaRPr lang="ko-KR" sz="1000" kern="1200" dirty="0"/>
        </a:p>
      </dsp:txBody>
      <dsp:txXfrm>
        <a:off x="4545891" y="24858"/>
        <a:ext cx="1266487" cy="741439"/>
      </dsp:txXfrm>
    </dsp:sp>
    <dsp:sp modelId="{8119581C-A214-405F-9222-A38EA05C9EDB}">
      <dsp:nvSpPr>
        <dsp:cNvPr id="0" name=""/>
        <dsp:cNvSpPr/>
      </dsp:nvSpPr>
      <dsp:spPr>
        <a:xfrm>
          <a:off x="5950956" y="232813"/>
          <a:ext cx="278275" cy="3255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/>
        </a:p>
      </dsp:txBody>
      <dsp:txXfrm>
        <a:off x="5950956" y="297919"/>
        <a:ext cx="194793" cy="195318"/>
      </dsp:txXfrm>
    </dsp:sp>
    <dsp:sp modelId="{187879C4-80C1-4DCF-9BA1-CBBE532234DD}">
      <dsp:nvSpPr>
        <dsp:cNvPr id="0" name=""/>
        <dsp:cNvSpPr/>
      </dsp:nvSpPr>
      <dsp:spPr>
        <a:xfrm>
          <a:off x="6360494" y="1791"/>
          <a:ext cx="1312621" cy="7875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000" b="0" i="0" kern="1200" dirty="0" err="1"/>
            <a:t>슬라이싱</a:t>
          </a:r>
          <a:r>
            <a:rPr lang="en-US" altLang="ko-KR" sz="1000" b="0" i="0" kern="1200" dirty="0"/>
            <a:t> </a:t>
          </a:r>
          <a:r>
            <a:rPr lang="ko-KR" altLang="en-US" sz="1000" b="0" i="0" kern="1200" dirty="0"/>
            <a:t>리스트</a:t>
          </a:r>
          <a:r>
            <a:rPr lang="ko-KR" sz="1000" b="0" i="0" kern="1200" dirty="0"/>
            <a:t> </a:t>
          </a:r>
          <a:br>
            <a:rPr lang="en-US" altLang="ko-KR" sz="1000" b="0" i="0" kern="1200" dirty="0"/>
          </a:br>
          <a:r>
            <a:rPr lang="ko-KR" sz="1000" b="0" i="0" kern="1200" dirty="0"/>
            <a:t>내림차순 정렬</a:t>
          </a:r>
          <a:endParaRPr lang="ko-KR" sz="1000" kern="1200" dirty="0"/>
        </a:p>
      </dsp:txBody>
      <dsp:txXfrm>
        <a:off x="6383561" y="24858"/>
        <a:ext cx="1266487" cy="741439"/>
      </dsp:txXfrm>
    </dsp:sp>
    <dsp:sp modelId="{33A4C5DC-9E26-4540-8E8D-CC850FAA60C0}">
      <dsp:nvSpPr>
        <dsp:cNvPr id="0" name=""/>
        <dsp:cNvSpPr/>
      </dsp:nvSpPr>
      <dsp:spPr>
        <a:xfrm rot="5400000">
          <a:off x="6877667" y="881248"/>
          <a:ext cx="278275" cy="3255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/>
        </a:p>
      </dsp:txBody>
      <dsp:txXfrm rot="-5400000">
        <a:off x="6919146" y="904875"/>
        <a:ext cx="195318" cy="194793"/>
      </dsp:txXfrm>
    </dsp:sp>
    <dsp:sp modelId="{417F310B-EE1A-4F27-A5C5-5C32CCFA54D8}">
      <dsp:nvSpPr>
        <dsp:cNvPr id="0" name=""/>
        <dsp:cNvSpPr/>
      </dsp:nvSpPr>
      <dsp:spPr>
        <a:xfrm>
          <a:off x="6360494" y="1314413"/>
          <a:ext cx="1312621" cy="7875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000" b="0" i="0" kern="1200" dirty="0"/>
            <a:t>최대값 위치 </a:t>
          </a:r>
          <a:br>
            <a:rPr lang="en-US" altLang="ko-KR" sz="1000" b="0" i="0" kern="1200" dirty="0"/>
          </a:br>
          <a:r>
            <a:rPr lang="ko-KR" sz="1000" b="0" i="0" kern="1200" dirty="0"/>
            <a:t>리스트</a:t>
          </a:r>
          <a:r>
            <a:rPr lang="en-US" altLang="ko-KR" sz="1000" b="0" i="0" kern="1200" dirty="0"/>
            <a:t> </a:t>
          </a:r>
          <a:r>
            <a:rPr lang="ko-KR" altLang="en-US" sz="1000" b="0" i="0" kern="1200" dirty="0"/>
            <a:t>생성</a:t>
          </a:r>
          <a:endParaRPr lang="ko-KR" sz="1000" kern="1200" dirty="0"/>
        </a:p>
      </dsp:txBody>
      <dsp:txXfrm>
        <a:off x="6383561" y="1337480"/>
        <a:ext cx="1266487" cy="741439"/>
      </dsp:txXfrm>
    </dsp:sp>
    <dsp:sp modelId="{7E86FC1F-1857-4ED9-9170-B010D49C4B07}">
      <dsp:nvSpPr>
        <dsp:cNvPr id="0" name=""/>
        <dsp:cNvSpPr/>
      </dsp:nvSpPr>
      <dsp:spPr>
        <a:xfrm rot="10800000">
          <a:off x="5966708" y="1545434"/>
          <a:ext cx="278275" cy="3255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/>
        </a:p>
      </dsp:txBody>
      <dsp:txXfrm rot="10800000">
        <a:off x="6050190" y="1610540"/>
        <a:ext cx="194793" cy="195318"/>
      </dsp:txXfrm>
    </dsp:sp>
    <dsp:sp modelId="{6FA418C9-5F79-4421-85C0-D8CD41479BC3}">
      <dsp:nvSpPr>
        <dsp:cNvPr id="0" name=""/>
        <dsp:cNvSpPr/>
      </dsp:nvSpPr>
      <dsp:spPr>
        <a:xfrm>
          <a:off x="4522824" y="1314413"/>
          <a:ext cx="1312621" cy="7875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000" b="0" i="0" kern="1200" dirty="0"/>
            <a:t>위치 리스트와 </a:t>
          </a:r>
          <a:br>
            <a:rPr lang="en-US" altLang="ko-KR" sz="1000" b="0" i="0" kern="1200" dirty="0"/>
          </a:br>
          <a:r>
            <a:rPr lang="ko-KR" sz="1000" b="0" i="0" kern="1200" dirty="0" err="1"/>
            <a:t>슬라이싱</a:t>
          </a:r>
          <a:r>
            <a:rPr lang="ko-KR" sz="1000" b="0" i="0" kern="1200" dirty="0"/>
            <a:t> 리스트의 뒤부터</a:t>
          </a:r>
          <a:r>
            <a:rPr lang="en-US" altLang="ko-KR" sz="1000" b="0" i="0" kern="1200" dirty="0"/>
            <a:t> </a:t>
          </a:r>
          <a:r>
            <a:rPr lang="ko-KR" sz="1000" b="0" i="0" kern="1200" dirty="0"/>
            <a:t>위치 교환</a:t>
          </a:r>
          <a:endParaRPr lang="ko-KR" sz="1000" kern="1200" dirty="0"/>
        </a:p>
      </dsp:txBody>
      <dsp:txXfrm>
        <a:off x="4545891" y="1337480"/>
        <a:ext cx="1266487" cy="741439"/>
      </dsp:txXfrm>
    </dsp:sp>
    <dsp:sp modelId="{6C33D87B-CEAB-41D7-8BD5-406008377F99}">
      <dsp:nvSpPr>
        <dsp:cNvPr id="0" name=""/>
        <dsp:cNvSpPr/>
      </dsp:nvSpPr>
      <dsp:spPr>
        <a:xfrm rot="10800000">
          <a:off x="4129037" y="1545434"/>
          <a:ext cx="278275" cy="3255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/>
        </a:p>
      </dsp:txBody>
      <dsp:txXfrm rot="10800000">
        <a:off x="4212519" y="1610540"/>
        <a:ext cx="194793" cy="195318"/>
      </dsp:txXfrm>
    </dsp:sp>
    <dsp:sp modelId="{0F86257C-6E98-45E7-9E95-DF9786363FED}">
      <dsp:nvSpPr>
        <dsp:cNvPr id="0" name=""/>
        <dsp:cNvSpPr/>
      </dsp:nvSpPr>
      <dsp:spPr>
        <a:xfrm>
          <a:off x="2685153" y="1314413"/>
          <a:ext cx="1312621" cy="7875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000" b="0" i="0" kern="1200" dirty="0"/>
            <a:t>교환 횟수</a:t>
          </a:r>
          <a:r>
            <a:rPr lang="en-US" sz="1000" b="0" i="0" kern="1200" dirty="0"/>
            <a:t>: 5 – 3 = 2</a:t>
          </a:r>
          <a:endParaRPr lang="ko-KR" sz="1000" kern="1200" dirty="0"/>
        </a:p>
      </dsp:txBody>
      <dsp:txXfrm>
        <a:off x="2708220" y="1337480"/>
        <a:ext cx="1266487" cy="741439"/>
      </dsp:txXfrm>
    </dsp:sp>
    <dsp:sp modelId="{97917C9F-A1EB-47E8-B2C0-665D404A5E72}">
      <dsp:nvSpPr>
        <dsp:cNvPr id="0" name=""/>
        <dsp:cNvSpPr/>
      </dsp:nvSpPr>
      <dsp:spPr>
        <a:xfrm rot="10800000">
          <a:off x="2291367" y="1545434"/>
          <a:ext cx="278275" cy="3255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/>
        </a:p>
      </dsp:txBody>
      <dsp:txXfrm rot="10800000">
        <a:off x="2374849" y="1610540"/>
        <a:ext cx="194793" cy="195318"/>
      </dsp:txXfrm>
    </dsp:sp>
    <dsp:sp modelId="{5F23A238-7EAA-4F5D-B9F3-9133E6D4AAE1}">
      <dsp:nvSpPr>
        <dsp:cNvPr id="0" name=""/>
        <dsp:cNvSpPr/>
      </dsp:nvSpPr>
      <dsp:spPr>
        <a:xfrm>
          <a:off x="847483" y="1314413"/>
          <a:ext cx="1312621" cy="7875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000" b="0" i="0" kern="1200" dirty="0"/>
            <a:t>작업 리스트 축소</a:t>
          </a:r>
          <a:endParaRPr lang="ko-KR" sz="1000" kern="1200" dirty="0"/>
        </a:p>
      </dsp:txBody>
      <dsp:txXfrm>
        <a:off x="870550" y="1337480"/>
        <a:ext cx="1266487" cy="741439"/>
      </dsp:txXfrm>
    </dsp:sp>
    <dsp:sp modelId="{EE1E7C27-F2D3-4568-91AA-92E599C91CF2}">
      <dsp:nvSpPr>
        <dsp:cNvPr id="0" name=""/>
        <dsp:cNvSpPr/>
      </dsp:nvSpPr>
      <dsp:spPr>
        <a:xfrm rot="5400000">
          <a:off x="1364656" y="2193870"/>
          <a:ext cx="278275" cy="3255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/>
        </a:p>
      </dsp:txBody>
      <dsp:txXfrm rot="-5400000">
        <a:off x="1406135" y="2217497"/>
        <a:ext cx="195318" cy="194793"/>
      </dsp:txXfrm>
    </dsp:sp>
    <dsp:sp modelId="{326E45FC-130A-41FB-B2DB-30750A669128}">
      <dsp:nvSpPr>
        <dsp:cNvPr id="0" name=""/>
        <dsp:cNvSpPr/>
      </dsp:nvSpPr>
      <dsp:spPr>
        <a:xfrm>
          <a:off x="847483" y="2627035"/>
          <a:ext cx="1312621" cy="7875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000" b="0" i="0" kern="1200" dirty="0"/>
            <a:t>반복</a:t>
          </a:r>
          <a:endParaRPr lang="ko-KR" sz="1000" kern="1200" dirty="0"/>
        </a:p>
      </dsp:txBody>
      <dsp:txXfrm>
        <a:off x="870550" y="2650102"/>
        <a:ext cx="1266487" cy="741439"/>
      </dsp:txXfrm>
    </dsp:sp>
    <dsp:sp modelId="{71719C39-462E-488A-94D5-71CF9AAB6646}">
      <dsp:nvSpPr>
        <dsp:cNvPr id="0" name=""/>
        <dsp:cNvSpPr/>
      </dsp:nvSpPr>
      <dsp:spPr>
        <a:xfrm>
          <a:off x="2275615" y="2858056"/>
          <a:ext cx="278275" cy="3255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/>
        </a:p>
      </dsp:txBody>
      <dsp:txXfrm>
        <a:off x="2275615" y="2923162"/>
        <a:ext cx="194793" cy="195318"/>
      </dsp:txXfrm>
    </dsp:sp>
    <dsp:sp modelId="{634FFDA1-76AE-43F0-8FDE-1CA57FC00854}">
      <dsp:nvSpPr>
        <dsp:cNvPr id="0" name=""/>
        <dsp:cNvSpPr/>
      </dsp:nvSpPr>
      <dsp:spPr>
        <a:xfrm>
          <a:off x="2685153" y="2627035"/>
          <a:ext cx="1312621" cy="7875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/>
            <a:t>결과 출력</a:t>
          </a:r>
          <a:endParaRPr lang="ko-KR" sz="1000" kern="1200" dirty="0"/>
        </a:p>
      </dsp:txBody>
      <dsp:txXfrm>
        <a:off x="2708220" y="2650102"/>
        <a:ext cx="1266487" cy="7414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5D6F7A-1000-4631-BAD1-5AAA392D9F10}">
      <dsp:nvSpPr>
        <dsp:cNvPr id="0" name=""/>
        <dsp:cNvSpPr/>
      </dsp:nvSpPr>
      <dsp:spPr>
        <a:xfrm>
          <a:off x="2515188" y="671419"/>
          <a:ext cx="5186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8662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2760788" y="714393"/>
        <a:ext cx="27463" cy="5492"/>
      </dsp:txXfrm>
    </dsp:sp>
    <dsp:sp modelId="{4C0BF507-2774-4859-B73F-12A37EE5F270}">
      <dsp:nvSpPr>
        <dsp:cNvPr id="0" name=""/>
        <dsp:cNvSpPr/>
      </dsp:nvSpPr>
      <dsp:spPr>
        <a:xfrm>
          <a:off x="128890" y="710"/>
          <a:ext cx="2388097" cy="14328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000" b="0" i="0" kern="1200" dirty="0"/>
            <a:t>패키지 설치 </a:t>
          </a:r>
          <a:br>
            <a:rPr lang="en-US" altLang="ko-KR" sz="2000" b="0" i="0" kern="1200" dirty="0"/>
          </a:br>
          <a:r>
            <a:rPr lang="ko-KR" sz="2000" b="0" i="0" kern="1200" dirty="0"/>
            <a:t>및 빌드</a:t>
          </a:r>
          <a:endParaRPr lang="ko-KR" sz="2000" kern="1200" dirty="0"/>
        </a:p>
      </dsp:txBody>
      <dsp:txXfrm>
        <a:off x="128890" y="710"/>
        <a:ext cx="2388097" cy="1432858"/>
      </dsp:txXfrm>
    </dsp:sp>
    <dsp:sp modelId="{E9B03850-6E18-4B1E-95B6-6C832F5801BF}">
      <dsp:nvSpPr>
        <dsp:cNvPr id="0" name=""/>
        <dsp:cNvSpPr/>
      </dsp:nvSpPr>
      <dsp:spPr>
        <a:xfrm>
          <a:off x="5452548" y="671419"/>
          <a:ext cx="5186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8662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5698148" y="714393"/>
        <a:ext cx="27463" cy="5492"/>
      </dsp:txXfrm>
    </dsp:sp>
    <dsp:sp modelId="{4FE7A33A-B247-4C4F-B721-4B729EAC3A21}">
      <dsp:nvSpPr>
        <dsp:cNvPr id="0" name=""/>
        <dsp:cNvSpPr/>
      </dsp:nvSpPr>
      <dsp:spPr>
        <a:xfrm>
          <a:off x="3066251" y="710"/>
          <a:ext cx="2388097" cy="14328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 err="1"/>
            <a:t>ip</a:t>
          </a:r>
          <a:r>
            <a:rPr lang="en-US" sz="2000" b="0" i="0" kern="1200" dirty="0"/>
            <a:t> webcam </a:t>
          </a:r>
          <a:br>
            <a:rPr lang="en-US" sz="2000" b="0" i="0" kern="1200" dirty="0"/>
          </a:br>
          <a:r>
            <a:rPr lang="ko-KR" sz="2000" b="0" i="0" kern="1200" dirty="0"/>
            <a:t>앱 설치</a:t>
          </a:r>
          <a:endParaRPr lang="ko-KR" sz="2000" kern="1200" dirty="0"/>
        </a:p>
      </dsp:txBody>
      <dsp:txXfrm>
        <a:off x="3066251" y="710"/>
        <a:ext cx="2388097" cy="1432858"/>
      </dsp:txXfrm>
    </dsp:sp>
    <dsp:sp modelId="{199F7278-DDEC-43AC-BB85-E11825DD1025}">
      <dsp:nvSpPr>
        <dsp:cNvPr id="0" name=""/>
        <dsp:cNvSpPr/>
      </dsp:nvSpPr>
      <dsp:spPr>
        <a:xfrm>
          <a:off x="4188466" y="1431768"/>
          <a:ext cx="3009194" cy="518662"/>
        </a:xfrm>
        <a:custGeom>
          <a:avLst/>
          <a:gdLst/>
          <a:ahLst/>
          <a:cxnLst/>
          <a:rect l="0" t="0" r="0" b="0"/>
          <a:pathLst>
            <a:path>
              <a:moveTo>
                <a:pt x="3009194" y="0"/>
              </a:moveTo>
              <a:lnTo>
                <a:pt x="3009194" y="276431"/>
              </a:lnTo>
              <a:lnTo>
                <a:pt x="0" y="276431"/>
              </a:lnTo>
              <a:lnTo>
                <a:pt x="0" y="518662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5616590" y="1688353"/>
        <a:ext cx="152945" cy="5492"/>
      </dsp:txXfrm>
    </dsp:sp>
    <dsp:sp modelId="{C9E32EE5-BE8A-4E4B-B87B-9A6B6AF83542}">
      <dsp:nvSpPr>
        <dsp:cNvPr id="0" name=""/>
        <dsp:cNvSpPr/>
      </dsp:nvSpPr>
      <dsp:spPr>
        <a:xfrm>
          <a:off x="6003611" y="710"/>
          <a:ext cx="2388097" cy="14328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000" b="0" i="0" kern="1200" dirty="0"/>
            <a:t>앱 실행 후 </a:t>
          </a:r>
          <a:br>
            <a:rPr lang="en-US" altLang="ko-KR" sz="2000" b="0" i="0" kern="1200" dirty="0"/>
          </a:br>
          <a:r>
            <a:rPr lang="en-US" sz="2000" b="0" i="0" kern="1200" dirty="0" err="1"/>
            <a:t>ip</a:t>
          </a:r>
          <a:r>
            <a:rPr lang="en-US" sz="2000" b="0" i="0" kern="1200" dirty="0"/>
            <a:t> </a:t>
          </a:r>
          <a:r>
            <a:rPr lang="ko-KR" sz="2000" b="0" i="0" kern="1200" dirty="0"/>
            <a:t>확인</a:t>
          </a:r>
          <a:endParaRPr lang="ko-KR" sz="2000" kern="1200" dirty="0"/>
        </a:p>
      </dsp:txBody>
      <dsp:txXfrm>
        <a:off x="6003611" y="710"/>
        <a:ext cx="2388097" cy="1432858"/>
      </dsp:txXfrm>
    </dsp:sp>
    <dsp:sp modelId="{42B6B826-2831-4950-BB1E-FDDF71E1D91B}">
      <dsp:nvSpPr>
        <dsp:cNvPr id="0" name=""/>
        <dsp:cNvSpPr/>
      </dsp:nvSpPr>
      <dsp:spPr>
        <a:xfrm>
          <a:off x="128890" y="1982831"/>
          <a:ext cx="8119150" cy="14328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000" b="0" i="0" kern="1200" dirty="0"/>
            <a:t>터미널에 </a:t>
          </a:r>
          <a:br>
            <a:rPr lang="en-US" altLang="ko-KR" sz="2000" b="0" i="0" kern="1200" dirty="0"/>
          </a:br>
          <a:r>
            <a:rPr lang="en-US" sz="2000" b="0" i="0" kern="1200" dirty="0"/>
            <a:t>ros2 run </a:t>
          </a:r>
          <a:r>
            <a:rPr lang="en-US" sz="2000" b="0" i="0" kern="1200" dirty="0" err="1"/>
            <a:t>my_camera</a:t>
          </a:r>
          <a:r>
            <a:rPr lang="en-US" sz="2000" b="0" i="0" kern="1200" dirty="0"/>
            <a:t> </a:t>
          </a:r>
          <a:r>
            <a:rPr lang="en-US" sz="2000" b="0" i="0" kern="1200" dirty="0" err="1"/>
            <a:t>ip_stream_node</a:t>
          </a:r>
          <a:r>
            <a:rPr lang="en-US" sz="2000" b="0" i="0" kern="1200" dirty="0"/>
            <a:t> –</a:t>
          </a:r>
          <a:r>
            <a:rPr lang="en-US" sz="2000" b="0" i="0" kern="1200" dirty="0" err="1"/>
            <a:t>ip</a:t>
          </a:r>
          <a:r>
            <a:rPr lang="en-US" sz="2000" b="0" i="0" kern="1200" dirty="0"/>
            <a:t> &lt;</a:t>
          </a:r>
          <a:r>
            <a:rPr lang="ko-KR" sz="2000" b="0" i="0" kern="1200" dirty="0"/>
            <a:t>확인한 </a:t>
          </a:r>
          <a:r>
            <a:rPr lang="en-US" sz="2000" b="0" i="0" kern="1200" dirty="0" err="1"/>
            <a:t>ip</a:t>
          </a:r>
          <a:r>
            <a:rPr lang="en-US" sz="2000" b="0" i="0" kern="1200" dirty="0"/>
            <a:t> </a:t>
          </a:r>
          <a:r>
            <a:rPr lang="ko-KR" sz="2000" b="0" i="0" kern="1200" dirty="0"/>
            <a:t>주소</a:t>
          </a:r>
          <a:r>
            <a:rPr lang="en-US" sz="2000" b="0" i="0" kern="1200" dirty="0"/>
            <a:t>&gt; </a:t>
          </a:r>
          <a:r>
            <a:rPr lang="ko-KR" sz="2000" b="0" i="0" kern="1200" dirty="0"/>
            <a:t>입력</a:t>
          </a:r>
          <a:endParaRPr lang="ko-KR" sz="2000" kern="1200" dirty="0"/>
        </a:p>
      </dsp:txBody>
      <dsp:txXfrm>
        <a:off x="128890" y="1982831"/>
        <a:ext cx="8119150" cy="14328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0338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6543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72DF1-BDC0-CE6D-050D-DA906A0A4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3D5C4F-2B33-A82F-7812-A938D733D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C47B95-4F58-93D6-89CD-6CC994BA6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9870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14C55-EC28-A981-EB9F-BCC33146A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1F2D52-9921-79B9-3185-DB83D6804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D377F0-8186-89FB-5217-4585F3F81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2516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F2C68-AD9B-5085-2D0E-8E240F717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1E84B5-1048-FA09-A10E-F79900F96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2BB16D-85BD-5856-D1E8-92DA947AB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7656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9E246-5066-E897-BBEA-05A3AAD16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E60C43-9145-0378-4364-40A62158F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C80E6F-5C0C-5DE0-4DC3-D25144B42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3257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609E2-7E0D-711E-7EC5-B74F3C627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F2C941-0BA5-8272-5F8A-A89EFE7E5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521CB1-1529-690B-D868-535A24883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5826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9F1A6-49F0-B1A0-0125-B98FAD55C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EA4F01-E22A-7BE2-CC06-9380449FB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6283C1-176A-5127-051B-5DB5F8462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034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393AC-DDB6-7A31-A826-32BBDD216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B3FA81-0A9E-816A-419F-A9BEFB6DA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06FC45-C94C-E395-BA18-BA13CA265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84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무료 이미지 : 휴대용 퍼스널 컴퓨터, 과학 기술, 간단한 기계 장치 ..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75500"/>
            <a:ext cx="9144003" cy="6094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5" name="Google Shape;55;p13"/>
          <p:cNvSpPr/>
          <p:nvPr/>
        </p:nvSpPr>
        <p:spPr>
          <a:xfrm>
            <a:off x="-6600" y="-475500"/>
            <a:ext cx="9157200" cy="6094500"/>
          </a:xfrm>
          <a:prstGeom prst="rect">
            <a:avLst/>
          </a:prstGeom>
          <a:solidFill>
            <a:srgbClr val="000000">
              <a:alpha val="5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>
                <a:solidFill>
                  <a:schemeClr val="lt1"/>
                </a:solidFill>
              </a:rPr>
              <a:t>17</a:t>
            </a:r>
            <a:r>
              <a:rPr lang="ko" dirty="0">
                <a:solidFill>
                  <a:schemeClr val="lt1"/>
                </a:solidFill>
              </a:rPr>
              <a:t>주차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D4427-C214-C05A-8427-718E2FEE7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F550F9FC-8AED-17B5-E8BC-AB8B863A6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>
            <a:normAutofit/>
          </a:bodyPr>
          <a:lstStyle/>
          <a:p>
            <a:pPr marL="114300" indent="0">
              <a:lnSpc>
                <a:spcPct val="200000"/>
              </a:lnSpc>
              <a:buNone/>
            </a:pPr>
            <a:r>
              <a:rPr lang="en-US" altLang="ko-KR" dirty="0"/>
              <a:t>- </a:t>
            </a:r>
            <a:r>
              <a:rPr lang="ko-KR" altLang="en-US" dirty="0"/>
              <a:t>끝에서 부터 </a:t>
            </a:r>
            <a:r>
              <a:rPr lang="en-US" altLang="ko-KR" dirty="0"/>
              <a:t>DFS </a:t>
            </a:r>
            <a:r>
              <a:rPr lang="ko-KR" altLang="en-US" dirty="0"/>
              <a:t>탐색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FF7C9D-830D-02E3-9D9D-345982309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백트래킹 개념</a:t>
            </a:r>
          </a:p>
        </p:txBody>
      </p:sp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A7F3D97F-2956-2E85-1806-C5159B5730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9809252"/>
              </p:ext>
            </p:extLst>
          </p:nvPr>
        </p:nvGraphicFramePr>
        <p:xfrm>
          <a:off x="852053" y="2188781"/>
          <a:ext cx="3466893" cy="2380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다이어그램 6">
            <a:extLst>
              <a:ext uri="{FF2B5EF4-FFF2-40B4-BE49-F238E27FC236}">
                <a16:creationId xmlns:a16="http://schemas.microsoft.com/office/drawing/2014/main" id="{ADF3D5E6-3D91-C170-C4E7-2C55933FD3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6897665"/>
              </p:ext>
            </p:extLst>
          </p:nvPr>
        </p:nvGraphicFramePr>
        <p:xfrm>
          <a:off x="5209309" y="2188781"/>
          <a:ext cx="3466893" cy="2380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DECFD2B-9EA5-A840-915B-9A63777A35A3}"/>
              </a:ext>
            </a:extLst>
          </p:cNvPr>
          <p:cNvSpPr txBox="1"/>
          <p:nvPr/>
        </p:nvSpPr>
        <p:spPr>
          <a:xfrm>
            <a:off x="1380153" y="4114562"/>
            <a:ext cx="241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DFS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99DEDD-1319-0B95-5C15-D5819B609782}"/>
              </a:ext>
            </a:extLst>
          </p:cNvPr>
          <p:cNvSpPr txBox="1"/>
          <p:nvPr/>
        </p:nvSpPr>
        <p:spPr>
          <a:xfrm>
            <a:off x="5737409" y="4114562"/>
            <a:ext cx="241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백트래킹</a:t>
            </a:r>
          </a:p>
        </p:txBody>
      </p:sp>
    </p:spTree>
    <p:extLst>
      <p:ext uri="{BB962C8B-B14F-4D97-AF65-F5344CB8AC3E}">
        <p14:creationId xmlns:p14="http://schemas.microsoft.com/office/powerpoint/2010/main" val="371589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1D043-69E9-E228-93B0-AF61DBC1E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056B5-96B7-31C6-77F9-D9D70C4BF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코드 흐름도</a:t>
            </a:r>
          </a:p>
        </p:txBody>
      </p:sp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0883B2C2-44DE-A82B-EE8B-CB06FA40C6F8}"/>
              </a:ext>
            </a:extLst>
          </p:cNvPr>
          <p:cNvGraphicFramePr/>
          <p:nvPr/>
        </p:nvGraphicFramePr>
        <p:xfrm>
          <a:off x="311700" y="115247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6933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455E4-013F-2B7C-E2E2-B0731DB4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ED311-5945-9E2B-FAEC-764E6B9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전체 코드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69A017-3A69-4F8F-3A8C-1B736D885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761536" cy="3416400"/>
          </a:xfrm>
        </p:spPr>
        <p:txBody>
          <a:bodyPr>
            <a:normAutofit/>
          </a:bodyPr>
          <a:lstStyle/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C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ase_num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 =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int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(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input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())</a:t>
            </a:r>
            <a:endParaRPr lang="ko-KR" dirty="0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T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est_data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 = [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input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().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strip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().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split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()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for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I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in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range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(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case_num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)]</a:t>
            </a:r>
            <a:endParaRPr lang="ko-KR" dirty="0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buNone/>
            </a:pPr>
            <a:endParaRPr lang="en-US" altLang="ko-KR" dirty="0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F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or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num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,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test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in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enumerate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(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test_data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):</a:t>
            </a:r>
            <a:endParaRPr lang="en-US" altLang="ko-KR" dirty="0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   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numbers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,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count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 =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test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[0],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int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(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test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[1])</a:t>
            </a:r>
            <a:endParaRPr lang="ko-KR" dirty="0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   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data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 =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list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(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numbers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)</a:t>
            </a:r>
            <a:endParaRPr lang="en-US" altLang="ko-KR" sz="1100" dirty="0">
              <a:solidFill>
                <a:schemeClr val="tx1"/>
              </a:solidFill>
              <a:latin typeface="monospace"/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   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visited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 =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set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()</a:t>
            </a:r>
            <a:endParaRPr lang="en-US" altLang="ko-KR" sz="1100" dirty="0">
              <a:solidFill>
                <a:schemeClr val="tx1"/>
              </a:solidFill>
              <a:latin typeface="monospace"/>
            </a:endParaRPr>
          </a:p>
          <a:p>
            <a:pPr>
              <a:lnSpc>
                <a:spcPct val="114999"/>
              </a:lnSpc>
              <a:buNone/>
            </a:pPr>
            <a:endParaRPr lang="ko-KR" dirty="0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    </a:t>
            </a:r>
            <a:r>
              <a:rPr lang="ko-KR" sz="1100" dirty="0" err="1">
                <a:solidFill>
                  <a:srgbClr val="FF0000"/>
                </a:solidFill>
                <a:latin typeface="monospace"/>
              </a:rPr>
              <a:t>result</a:t>
            </a:r>
            <a:r>
              <a:rPr lang="ko-KR" sz="1100" dirty="0">
                <a:solidFill>
                  <a:srgbClr val="FF0000"/>
                </a:solidFill>
                <a:latin typeface="monospace"/>
              </a:rPr>
              <a:t> = </a:t>
            </a:r>
            <a:r>
              <a:rPr lang="ko-KR" sz="1100" dirty="0" err="1">
                <a:solidFill>
                  <a:srgbClr val="FF0000"/>
                </a:solidFill>
                <a:latin typeface="monospace"/>
              </a:rPr>
              <a:t>dfs</a:t>
            </a:r>
            <a:r>
              <a:rPr lang="ko-KR" sz="1100" dirty="0">
                <a:solidFill>
                  <a:srgbClr val="FF0000"/>
                </a:solidFill>
                <a:latin typeface="monospace"/>
              </a:rPr>
              <a:t>(</a:t>
            </a:r>
            <a:r>
              <a:rPr lang="ko-KR" sz="1100" dirty="0" err="1">
                <a:solidFill>
                  <a:srgbClr val="FF0000"/>
                </a:solidFill>
                <a:latin typeface="monospace"/>
              </a:rPr>
              <a:t>data</a:t>
            </a:r>
            <a:r>
              <a:rPr lang="ko-KR" sz="1100" dirty="0">
                <a:solidFill>
                  <a:srgbClr val="FF0000"/>
                </a:solidFill>
                <a:latin typeface="monospace"/>
              </a:rPr>
              <a:t>, </a:t>
            </a:r>
            <a:r>
              <a:rPr lang="ko-KR" sz="1100" dirty="0" err="1">
                <a:solidFill>
                  <a:srgbClr val="FF0000"/>
                </a:solidFill>
                <a:latin typeface="monospace"/>
              </a:rPr>
              <a:t>count</a:t>
            </a:r>
            <a:r>
              <a:rPr lang="ko-KR" sz="1100" dirty="0">
                <a:solidFill>
                  <a:srgbClr val="FF0000"/>
                </a:solidFill>
                <a:latin typeface="monospace"/>
              </a:rPr>
              <a:t>, 0)</a:t>
            </a:r>
            <a:endParaRPr lang="ko-KR" dirty="0">
              <a:solidFill>
                <a:srgbClr val="FF0000"/>
              </a:solidFill>
            </a:endParaRPr>
          </a:p>
          <a:p>
            <a:pPr>
              <a:lnSpc>
                <a:spcPct val="114999"/>
              </a:lnSpc>
              <a:buNone/>
            </a:pPr>
            <a:endParaRPr lang="en-US" altLang="ko-KR" dirty="0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    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print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(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f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’#{num+1} {</a:t>
            </a:r>
            <a:r>
              <a:rPr lang="ko-KR" sz="1100" dirty="0" err="1">
                <a:solidFill>
                  <a:schemeClr val="tx1"/>
                </a:solidFill>
                <a:latin typeface="monospace"/>
              </a:rPr>
              <a:t>result</a:t>
            </a:r>
            <a:r>
              <a:rPr lang="ko-KR" sz="1100" dirty="0">
                <a:solidFill>
                  <a:schemeClr val="tx1"/>
                </a:solidFill>
                <a:latin typeface="monospace"/>
              </a:rPr>
              <a:t>}’)</a:t>
            </a:r>
            <a:endParaRPr lang="ko-KR" dirty="0">
              <a:solidFill>
                <a:schemeClr val="tx1"/>
              </a:solidFill>
            </a:endParaRP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10E3F19E-1C8E-D75A-6E0D-27B5DED5F781}"/>
              </a:ext>
            </a:extLst>
          </p:cNvPr>
          <p:cNvSpPr txBox="1">
            <a:spLocks/>
          </p:cNvSpPr>
          <p:nvPr/>
        </p:nvSpPr>
        <p:spPr>
          <a:xfrm>
            <a:off x="5070764" y="1152475"/>
            <a:ext cx="376153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def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en-US" altLang="ko-KR" sz="1100" dirty="0" err="1">
                <a:solidFill>
                  <a:schemeClr val="tx1"/>
                </a:solidFill>
                <a:latin typeface="monospace"/>
              </a:rPr>
              <a:t>dfs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(</a:t>
            </a:r>
            <a:r>
              <a:rPr lang="en-US" altLang="ko-KR" sz="1100" dirty="0" err="1">
                <a:solidFill>
                  <a:schemeClr val="tx1"/>
                </a:solidFill>
                <a:latin typeface="monospace"/>
              </a:rPr>
              <a:t>arr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,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en-US" altLang="ko-KR" sz="1100" dirty="0" err="1">
                <a:solidFill>
                  <a:schemeClr val="tx1"/>
                </a:solidFill>
                <a:latin typeface="monospace"/>
              </a:rPr>
              <a:t>cnt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,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result):</a:t>
            </a:r>
          </a:p>
          <a:p>
            <a:pPr>
              <a:lnSpc>
                <a:spcPct val="114999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   </a:t>
            </a:r>
            <a:r>
              <a:rPr lang="en-US" altLang="ko-KR" sz="1100" dirty="0">
                <a:solidFill>
                  <a:schemeClr val="tx1"/>
                </a:solidFill>
              </a:rPr>
              <a:t># </a:t>
            </a:r>
            <a:r>
              <a:rPr lang="ko-KR" altLang="en-US" sz="1100" dirty="0">
                <a:solidFill>
                  <a:schemeClr val="tx1"/>
                </a:solidFill>
              </a:rPr>
              <a:t>결과 업데이트</a:t>
            </a: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    </a:t>
            </a:r>
            <a:r>
              <a:rPr lang="en-US" altLang="ko-KR" sz="1100" dirty="0">
                <a:solidFill>
                  <a:srgbClr val="00B050"/>
                </a:solidFill>
                <a:latin typeface="monospace"/>
              </a:rPr>
              <a:t>if</a:t>
            </a:r>
            <a:r>
              <a:rPr lang="ko-KR" altLang="en-US" sz="1100" dirty="0">
                <a:solidFill>
                  <a:srgbClr val="00B050"/>
                </a:solidFill>
                <a:latin typeface="monospace"/>
              </a:rPr>
              <a:t> </a:t>
            </a:r>
            <a:r>
              <a:rPr lang="en-US" altLang="ko-KR" sz="1100" dirty="0" err="1">
                <a:solidFill>
                  <a:srgbClr val="00B050"/>
                </a:solidFill>
                <a:latin typeface="monospace"/>
              </a:rPr>
              <a:t>cnt</a:t>
            </a:r>
            <a:r>
              <a:rPr lang="ko-KR" altLang="en-US" sz="1100" dirty="0">
                <a:solidFill>
                  <a:srgbClr val="00B050"/>
                </a:solidFill>
                <a:latin typeface="monospace"/>
              </a:rPr>
              <a:t> </a:t>
            </a:r>
            <a:r>
              <a:rPr lang="en-US" altLang="ko-KR" sz="1100" dirty="0">
                <a:solidFill>
                  <a:srgbClr val="00B050"/>
                </a:solidFill>
                <a:latin typeface="monospace"/>
              </a:rPr>
              <a:t>==</a:t>
            </a:r>
            <a:r>
              <a:rPr lang="ko-KR" altLang="en-US" sz="1100" dirty="0">
                <a:solidFill>
                  <a:srgbClr val="00B050"/>
                </a:solidFill>
                <a:latin typeface="monospace"/>
              </a:rPr>
              <a:t> </a:t>
            </a:r>
            <a:r>
              <a:rPr lang="en-US" altLang="ko-KR" sz="1100" dirty="0">
                <a:solidFill>
                  <a:srgbClr val="00B050"/>
                </a:solidFill>
                <a:latin typeface="monospace"/>
              </a:rPr>
              <a:t>0:</a:t>
            </a:r>
            <a:endParaRPr lang="ko-KR" altLang="en-US" sz="1100" dirty="0">
              <a:solidFill>
                <a:srgbClr val="00B050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rgbClr val="00B050"/>
                </a:solidFill>
                <a:latin typeface="monospace"/>
              </a:rPr>
              <a:t>        </a:t>
            </a:r>
            <a:r>
              <a:rPr lang="ko-KR" altLang="ko-KR" sz="1100" dirty="0" err="1">
                <a:solidFill>
                  <a:srgbClr val="00B050"/>
                </a:solidFill>
                <a:latin typeface="monospace"/>
              </a:rPr>
              <a:t>num</a:t>
            </a:r>
            <a:r>
              <a:rPr lang="ko-KR" altLang="ko-KR" sz="1100" dirty="0">
                <a:solidFill>
                  <a:srgbClr val="00B050"/>
                </a:solidFill>
                <a:latin typeface="monospace"/>
              </a:rPr>
              <a:t> = </a:t>
            </a:r>
            <a:r>
              <a:rPr lang="ko-KR" altLang="ko-KR" sz="1100" dirty="0" err="1">
                <a:solidFill>
                  <a:srgbClr val="00B050"/>
                </a:solidFill>
                <a:latin typeface="monospace"/>
              </a:rPr>
              <a:t>int</a:t>
            </a:r>
            <a:r>
              <a:rPr lang="en-US" altLang="ko-KR" sz="1100" dirty="0">
                <a:solidFill>
                  <a:srgbClr val="00B050"/>
                </a:solidFill>
                <a:latin typeface="monospace"/>
              </a:rPr>
              <a:t>(''.join</a:t>
            </a:r>
            <a:r>
              <a:rPr lang="ko-KR" altLang="ko-KR" sz="1100" dirty="0">
                <a:solidFill>
                  <a:srgbClr val="00B050"/>
                </a:solidFill>
                <a:latin typeface="monospace"/>
              </a:rPr>
              <a:t>(</a:t>
            </a:r>
            <a:r>
              <a:rPr lang="en-US" altLang="ko-KR" sz="1100" dirty="0" err="1">
                <a:solidFill>
                  <a:srgbClr val="00B050"/>
                </a:solidFill>
                <a:latin typeface="monospace"/>
              </a:rPr>
              <a:t>arr</a:t>
            </a:r>
            <a:r>
              <a:rPr lang="en-US" altLang="ko-KR" sz="1100" dirty="0">
                <a:solidFill>
                  <a:srgbClr val="00B050"/>
                </a:solidFill>
                <a:latin typeface="monospace"/>
              </a:rPr>
              <a:t>))</a:t>
            </a: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rgbClr val="00B050"/>
                </a:solidFill>
                <a:latin typeface="monospace"/>
              </a:rPr>
              <a:t>        return</a:t>
            </a:r>
            <a:r>
              <a:rPr lang="ko-KR" altLang="en-US" sz="1100" dirty="0">
                <a:solidFill>
                  <a:srgbClr val="00B050"/>
                </a:solidFill>
                <a:latin typeface="monospace"/>
              </a:rPr>
              <a:t> </a:t>
            </a:r>
            <a:r>
              <a:rPr lang="en-US" altLang="ko-KR" sz="1100" dirty="0">
                <a:solidFill>
                  <a:srgbClr val="00B050"/>
                </a:solidFill>
                <a:latin typeface="monospace"/>
              </a:rPr>
              <a:t>max(result,</a:t>
            </a:r>
            <a:r>
              <a:rPr lang="ko-KR" altLang="en-US" sz="1100" dirty="0">
                <a:solidFill>
                  <a:srgbClr val="00B050"/>
                </a:solidFill>
                <a:latin typeface="monospace"/>
              </a:rPr>
              <a:t> </a:t>
            </a:r>
            <a:r>
              <a:rPr lang="en-US" altLang="ko-KR" sz="1100" dirty="0">
                <a:solidFill>
                  <a:srgbClr val="00B050"/>
                </a:solidFill>
                <a:latin typeface="monospace"/>
              </a:rPr>
              <a:t>num)</a:t>
            </a:r>
            <a:endParaRPr lang="ko-KR" altLang="en-US" sz="1100" dirty="0">
              <a:solidFill>
                <a:srgbClr val="00B050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</a:rPr>
              <a:t>   </a:t>
            </a: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</a:rPr>
              <a:t>   # 2</a:t>
            </a:r>
            <a:r>
              <a:rPr lang="ko-KR" altLang="en-US" sz="1100" dirty="0">
                <a:solidFill>
                  <a:schemeClr val="tx1"/>
                </a:solidFill>
              </a:rPr>
              <a:t>중 </a:t>
            </a:r>
            <a:r>
              <a:rPr lang="en-US" altLang="ko-KR" sz="1100" dirty="0">
                <a:solidFill>
                  <a:schemeClr val="tx1"/>
                </a:solidFill>
              </a:rPr>
              <a:t>for</a:t>
            </a:r>
            <a:r>
              <a:rPr lang="ko-KR" altLang="en-US" sz="1100" dirty="0">
                <a:solidFill>
                  <a:schemeClr val="tx1"/>
                </a:solidFill>
              </a:rPr>
              <a:t>문</a:t>
            </a:r>
            <a:endParaRPr lang="en-US" altLang="ko-KR" sz="1100" dirty="0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    </a:t>
            </a:r>
            <a:r>
              <a:rPr lang="ko-KR" altLang="ko-KR" sz="1100" dirty="0" err="1">
                <a:solidFill>
                  <a:srgbClr val="FF0000"/>
                </a:solidFill>
                <a:latin typeface="monospace"/>
              </a:rPr>
              <a:t>for</a:t>
            </a:r>
            <a:r>
              <a:rPr lang="ko-KR" altLang="ko-KR" sz="1100" dirty="0">
                <a:solidFill>
                  <a:srgbClr val="FF0000"/>
                </a:solidFill>
                <a:latin typeface="monospace"/>
              </a:rPr>
              <a:t> </a:t>
            </a:r>
            <a:r>
              <a:rPr lang="ko-KR" altLang="ko-KR" sz="1100" dirty="0" err="1">
                <a:solidFill>
                  <a:srgbClr val="FF0000"/>
                </a:solidFill>
                <a:latin typeface="monospace"/>
              </a:rPr>
              <a:t>i</a:t>
            </a:r>
            <a:r>
              <a:rPr lang="ko-KR" altLang="ko-KR" sz="1100" dirty="0">
                <a:solidFill>
                  <a:srgbClr val="FF0000"/>
                </a:solidFill>
                <a:latin typeface="monospace"/>
              </a:rPr>
              <a:t> </a:t>
            </a:r>
            <a:r>
              <a:rPr lang="ko-KR" altLang="ko-KR" sz="1100" dirty="0" err="1">
                <a:solidFill>
                  <a:srgbClr val="FF0000"/>
                </a:solidFill>
                <a:latin typeface="monospace"/>
              </a:rPr>
              <a:t>in</a:t>
            </a:r>
            <a:r>
              <a:rPr lang="ko-KR" altLang="ko-KR" sz="1100" dirty="0">
                <a:solidFill>
                  <a:srgbClr val="FF0000"/>
                </a:solidFill>
                <a:latin typeface="monospace"/>
              </a:rPr>
              <a:t> </a:t>
            </a:r>
            <a:r>
              <a:rPr lang="ko-KR" altLang="ko-KR" sz="1100" dirty="0" err="1">
                <a:solidFill>
                  <a:srgbClr val="FF0000"/>
                </a:solidFill>
                <a:latin typeface="monospace"/>
              </a:rPr>
              <a:t>range</a:t>
            </a:r>
            <a:r>
              <a:rPr lang="ko-KR" altLang="ko-KR" sz="1100" dirty="0">
                <a:solidFill>
                  <a:srgbClr val="FF0000"/>
                </a:solidFill>
                <a:latin typeface="monospace"/>
              </a:rPr>
              <a:t>(</a:t>
            </a:r>
            <a:r>
              <a:rPr lang="en-US" altLang="ko-KR" sz="1100" dirty="0" err="1">
                <a:solidFill>
                  <a:srgbClr val="FF0000"/>
                </a:solidFill>
                <a:latin typeface="monospace"/>
              </a:rPr>
              <a:t>len</a:t>
            </a:r>
            <a:r>
              <a:rPr lang="en-US" altLang="ko-KR" sz="1100" dirty="0">
                <a:solidFill>
                  <a:srgbClr val="FF0000"/>
                </a:solidFill>
                <a:latin typeface="monospace"/>
              </a:rPr>
              <a:t>(</a:t>
            </a:r>
            <a:r>
              <a:rPr lang="en-US" altLang="ko-KR" sz="1100" dirty="0" err="1">
                <a:solidFill>
                  <a:srgbClr val="FF0000"/>
                </a:solidFill>
                <a:latin typeface="monospace"/>
              </a:rPr>
              <a:t>arr</a:t>
            </a:r>
            <a:r>
              <a:rPr lang="en-US" altLang="ko-KR" sz="1100" dirty="0">
                <a:solidFill>
                  <a:srgbClr val="FF0000"/>
                </a:solidFill>
                <a:latin typeface="monospace"/>
              </a:rPr>
              <a:t>)):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rgbClr val="FF0000"/>
                </a:solidFill>
                <a:latin typeface="monospace"/>
              </a:rPr>
              <a:t>        </a:t>
            </a:r>
            <a:r>
              <a:rPr lang="ko-KR" altLang="ko-KR" sz="1100" dirty="0" err="1">
                <a:solidFill>
                  <a:srgbClr val="FF0000"/>
                </a:solidFill>
                <a:latin typeface="monospace"/>
              </a:rPr>
              <a:t>for</a:t>
            </a:r>
            <a:r>
              <a:rPr lang="ko-KR" altLang="ko-KR" sz="1100" dirty="0">
                <a:solidFill>
                  <a:srgbClr val="FF0000"/>
                </a:solidFill>
                <a:latin typeface="monospace"/>
              </a:rPr>
              <a:t> </a:t>
            </a:r>
            <a:r>
              <a:rPr lang="en-US" altLang="ko-KR" sz="1100" dirty="0">
                <a:solidFill>
                  <a:srgbClr val="FF0000"/>
                </a:solidFill>
                <a:latin typeface="monospace"/>
              </a:rPr>
              <a:t>j</a:t>
            </a:r>
            <a:r>
              <a:rPr lang="ko-KR" altLang="en-US" sz="1100" dirty="0">
                <a:solidFill>
                  <a:srgbClr val="FF0000"/>
                </a:solidFill>
                <a:latin typeface="monospace"/>
              </a:rPr>
              <a:t> </a:t>
            </a:r>
            <a:r>
              <a:rPr lang="ko-KR" altLang="ko-KR" sz="1100" dirty="0" err="1">
                <a:solidFill>
                  <a:srgbClr val="FF0000"/>
                </a:solidFill>
                <a:latin typeface="monospace"/>
              </a:rPr>
              <a:t>in</a:t>
            </a:r>
            <a:r>
              <a:rPr lang="ko-KR" altLang="ko-KR" sz="1100" dirty="0">
                <a:solidFill>
                  <a:srgbClr val="FF0000"/>
                </a:solidFill>
                <a:latin typeface="monospace"/>
              </a:rPr>
              <a:t> </a:t>
            </a:r>
            <a:r>
              <a:rPr lang="en-US" altLang="ko-KR" sz="1100" dirty="0">
                <a:solidFill>
                  <a:srgbClr val="FF0000"/>
                </a:solidFill>
                <a:latin typeface="monospace"/>
              </a:rPr>
              <a:t>range</a:t>
            </a:r>
            <a:r>
              <a:rPr lang="ko-KR" altLang="ko-KR" sz="1100" dirty="0">
                <a:solidFill>
                  <a:srgbClr val="FF0000"/>
                </a:solidFill>
                <a:latin typeface="monospace"/>
              </a:rPr>
              <a:t>(</a:t>
            </a:r>
            <a:r>
              <a:rPr lang="en-US" altLang="ko-KR" sz="1100" dirty="0">
                <a:solidFill>
                  <a:srgbClr val="FF0000"/>
                </a:solidFill>
                <a:latin typeface="monospace"/>
              </a:rPr>
              <a:t>i+1</a:t>
            </a:r>
            <a:r>
              <a:rPr lang="ko-KR" altLang="ko-KR" sz="1100" dirty="0">
                <a:solidFill>
                  <a:srgbClr val="FF0000"/>
                </a:solidFill>
                <a:latin typeface="monospace"/>
              </a:rPr>
              <a:t>, </a:t>
            </a:r>
            <a:r>
              <a:rPr lang="en-US" altLang="ko-KR" sz="1100" dirty="0" err="1">
                <a:solidFill>
                  <a:srgbClr val="FF0000"/>
                </a:solidFill>
                <a:latin typeface="monospace"/>
              </a:rPr>
              <a:t>len</a:t>
            </a:r>
            <a:r>
              <a:rPr lang="en-US" altLang="ko-KR" sz="1100" dirty="0">
                <a:solidFill>
                  <a:srgbClr val="FF0000"/>
                </a:solidFill>
                <a:latin typeface="monospace"/>
              </a:rPr>
              <a:t>(</a:t>
            </a:r>
            <a:r>
              <a:rPr lang="en-US" altLang="ko-KR" sz="1100" dirty="0" err="1">
                <a:solidFill>
                  <a:srgbClr val="FF0000"/>
                </a:solidFill>
                <a:latin typeface="monospace"/>
              </a:rPr>
              <a:t>arr</a:t>
            </a:r>
            <a:r>
              <a:rPr lang="en-US" altLang="ko-KR" sz="1100" dirty="0">
                <a:solidFill>
                  <a:srgbClr val="FF0000"/>
                </a:solidFill>
                <a:latin typeface="monospace"/>
              </a:rPr>
              <a:t>)):</a:t>
            </a:r>
            <a:endParaRPr lang="ko-KR" altLang="en-US" sz="1100" dirty="0">
              <a:solidFill>
                <a:srgbClr val="FF0000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            </a:t>
            </a:r>
            <a:r>
              <a:rPr lang="en-US" altLang="ko-KR" sz="1100" dirty="0" err="1">
                <a:solidFill>
                  <a:schemeClr val="tx1"/>
                </a:solidFill>
                <a:latin typeface="monospace"/>
              </a:rPr>
              <a:t>arr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[</a:t>
            </a:r>
            <a:r>
              <a:rPr lang="en-US" altLang="ko-KR" sz="1100" dirty="0" err="1">
                <a:solidFill>
                  <a:schemeClr val="tx1"/>
                </a:solidFill>
                <a:latin typeface="monospace"/>
              </a:rPr>
              <a:t>i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],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en-US" altLang="ko-KR" sz="1100" dirty="0" err="1">
                <a:solidFill>
                  <a:schemeClr val="tx1"/>
                </a:solidFill>
                <a:latin typeface="monospace"/>
              </a:rPr>
              <a:t>arr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[j]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ko-KR" altLang="ko-KR" sz="1100" dirty="0">
                <a:solidFill>
                  <a:schemeClr val="tx1"/>
                </a:solidFill>
                <a:latin typeface="monospace"/>
              </a:rPr>
              <a:t>= </a:t>
            </a:r>
            <a:r>
              <a:rPr lang="en-US" altLang="ko-KR" sz="1100" dirty="0" err="1">
                <a:solidFill>
                  <a:schemeClr val="tx1"/>
                </a:solidFill>
                <a:latin typeface="monospace"/>
              </a:rPr>
              <a:t>arr</a:t>
            </a:r>
            <a:r>
              <a:rPr lang="ko-KR" altLang="ko-KR" sz="1100" dirty="0">
                <a:solidFill>
                  <a:schemeClr val="tx1"/>
                </a:solidFill>
                <a:latin typeface="monospace"/>
              </a:rPr>
              <a:t>[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j</a:t>
            </a:r>
            <a:r>
              <a:rPr lang="ko-KR" altLang="ko-KR" sz="1100" dirty="0">
                <a:solidFill>
                  <a:schemeClr val="tx1"/>
                </a:solidFill>
                <a:latin typeface="monospace"/>
              </a:rPr>
              <a:t>], </a:t>
            </a:r>
            <a:r>
              <a:rPr lang="en-US" altLang="ko-KR" sz="1100" dirty="0" err="1">
                <a:solidFill>
                  <a:schemeClr val="tx1"/>
                </a:solidFill>
                <a:latin typeface="monospace"/>
              </a:rPr>
              <a:t>arr</a:t>
            </a:r>
            <a:r>
              <a:rPr lang="ko-KR" altLang="ko-KR" sz="1100" dirty="0">
                <a:solidFill>
                  <a:schemeClr val="tx1"/>
                </a:solidFill>
                <a:latin typeface="monospace"/>
              </a:rPr>
              <a:t>[</a:t>
            </a:r>
            <a:r>
              <a:rPr lang="en-US" altLang="ko-KR" sz="1100" dirty="0" err="1">
                <a:solidFill>
                  <a:schemeClr val="tx1"/>
                </a:solidFill>
                <a:latin typeface="monospace"/>
              </a:rPr>
              <a:t>i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]</a:t>
            </a:r>
            <a:endParaRPr lang="ko-KR" altLang="ko-KR" sz="1100" dirty="0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            temp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ko-KR" altLang="ko-KR" sz="1100" dirty="0">
                <a:solidFill>
                  <a:schemeClr val="tx1"/>
                </a:solidFill>
                <a:latin typeface="monospace"/>
              </a:rPr>
              <a:t>= 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''.join</a:t>
            </a:r>
            <a:r>
              <a:rPr lang="ko-KR" altLang="ko-KR" sz="1100" dirty="0">
                <a:solidFill>
                  <a:schemeClr val="tx1"/>
                </a:solidFill>
                <a:latin typeface="monospace"/>
              </a:rPr>
              <a:t>(</a:t>
            </a:r>
            <a:r>
              <a:rPr lang="en-US" altLang="ko-KR" sz="1100" dirty="0" err="1">
                <a:solidFill>
                  <a:schemeClr val="tx1"/>
                </a:solidFill>
                <a:latin typeface="monospace"/>
              </a:rPr>
              <a:t>arr</a:t>
            </a:r>
            <a:r>
              <a:rPr lang="ko-KR" altLang="ko-KR" sz="1100" dirty="0">
                <a:solidFill>
                  <a:schemeClr val="tx1"/>
                </a:solidFill>
                <a:latin typeface="monospace"/>
              </a:rPr>
              <a:t>)</a:t>
            </a:r>
            <a:endParaRPr lang="ko-KR" altLang="ko-KR" sz="1100" dirty="0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            if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(temp,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cnt-1)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not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in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visited:</a:t>
            </a:r>
            <a:endParaRPr lang="en-US" altLang="ko-KR" sz="1100" dirty="0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                </a:t>
            </a:r>
            <a:r>
              <a:rPr lang="ko-KR" altLang="ko-KR" sz="1100" dirty="0" err="1">
                <a:solidFill>
                  <a:schemeClr val="tx1"/>
                </a:solidFill>
                <a:latin typeface="monospace"/>
              </a:rPr>
              <a:t>visited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.add((temp,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cnt-1))</a:t>
            </a: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                # 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함수 재귀</a:t>
            </a:r>
            <a:endParaRPr lang="ko-KR" altLang="ko-KR" sz="1100" dirty="0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rgbClr val="0070C0"/>
                </a:solidFill>
                <a:latin typeface="monospace"/>
              </a:rPr>
              <a:t>                </a:t>
            </a:r>
            <a:r>
              <a:rPr lang="ko-KR" altLang="ko-KR" sz="1100" dirty="0" err="1">
                <a:solidFill>
                  <a:srgbClr val="0070C0"/>
                </a:solidFill>
                <a:latin typeface="monospace"/>
              </a:rPr>
              <a:t>result</a:t>
            </a:r>
            <a:r>
              <a:rPr lang="ko-KR" altLang="ko-KR" sz="1100" dirty="0">
                <a:solidFill>
                  <a:srgbClr val="0070C0"/>
                </a:solidFill>
                <a:latin typeface="monospace"/>
              </a:rPr>
              <a:t> = </a:t>
            </a:r>
            <a:r>
              <a:rPr lang="ko-KR" altLang="ko-KR" sz="1100" dirty="0" err="1">
                <a:solidFill>
                  <a:srgbClr val="0070C0"/>
                </a:solidFill>
                <a:latin typeface="monospace"/>
              </a:rPr>
              <a:t>dfs</a:t>
            </a:r>
            <a:r>
              <a:rPr lang="ko-KR" altLang="ko-KR" sz="1100" dirty="0">
                <a:solidFill>
                  <a:srgbClr val="0070C0"/>
                </a:solidFill>
                <a:latin typeface="monospace"/>
              </a:rPr>
              <a:t>(</a:t>
            </a:r>
            <a:r>
              <a:rPr lang="en-US" altLang="ko-KR" sz="1100" dirty="0" err="1">
                <a:solidFill>
                  <a:srgbClr val="0070C0"/>
                </a:solidFill>
                <a:latin typeface="monospace"/>
              </a:rPr>
              <a:t>arr</a:t>
            </a:r>
            <a:r>
              <a:rPr lang="ko-KR" altLang="ko-KR" sz="1100" dirty="0">
                <a:solidFill>
                  <a:srgbClr val="0070C0"/>
                </a:solidFill>
                <a:latin typeface="monospace"/>
              </a:rPr>
              <a:t>, </a:t>
            </a:r>
            <a:r>
              <a:rPr lang="en-US" altLang="ko-KR" sz="1100" dirty="0">
                <a:solidFill>
                  <a:srgbClr val="0070C0"/>
                </a:solidFill>
                <a:latin typeface="monospace"/>
              </a:rPr>
              <a:t>cnt-1</a:t>
            </a:r>
            <a:r>
              <a:rPr lang="ko-KR" altLang="ko-KR" sz="1100" dirty="0">
                <a:solidFill>
                  <a:srgbClr val="0070C0"/>
                </a:solidFill>
                <a:latin typeface="monospace"/>
              </a:rPr>
              <a:t>, </a:t>
            </a:r>
            <a:r>
              <a:rPr lang="en-US" altLang="ko-KR" sz="1100" dirty="0">
                <a:solidFill>
                  <a:srgbClr val="0070C0"/>
                </a:solidFill>
                <a:latin typeface="monospace"/>
              </a:rPr>
              <a:t>result</a:t>
            </a:r>
            <a:r>
              <a:rPr lang="ko-KR" altLang="ko-KR" sz="1100" dirty="0">
                <a:solidFill>
                  <a:srgbClr val="0070C0"/>
                </a:solidFill>
                <a:latin typeface="monospace"/>
              </a:rPr>
              <a:t>)</a:t>
            </a:r>
            <a:endParaRPr lang="ko-KR" altLang="ko-KR" sz="1100" dirty="0">
              <a:solidFill>
                <a:srgbClr val="0070C0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            </a:t>
            </a:r>
            <a:r>
              <a:rPr lang="en-US" altLang="ko-KR" sz="1100" dirty="0" err="1">
                <a:solidFill>
                  <a:schemeClr val="tx1"/>
                </a:solidFill>
                <a:latin typeface="monospace"/>
              </a:rPr>
              <a:t>arr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[</a:t>
            </a:r>
            <a:r>
              <a:rPr lang="en-US" altLang="ko-KR" sz="1100" dirty="0" err="1">
                <a:solidFill>
                  <a:schemeClr val="tx1"/>
                </a:solidFill>
                <a:latin typeface="monospace"/>
              </a:rPr>
              <a:t>i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],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en-US" altLang="ko-KR" sz="1100" dirty="0" err="1">
                <a:solidFill>
                  <a:schemeClr val="tx1"/>
                </a:solidFill>
                <a:latin typeface="monospace"/>
              </a:rPr>
              <a:t>arr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[j]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=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en-US" altLang="ko-KR" sz="1100" dirty="0" err="1">
                <a:solidFill>
                  <a:schemeClr val="tx1"/>
                </a:solidFill>
                <a:latin typeface="monospace"/>
              </a:rPr>
              <a:t>arr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[j],</a:t>
            </a:r>
            <a:r>
              <a:rPr lang="ko-KR" altLang="en-US" sz="1100" dirty="0">
                <a:solidFill>
                  <a:schemeClr val="tx1"/>
                </a:solidFill>
                <a:latin typeface="monospace"/>
              </a:rPr>
              <a:t> </a:t>
            </a:r>
            <a:r>
              <a:rPr lang="en-US" altLang="ko-KR" sz="1100" dirty="0" err="1">
                <a:solidFill>
                  <a:schemeClr val="tx1"/>
                </a:solidFill>
                <a:latin typeface="monospace"/>
              </a:rPr>
              <a:t>arr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[</a:t>
            </a:r>
            <a:r>
              <a:rPr lang="en-US" altLang="ko-KR" sz="1100" dirty="0" err="1">
                <a:solidFill>
                  <a:schemeClr val="tx1"/>
                </a:solidFill>
                <a:latin typeface="monospace"/>
              </a:rPr>
              <a:t>i</a:t>
            </a: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]</a:t>
            </a:r>
            <a:endParaRPr lang="en-US" altLang="ko-KR" sz="1100" dirty="0">
              <a:solidFill>
                <a:schemeClr val="tx1"/>
              </a:solidFill>
            </a:endParaRPr>
          </a:p>
          <a:p>
            <a:pPr>
              <a:lnSpc>
                <a:spcPct val="114999"/>
              </a:lnSpc>
              <a:buNone/>
            </a:pPr>
            <a:r>
              <a:rPr lang="en-US" altLang="ko-KR" sz="1100" dirty="0">
                <a:solidFill>
                  <a:schemeClr val="tx1"/>
                </a:solidFill>
                <a:latin typeface="monospace"/>
              </a:rPr>
              <a:t>    </a:t>
            </a:r>
            <a:r>
              <a:rPr lang="en-US" altLang="ko-KR" sz="1100" dirty="0">
                <a:solidFill>
                  <a:srgbClr val="00B050"/>
                </a:solidFill>
                <a:latin typeface="monospace"/>
              </a:rPr>
              <a:t>return</a:t>
            </a:r>
            <a:r>
              <a:rPr lang="ko-KR" altLang="en-US" sz="1100" dirty="0">
                <a:solidFill>
                  <a:srgbClr val="00B050"/>
                </a:solidFill>
                <a:latin typeface="monospace"/>
              </a:rPr>
              <a:t> </a:t>
            </a:r>
            <a:r>
              <a:rPr lang="ko-KR" altLang="ko-KR" sz="1100" dirty="0" err="1">
                <a:solidFill>
                  <a:srgbClr val="00B050"/>
                </a:solidFill>
                <a:latin typeface="monospace"/>
              </a:rPr>
              <a:t>result</a:t>
            </a:r>
            <a:endParaRPr lang="ko-KR" altLang="en-US" sz="11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59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AD818F-7AD0-1423-6FD6-42F160869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코드 흐름도</a:t>
            </a:r>
          </a:p>
        </p:txBody>
      </p:sp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F9B8CA93-69F3-4C26-B7E8-213CF1BFCA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8557024"/>
              </p:ext>
            </p:extLst>
          </p:nvPr>
        </p:nvGraphicFramePr>
        <p:xfrm>
          <a:off x="311700" y="115247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3426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583D-3815-B8F7-DEB5-63E1101BA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6D9222-DC2D-4A11-73A6-E74CA4F0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코드 흐름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593D60-2F78-BD11-F38F-638FBF158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AutoNum type="arabicPeriod"/>
            </a:pPr>
            <a:r>
              <a:rPr lang="ko-KR" altLang="en-US" dirty="0"/>
              <a:t>최대 값</a:t>
            </a:r>
            <a:r>
              <a:rPr lang="en-US" altLang="ko-KR" dirty="0"/>
              <a:t>: 8, </a:t>
            </a:r>
            <a:r>
              <a:rPr lang="ko-KR" altLang="en-US" dirty="0"/>
              <a:t>개수</a:t>
            </a:r>
            <a:r>
              <a:rPr lang="en-US" altLang="ko-KR" dirty="0"/>
              <a:t>: 3, </a:t>
            </a:r>
            <a:r>
              <a:rPr lang="ko-KR" altLang="en-US" dirty="0"/>
              <a:t>교환 횟수</a:t>
            </a:r>
            <a:r>
              <a:rPr lang="en-US" altLang="ko-KR" dirty="0"/>
              <a:t>: 5</a:t>
            </a:r>
          </a:p>
          <a:p>
            <a:pPr>
              <a:lnSpc>
                <a:spcPct val="200000"/>
              </a:lnSpc>
              <a:buAutoNum type="arabicPeriod"/>
            </a:pPr>
            <a:r>
              <a:rPr lang="ko-KR" altLang="en-US" dirty="0"/>
              <a:t>최대 값으로 </a:t>
            </a:r>
            <a:r>
              <a:rPr lang="ko-KR" altLang="en-US" dirty="0" err="1"/>
              <a:t>슬라이싱</a:t>
            </a:r>
            <a:br>
              <a:rPr lang="en-US" altLang="ko-KR" dirty="0"/>
            </a:br>
            <a:r>
              <a:rPr lang="en-US" altLang="ko-KR" dirty="0"/>
              <a:t>if</a:t>
            </a:r>
            <a:r>
              <a:rPr lang="ko-KR" altLang="en-US" dirty="0"/>
              <a:t> 교환 횟수보다 크면 교환 횟수로 </a:t>
            </a:r>
            <a:r>
              <a:rPr lang="ko-KR" altLang="en-US" dirty="0" err="1"/>
              <a:t>슬라이싱</a:t>
            </a:r>
            <a:endParaRPr lang="en-US" altLang="ko-KR" dirty="0"/>
          </a:p>
          <a:p>
            <a:pPr>
              <a:lnSpc>
                <a:spcPct val="200000"/>
              </a:lnSpc>
              <a:buAutoNum type="arabicPeriod"/>
            </a:pPr>
            <a:r>
              <a:rPr lang="ko-KR" altLang="en-US" dirty="0" err="1"/>
              <a:t>슬라이싱</a:t>
            </a:r>
            <a:r>
              <a:rPr lang="ko-KR" altLang="en-US" dirty="0"/>
              <a:t> 리스트 최대값 제거</a:t>
            </a:r>
            <a:endParaRPr lang="en-US" altLang="ko-KR" dirty="0"/>
          </a:p>
          <a:p>
            <a:pPr>
              <a:lnSpc>
                <a:spcPct val="200000"/>
              </a:lnSpc>
              <a:buAutoNum type="arabicPeriod"/>
            </a:pPr>
            <a:r>
              <a:rPr lang="ko-KR" altLang="en-US" dirty="0" err="1"/>
              <a:t>슬라이싱</a:t>
            </a:r>
            <a:r>
              <a:rPr lang="ko-KR" altLang="en-US" dirty="0"/>
              <a:t> 내림차순 정렬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7A418E0-C9B0-6C1E-8C6D-93C97F440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65450"/>
              </p:ext>
            </p:extLst>
          </p:nvPr>
        </p:nvGraphicFramePr>
        <p:xfrm>
          <a:off x="5803392" y="1447310"/>
          <a:ext cx="225551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279262292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960417718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3801206191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55600347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405236393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181553925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2989757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1EBD6B0-1541-84E2-FD3B-E9FD5BD36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45673"/>
              </p:ext>
            </p:extLst>
          </p:nvPr>
        </p:nvGraphicFramePr>
        <p:xfrm>
          <a:off x="5803392" y="2112985"/>
          <a:ext cx="96665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279262292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960417718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3801206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8831025-B8FE-CDF2-716D-7E7905C7B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941543"/>
              </p:ext>
            </p:extLst>
          </p:nvPr>
        </p:nvGraphicFramePr>
        <p:xfrm>
          <a:off x="5803392" y="3022825"/>
          <a:ext cx="96665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279262292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960417718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3801206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EAB8768-E4E1-DE37-CD41-73EF53D31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141130"/>
              </p:ext>
            </p:extLst>
          </p:nvPr>
        </p:nvGraphicFramePr>
        <p:xfrm>
          <a:off x="5803392" y="3556580"/>
          <a:ext cx="96665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279262292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960417718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3801206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8200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AC05C-020A-9CE6-3DE3-77123C1B1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56D5B4BC-BA87-CE69-3D39-B8654A0B6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699307"/>
              </p:ext>
            </p:extLst>
          </p:nvPr>
        </p:nvGraphicFramePr>
        <p:xfrm>
          <a:off x="5803392" y="1915620"/>
          <a:ext cx="225551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279262292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960417718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3801206191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55600347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405236393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181553925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2989757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4EE4DB08-DA19-ED86-5C6F-3171455D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코드 흐름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587939-D8F6-3CAC-778A-D46A118EA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+mj-lt"/>
              <a:buAutoNum type="arabicPeriod" startAt="5"/>
            </a:pPr>
            <a:r>
              <a:rPr lang="ko-KR" altLang="en-US" dirty="0"/>
              <a:t>최대값 위치 리스트</a:t>
            </a:r>
            <a:endParaRPr lang="en-US" altLang="ko-KR" dirty="0"/>
          </a:p>
          <a:p>
            <a:pPr>
              <a:lnSpc>
                <a:spcPct val="200000"/>
              </a:lnSpc>
              <a:buFont typeface="+mj-lt"/>
              <a:buAutoNum type="arabicPeriod" startAt="5"/>
            </a:pPr>
            <a:r>
              <a:rPr lang="ko-KR" altLang="en-US" dirty="0"/>
              <a:t>위치 교환</a:t>
            </a:r>
            <a:br>
              <a:rPr lang="en-US" altLang="ko-KR" dirty="0"/>
            </a:br>
            <a:r>
              <a:rPr lang="ko-KR" altLang="en-US" dirty="0"/>
              <a:t>위치 리스트와 </a:t>
            </a:r>
            <a:r>
              <a:rPr lang="ko-KR" altLang="en-US" dirty="0" err="1"/>
              <a:t>슬라이싱</a:t>
            </a:r>
            <a:r>
              <a:rPr lang="ko-KR" altLang="en-US" dirty="0"/>
              <a:t> 리스트의 뒤부터</a:t>
            </a:r>
            <a:endParaRPr lang="en-US" altLang="ko-KR" dirty="0"/>
          </a:p>
          <a:p>
            <a:pPr>
              <a:lnSpc>
                <a:spcPct val="200000"/>
              </a:lnSpc>
              <a:buFont typeface="+mj-lt"/>
              <a:buAutoNum type="arabicPeriod" startAt="5"/>
            </a:pPr>
            <a:endParaRPr lang="en-US" altLang="ko-KR" dirty="0"/>
          </a:p>
          <a:p>
            <a:pPr>
              <a:lnSpc>
                <a:spcPct val="200000"/>
              </a:lnSpc>
              <a:buFont typeface="+mj-lt"/>
              <a:buAutoNum type="arabicPeriod" startAt="5"/>
            </a:pPr>
            <a:r>
              <a:rPr lang="ko-KR" altLang="en-US" dirty="0"/>
              <a:t>교환 횟수</a:t>
            </a:r>
            <a:r>
              <a:rPr lang="en-US" altLang="ko-KR" dirty="0"/>
              <a:t>: 5 – 3 = 2</a:t>
            </a:r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A4A3ADA-804C-9017-A89B-90EB0AB46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648113"/>
              </p:ext>
            </p:extLst>
          </p:nvPr>
        </p:nvGraphicFramePr>
        <p:xfrm>
          <a:off x="5803392" y="545955"/>
          <a:ext cx="225551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279262292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960417718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3801206191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55600347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405236393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181553925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2989757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BCD14C9-A614-0810-97DE-E1343E454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229859"/>
              </p:ext>
            </p:extLst>
          </p:nvPr>
        </p:nvGraphicFramePr>
        <p:xfrm>
          <a:off x="2641092" y="2860675"/>
          <a:ext cx="96665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279262292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960417718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3801206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1CA0D75-CFB5-0654-FFF8-7B2A38263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590572"/>
              </p:ext>
            </p:extLst>
          </p:nvPr>
        </p:nvGraphicFramePr>
        <p:xfrm>
          <a:off x="7092260" y="1294005"/>
          <a:ext cx="96665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405236393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181553925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2989757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F4BD3347-FE2D-C149-219D-9BB79C008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590572"/>
              </p:ext>
            </p:extLst>
          </p:nvPr>
        </p:nvGraphicFramePr>
        <p:xfrm>
          <a:off x="993071" y="2864215"/>
          <a:ext cx="96665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405236393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181553925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2989757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1A9A02FE-934E-25CE-5796-EF2425D53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203516"/>
              </p:ext>
            </p:extLst>
          </p:nvPr>
        </p:nvGraphicFramePr>
        <p:xfrm>
          <a:off x="5803392" y="2421670"/>
          <a:ext cx="225551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279262292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960417718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3801206191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55600347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405236393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181553925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2989757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5738663-2A0C-24EA-D3F2-9A61557D5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081247"/>
              </p:ext>
            </p:extLst>
          </p:nvPr>
        </p:nvGraphicFramePr>
        <p:xfrm>
          <a:off x="5803392" y="2927260"/>
          <a:ext cx="225551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279262292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960417718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3801206191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55600347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405236393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181553925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2989757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179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574B9-2110-335D-284A-5402AAEA2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2FFF-1636-6D73-5307-97026A93A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코드 흐름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15B236-87F5-4712-EBA2-0268EAED0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  <a:buFont typeface="+mj-lt"/>
              <a:buAutoNum type="arabicPeriod" startAt="8"/>
            </a:pPr>
            <a:r>
              <a:rPr lang="ko-KR" altLang="en-US" dirty="0"/>
              <a:t>작업 리스트 축소</a:t>
            </a:r>
            <a:endParaRPr lang="en-US" altLang="ko-KR" dirty="0"/>
          </a:p>
          <a:p>
            <a:pPr>
              <a:lnSpc>
                <a:spcPct val="200000"/>
              </a:lnSpc>
              <a:buFont typeface="+mj-lt"/>
              <a:buAutoNum type="arabicPeriod" startAt="8"/>
            </a:pP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ko-KR" altLang="en-US" dirty="0"/>
              <a:t>최대 값</a:t>
            </a:r>
            <a:r>
              <a:rPr lang="en-US" altLang="ko-KR" dirty="0"/>
              <a:t>: 5, </a:t>
            </a:r>
            <a:r>
              <a:rPr lang="ko-KR" altLang="en-US" dirty="0"/>
              <a:t>개수</a:t>
            </a:r>
            <a:r>
              <a:rPr lang="en-US" altLang="ko-KR" dirty="0"/>
              <a:t>: 1, </a:t>
            </a:r>
            <a:r>
              <a:rPr lang="ko-KR" altLang="en-US" dirty="0"/>
              <a:t>교환 횟수</a:t>
            </a:r>
            <a:r>
              <a:rPr lang="en-US" altLang="ko-KR" dirty="0"/>
              <a:t>: 2</a:t>
            </a:r>
            <a:br>
              <a:rPr lang="en-US" altLang="ko-KR" dirty="0"/>
            </a:br>
            <a:r>
              <a:rPr lang="ko-KR" altLang="en-US" dirty="0" err="1"/>
              <a:t>슬라이싱</a:t>
            </a:r>
            <a:br>
              <a:rPr lang="en-US" altLang="ko-KR" dirty="0"/>
            </a:br>
            <a:r>
              <a:rPr lang="ko-KR" altLang="en-US" dirty="0"/>
              <a:t>최대값 위치 리스트</a:t>
            </a:r>
            <a:br>
              <a:rPr lang="en-US" altLang="ko-KR" dirty="0"/>
            </a:br>
            <a:r>
              <a:rPr lang="ko-KR" altLang="en-US" dirty="0"/>
              <a:t>위치 교환</a:t>
            </a:r>
            <a:r>
              <a:rPr lang="en-US" altLang="ko-KR" dirty="0"/>
              <a:t>, </a:t>
            </a:r>
            <a:r>
              <a:rPr lang="ko-KR" altLang="en-US" dirty="0"/>
              <a:t>교환 횟수</a:t>
            </a:r>
            <a:r>
              <a:rPr lang="en-US" altLang="ko-KR" dirty="0"/>
              <a:t>: 1</a:t>
            </a:r>
          </a:p>
          <a:p>
            <a:pPr>
              <a:lnSpc>
                <a:spcPct val="200000"/>
              </a:lnSpc>
              <a:buFont typeface="+mj-lt"/>
              <a:buAutoNum type="arabicPeriod" startAt="8"/>
            </a:pPr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77BEE40-0DBC-2AA3-70B7-A2694A02A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11919"/>
              </p:ext>
            </p:extLst>
          </p:nvPr>
        </p:nvGraphicFramePr>
        <p:xfrm>
          <a:off x="5803392" y="545955"/>
          <a:ext cx="225551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279262292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960417718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3801206191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55600347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405236393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181553925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2989757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5B1F44E-F3C3-C041-D24A-8A1DA6115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393488"/>
              </p:ext>
            </p:extLst>
          </p:nvPr>
        </p:nvGraphicFramePr>
        <p:xfrm>
          <a:off x="6770043" y="1307955"/>
          <a:ext cx="128886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55600347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405236393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181553925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2989757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2F47912-59B6-DF03-CFDE-4BB2352C1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33239"/>
              </p:ext>
            </p:extLst>
          </p:nvPr>
        </p:nvGraphicFramePr>
        <p:xfrm>
          <a:off x="6770043" y="3093866"/>
          <a:ext cx="322217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5560034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5891078-9D1C-31DA-E966-211A77977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007129"/>
              </p:ext>
            </p:extLst>
          </p:nvPr>
        </p:nvGraphicFramePr>
        <p:xfrm>
          <a:off x="7092260" y="3544229"/>
          <a:ext cx="322217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5560034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83D585A-373B-D253-4FF0-6A85F2C1F4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218749"/>
              </p:ext>
            </p:extLst>
          </p:nvPr>
        </p:nvGraphicFramePr>
        <p:xfrm>
          <a:off x="6770043" y="3994592"/>
          <a:ext cx="128886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55600347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405236393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181553925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2989757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810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753DC-8585-CA7B-0B23-6D0BADE45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90E9B4-87C6-FA8F-0610-4D40DEE38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코드 흐름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40DD07-C81D-8C44-8C61-2A8AAD3F1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+mj-lt"/>
              <a:buAutoNum type="arabicPeriod" startAt="10"/>
            </a:pP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ko-KR" altLang="en-US" dirty="0"/>
              <a:t>최대 값</a:t>
            </a:r>
            <a:r>
              <a:rPr lang="en-US" altLang="ko-KR" dirty="0"/>
              <a:t>: 3, </a:t>
            </a:r>
            <a:r>
              <a:rPr lang="ko-KR" altLang="en-US" dirty="0"/>
              <a:t>개수</a:t>
            </a:r>
            <a:r>
              <a:rPr lang="en-US" altLang="ko-KR" dirty="0"/>
              <a:t>: 1, </a:t>
            </a:r>
            <a:r>
              <a:rPr lang="ko-KR" altLang="en-US" dirty="0"/>
              <a:t>교환 횟수</a:t>
            </a:r>
            <a:r>
              <a:rPr lang="en-US" altLang="ko-KR" dirty="0"/>
              <a:t>: 2</a:t>
            </a:r>
            <a:br>
              <a:rPr lang="en-US" altLang="ko-KR" dirty="0"/>
            </a:br>
            <a:r>
              <a:rPr lang="ko-KR" altLang="en-US" dirty="0" err="1"/>
              <a:t>슬라이싱</a:t>
            </a:r>
            <a:br>
              <a:rPr lang="en-US" altLang="ko-KR" dirty="0"/>
            </a:br>
            <a:r>
              <a:rPr lang="ko-KR" altLang="en-US" dirty="0"/>
              <a:t>최대값 위치 리스트</a:t>
            </a:r>
            <a:br>
              <a:rPr lang="en-US" altLang="ko-KR" dirty="0"/>
            </a:br>
            <a:r>
              <a:rPr lang="ko-KR" altLang="en-US" dirty="0"/>
              <a:t>위치 교환</a:t>
            </a:r>
            <a:endParaRPr lang="en-US" altLang="ko-KR" dirty="0"/>
          </a:p>
          <a:p>
            <a:pPr>
              <a:lnSpc>
                <a:spcPct val="200000"/>
              </a:lnSpc>
              <a:buFont typeface="+mj-lt"/>
              <a:buAutoNum type="arabicPeriod" startAt="10"/>
            </a:pPr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A1A8368-3CCB-9825-8C7B-0DEE35F61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348235"/>
              </p:ext>
            </p:extLst>
          </p:nvPr>
        </p:nvGraphicFramePr>
        <p:xfrm>
          <a:off x="5803392" y="545955"/>
          <a:ext cx="225551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279262292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960417718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3801206191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55600347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405236393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181553925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2989757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888C9D6-B2D2-3DE8-D402-591D01B42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655386"/>
              </p:ext>
            </p:extLst>
          </p:nvPr>
        </p:nvGraphicFramePr>
        <p:xfrm>
          <a:off x="7092260" y="1307955"/>
          <a:ext cx="96665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405236393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181553925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2989757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DF9A5B2-E26C-64D9-4228-E11E419F4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799796"/>
              </p:ext>
            </p:extLst>
          </p:nvPr>
        </p:nvGraphicFramePr>
        <p:xfrm>
          <a:off x="7092260" y="2426092"/>
          <a:ext cx="322217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4052363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28E90B5-4CC2-744F-17BA-5F4198CED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045617"/>
              </p:ext>
            </p:extLst>
          </p:nvPr>
        </p:nvGraphicFramePr>
        <p:xfrm>
          <a:off x="7414477" y="2889851"/>
          <a:ext cx="322217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4052363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DB913A3-40D6-78E9-339C-D5706D79D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018796"/>
              </p:ext>
            </p:extLst>
          </p:nvPr>
        </p:nvGraphicFramePr>
        <p:xfrm>
          <a:off x="7092260" y="3464706"/>
          <a:ext cx="96665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17">
                  <a:extLst>
                    <a:ext uri="{9D8B030D-6E8A-4147-A177-3AD203B41FA5}">
                      <a16:colId xmlns:a16="http://schemas.microsoft.com/office/drawing/2014/main" val="4052363939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181553925"/>
                    </a:ext>
                  </a:extLst>
                </a:gridCol>
                <a:gridCol w="322217">
                  <a:extLst>
                    <a:ext uri="{9D8B030D-6E8A-4147-A177-3AD203B41FA5}">
                      <a16:colId xmlns:a16="http://schemas.microsoft.com/office/drawing/2014/main" val="2989757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28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416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E74B84A-6177-5EB0-BF9D-F9F8BA9A3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018" y="1097973"/>
            <a:ext cx="4428700" cy="294755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47A8387-8C05-159C-CF06-60821FD80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82" y="574625"/>
            <a:ext cx="3841515" cy="384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91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D8035-2217-F28C-31FD-EF4989F76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D8BE6-69C2-40C3-4E29-AFACFB02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실행 방법</a:t>
            </a:r>
          </a:p>
        </p:txBody>
      </p:sp>
      <p:graphicFrame>
        <p:nvGraphicFramePr>
          <p:cNvPr id="5" name="다이어그램 4">
            <a:extLst>
              <a:ext uri="{FF2B5EF4-FFF2-40B4-BE49-F238E27FC236}">
                <a16:creationId xmlns:a16="http://schemas.microsoft.com/office/drawing/2014/main" id="{11A56046-D46B-0700-FB3D-2C75F9BFDF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1269187"/>
              </p:ext>
            </p:extLst>
          </p:nvPr>
        </p:nvGraphicFramePr>
        <p:xfrm>
          <a:off x="311700" y="115247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IP Webcam Pro - Google Play 앱">
            <a:extLst>
              <a:ext uri="{FF2B5EF4-FFF2-40B4-BE49-F238E27FC236}">
                <a16:creationId xmlns:a16="http://schemas.microsoft.com/office/drawing/2014/main" id="{98C1D2BF-688D-D490-8ABE-119AC6093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469" y="1920540"/>
            <a:ext cx="559423" cy="559423"/>
          </a:xfrm>
          <a:prstGeom prst="rect">
            <a:avLst/>
          </a:prstGeom>
          <a:noFill/>
          <a:ln cap="rnd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336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A0F09-466A-4A3E-9545-B57914A9C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7312FF-DA4A-8AFA-0224-290C35CF1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i="0" dirty="0" err="1">
                <a:solidFill>
                  <a:srgbClr val="1F2328"/>
                </a:solidFill>
                <a:effectLst/>
                <a:latin typeface="-apple-system"/>
              </a:rPr>
              <a:t>ip_stream_node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 </a:t>
            </a:r>
            <a:r>
              <a:rPr lang="ko-KR" altLang="en-US" dirty="0"/>
              <a:t>코드 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ADDDE7-7FCA-75FA-35DE-00BC8BD0C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1">
            <a:normAutofit lnSpcReduction="10000"/>
          </a:bodyPr>
          <a:lstStyle/>
          <a:p>
            <a:pPr>
              <a:buAutoNum type="arabicPeriod"/>
            </a:pPr>
            <a:r>
              <a:rPr lang="en-US" altLang="ko-KR" dirty="0"/>
              <a:t>__</a:t>
            </a:r>
            <a:r>
              <a:rPr lang="en-US" altLang="ko-KR" dirty="0" err="1"/>
              <a:t>init</a:t>
            </a:r>
            <a:r>
              <a:rPr lang="en-US" altLang="ko-KR" dirty="0"/>
              <a:t>__</a:t>
            </a:r>
          </a:p>
          <a:p>
            <a:pPr lvl="1">
              <a:buAutoNum type="arabicPeriod"/>
            </a:pPr>
            <a:r>
              <a:rPr lang="en-US" altLang="ko-KR" dirty="0" err="1"/>
              <a:t>self.publisher</a:t>
            </a:r>
            <a:r>
              <a:rPr lang="en-US" altLang="ko-KR" dirty="0"/>
              <a:t>_ = </a:t>
            </a:r>
            <a:r>
              <a:rPr lang="en-US" altLang="ko-KR" dirty="0" err="1"/>
              <a:t>self.create_publisher</a:t>
            </a:r>
            <a:r>
              <a:rPr lang="en-US" altLang="ko-KR" dirty="0"/>
              <a:t>(</a:t>
            </a:r>
            <a:r>
              <a:rPr lang="en-US" altLang="ko-KR" dirty="0">
                <a:solidFill>
                  <a:srgbClr val="FF0000"/>
                </a:solidFill>
              </a:rPr>
              <a:t>Image</a:t>
            </a:r>
            <a:r>
              <a:rPr lang="en-US" altLang="ko-KR" dirty="0"/>
              <a:t>, '</a:t>
            </a:r>
            <a:r>
              <a:rPr lang="en-US" altLang="ko-KR" dirty="0" err="1"/>
              <a:t>ip_stream_image</a:t>
            </a:r>
            <a:r>
              <a:rPr lang="en-US" altLang="ko-KR" dirty="0"/>
              <a:t>’, 1)</a:t>
            </a:r>
          </a:p>
          <a:p>
            <a:pPr lvl="1">
              <a:buFont typeface="Arial"/>
              <a:buAutoNum type="arabicPeriod"/>
            </a:pPr>
            <a:r>
              <a:rPr lang="en-US" altLang="ko-KR" dirty="0" err="1"/>
              <a:t>self.cap</a:t>
            </a:r>
            <a:r>
              <a:rPr lang="en-US" altLang="ko-KR" dirty="0"/>
              <a:t> = cv2.VideoCapture(</a:t>
            </a:r>
            <a:r>
              <a:rPr lang="en-US" altLang="ko-KR" dirty="0" err="1">
                <a:solidFill>
                  <a:srgbClr val="FF0000"/>
                </a:solidFill>
              </a:rPr>
              <a:t>f'http</a:t>
            </a:r>
            <a:r>
              <a:rPr lang="en-US" altLang="ko-KR" dirty="0">
                <a:solidFill>
                  <a:srgbClr val="FF0000"/>
                </a:solidFill>
              </a:rPr>
              <a:t>://{</a:t>
            </a:r>
            <a:r>
              <a:rPr lang="en-US" altLang="ko-KR" dirty="0" err="1">
                <a:solidFill>
                  <a:srgbClr val="FF0000"/>
                </a:solidFill>
              </a:rPr>
              <a:t>ip</a:t>
            </a:r>
            <a:r>
              <a:rPr lang="en-US" altLang="ko-KR" dirty="0">
                <a:solidFill>
                  <a:srgbClr val="FF0000"/>
                </a:solidFill>
              </a:rPr>
              <a:t>}/video’</a:t>
            </a:r>
            <a:r>
              <a:rPr lang="en-US" altLang="ko-KR" dirty="0"/>
              <a:t>)  # </a:t>
            </a:r>
            <a:r>
              <a:rPr lang="en-US" altLang="ko-KR" dirty="0" err="1"/>
              <a:t>ip</a:t>
            </a:r>
            <a:r>
              <a:rPr lang="en-US" altLang="ko-KR" dirty="0"/>
              <a:t> web cam </a:t>
            </a:r>
            <a:r>
              <a:rPr lang="ko-KR" altLang="en-US" dirty="0"/>
              <a:t>영상</a:t>
            </a:r>
            <a:endParaRPr lang="en-US" altLang="ko-KR" dirty="0"/>
          </a:p>
          <a:p>
            <a:pPr lvl="1">
              <a:buFont typeface="Arial"/>
              <a:buAutoNum type="arabicPeriod"/>
            </a:pPr>
            <a:r>
              <a:rPr lang="en-US" altLang="ko-KR" dirty="0" err="1"/>
              <a:t>self.bridge</a:t>
            </a:r>
            <a:r>
              <a:rPr lang="en-US" altLang="ko-KR" dirty="0"/>
              <a:t> = </a:t>
            </a:r>
            <a:r>
              <a:rPr lang="en-US" altLang="ko-KR" dirty="0" err="1">
                <a:solidFill>
                  <a:srgbClr val="FF0000"/>
                </a:solidFill>
              </a:rPr>
              <a:t>CvBridge</a:t>
            </a:r>
            <a:r>
              <a:rPr lang="en-US" altLang="ko-KR" dirty="0">
                <a:solidFill>
                  <a:srgbClr val="FF0000"/>
                </a:solidFill>
              </a:rPr>
              <a:t>()  </a:t>
            </a:r>
            <a:r>
              <a:rPr lang="en-US" altLang="ko-KR" dirty="0"/>
              <a:t># </a:t>
            </a:r>
            <a:r>
              <a:rPr lang="en-US" altLang="ko-KR" dirty="0" err="1"/>
              <a:t>ros</a:t>
            </a:r>
            <a:r>
              <a:rPr lang="ko-KR" altLang="en-US" dirty="0"/>
              <a:t>와 </a:t>
            </a:r>
            <a:r>
              <a:rPr lang="en-US" altLang="ko-KR" dirty="0" err="1"/>
              <a:t>opencv</a:t>
            </a:r>
            <a:r>
              <a:rPr lang="en-US" altLang="ko-KR" dirty="0"/>
              <a:t> </a:t>
            </a:r>
            <a:r>
              <a:rPr lang="ko-KR" altLang="en-US" dirty="0"/>
              <a:t>이미지 간 변환 브리지</a:t>
            </a:r>
            <a:endParaRPr lang="en-US" altLang="ko-KR" dirty="0"/>
          </a:p>
          <a:p>
            <a:pPr lvl="1">
              <a:buAutoNum type="arabicPeriod"/>
            </a:pPr>
            <a:endParaRPr lang="en-US" altLang="ko-KR" dirty="0"/>
          </a:p>
          <a:p>
            <a:pPr>
              <a:buAutoNum type="arabicPeriod"/>
            </a:pPr>
            <a:r>
              <a:rPr lang="en-US" altLang="ko-KR" dirty="0"/>
              <a:t>Callback</a:t>
            </a:r>
          </a:p>
          <a:p>
            <a:pPr lvl="1">
              <a:buAutoNum type="arabicPeriod"/>
            </a:pPr>
            <a:r>
              <a:rPr lang="da-DK" altLang="ko-KR" dirty="0"/>
              <a:t>ret, frame = self.cap.read()  # frame </a:t>
            </a:r>
            <a:r>
              <a:rPr lang="ko-KR" altLang="en-US" dirty="0"/>
              <a:t>캡쳐</a:t>
            </a:r>
            <a:endParaRPr lang="en-US" altLang="ko-KR" dirty="0"/>
          </a:p>
          <a:p>
            <a:pPr lvl="1">
              <a:buAutoNum type="arabicPeriod"/>
            </a:pPr>
            <a:r>
              <a:rPr lang="en-US" altLang="ko-KR" dirty="0"/>
              <a:t>if ret: </a:t>
            </a:r>
          </a:p>
          <a:p>
            <a:pPr lvl="1">
              <a:buAutoNum type="arabicPeriod"/>
            </a:pPr>
            <a:r>
              <a:rPr lang="en-US" altLang="ko-KR" dirty="0"/>
              <a:t>    frame = cv2.resize(frame, (640, 480), interpolation=cv2.INTER_NEAREST)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    # </a:t>
            </a:r>
            <a:r>
              <a:rPr lang="en-US" altLang="ko-KR" dirty="0" err="1"/>
              <a:t>opencv</a:t>
            </a:r>
            <a:r>
              <a:rPr lang="en-US" altLang="ko-KR" dirty="0"/>
              <a:t> image -&gt; </a:t>
            </a:r>
            <a:r>
              <a:rPr lang="en-US" altLang="ko-KR" dirty="0" err="1"/>
              <a:t>ros</a:t>
            </a:r>
            <a:r>
              <a:rPr lang="en-US" altLang="ko-KR" dirty="0"/>
              <a:t> image mag</a:t>
            </a:r>
          </a:p>
          <a:p>
            <a:pPr lvl="1">
              <a:buAutoNum type="arabicPeriod"/>
            </a:pPr>
            <a:r>
              <a:rPr lang="en-US" altLang="ko-KR" dirty="0"/>
              <a:t>    msg = self.</a:t>
            </a:r>
            <a:r>
              <a:rPr lang="en-US" altLang="ko-KR" dirty="0">
                <a:solidFill>
                  <a:srgbClr val="FF0000"/>
                </a:solidFill>
              </a:rPr>
              <a:t>bridge.cv2_to_imgmsg</a:t>
            </a:r>
            <a:r>
              <a:rPr lang="en-US" altLang="ko-KR" dirty="0"/>
              <a:t>(frame, encoding="bgr8")</a:t>
            </a:r>
          </a:p>
          <a:p>
            <a:pPr lvl="1">
              <a:buAutoNum type="arabicPeriod"/>
            </a:pPr>
            <a:r>
              <a:rPr lang="en-US" altLang="ko-KR" dirty="0"/>
              <a:t>    </a:t>
            </a:r>
            <a:r>
              <a:rPr lang="en-US" altLang="ko-KR" dirty="0" err="1"/>
              <a:t>self.publisher_.publish</a:t>
            </a:r>
            <a:r>
              <a:rPr lang="en-US" altLang="ko-KR" dirty="0"/>
              <a:t>(msg)  # msg</a:t>
            </a:r>
            <a:r>
              <a:rPr lang="ko-KR" altLang="en-US" dirty="0"/>
              <a:t> </a:t>
            </a:r>
            <a:r>
              <a:rPr lang="en-US" altLang="ko-KR" dirty="0"/>
              <a:t>publish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0048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434A9A3-7948-A555-55AF-590AA5C3E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3" y="871537"/>
            <a:ext cx="8410575" cy="3400425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7F53A96-DF84-95A9-B74D-85F04266423B}"/>
              </a:ext>
            </a:extLst>
          </p:cNvPr>
          <p:cNvSpPr/>
          <p:nvPr/>
        </p:nvSpPr>
        <p:spPr>
          <a:xfrm>
            <a:off x="1517073" y="1614055"/>
            <a:ext cx="6664036" cy="4987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ABAEACB-AB13-21B8-759C-AFE5A0127D4B}"/>
              </a:ext>
            </a:extLst>
          </p:cNvPr>
          <p:cNvSpPr/>
          <p:nvPr/>
        </p:nvSpPr>
        <p:spPr>
          <a:xfrm>
            <a:off x="1517073" y="2605954"/>
            <a:ext cx="6664036" cy="4987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66E3EB2-2E03-4838-A6F9-578A51E7BF65}"/>
              </a:ext>
            </a:extLst>
          </p:cNvPr>
          <p:cNvSpPr/>
          <p:nvPr/>
        </p:nvSpPr>
        <p:spPr>
          <a:xfrm>
            <a:off x="1517073" y="3948545"/>
            <a:ext cx="6664036" cy="3219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959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D621928-D405-CF8D-91B4-E626A6C5D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3" y="1790700"/>
            <a:ext cx="8410575" cy="1562100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4ED7BF1-C9D7-24CB-2D4B-1E79AA48E9AF}"/>
              </a:ext>
            </a:extLst>
          </p:cNvPr>
          <p:cNvSpPr/>
          <p:nvPr/>
        </p:nvSpPr>
        <p:spPr>
          <a:xfrm>
            <a:off x="1717964" y="2341419"/>
            <a:ext cx="6837217" cy="609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374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5E0CA-67E4-BC4C-87B4-991AC4625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136ED-28CF-5363-A4DD-3FBB5B238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IMU </a:t>
            </a:r>
            <a:r>
              <a:rPr lang="ko-KR" altLang="en-US" dirty="0"/>
              <a:t>노드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E849BA-6786-E7A2-4F2B-9B7AD9781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1">
            <a:normAutofit fontScale="92500" lnSpcReduction="10000"/>
          </a:bodyPr>
          <a:lstStyle/>
          <a:p>
            <a:pPr>
              <a:buAutoNum type="arabicPeriod"/>
            </a:pPr>
            <a:r>
              <a:rPr lang="en-US" altLang="ko-KR" dirty="0"/>
              <a:t>__</a:t>
            </a:r>
            <a:r>
              <a:rPr lang="en-US" altLang="ko-KR" dirty="0" err="1"/>
              <a:t>init</a:t>
            </a:r>
            <a:r>
              <a:rPr lang="en-US" altLang="ko-KR" dirty="0"/>
              <a:t>__</a:t>
            </a:r>
          </a:p>
          <a:p>
            <a:pPr lvl="1">
              <a:buAutoNum type="arabicPeriod"/>
            </a:pPr>
            <a:r>
              <a:rPr lang="en-US" altLang="ko-KR" dirty="0"/>
              <a:t>super().__</a:t>
            </a:r>
            <a:r>
              <a:rPr lang="en-US" altLang="ko-KR" dirty="0" err="1"/>
              <a:t>init</a:t>
            </a:r>
            <a:r>
              <a:rPr lang="en-US" altLang="ko-KR" dirty="0"/>
              <a:t>__('</a:t>
            </a:r>
            <a:r>
              <a:rPr lang="en-US" altLang="ko-KR" dirty="0" err="1"/>
              <a:t>ip_IMU_node</a:t>
            </a:r>
            <a:r>
              <a:rPr lang="en-US" altLang="ko-KR" dirty="0"/>
              <a:t>’) </a:t>
            </a:r>
          </a:p>
          <a:p>
            <a:pPr lvl="1">
              <a:buAutoNum type="arabicPeriod"/>
            </a:pPr>
            <a:r>
              <a:rPr lang="en-US" altLang="ko-KR" dirty="0" err="1"/>
              <a:t>self.publisher</a:t>
            </a:r>
            <a:r>
              <a:rPr lang="en-US" altLang="ko-KR" dirty="0"/>
              <a:t>_ = </a:t>
            </a:r>
            <a:r>
              <a:rPr lang="en-US" altLang="ko-KR" dirty="0" err="1"/>
              <a:t>self.create_publisher</a:t>
            </a:r>
            <a:r>
              <a:rPr lang="en-US" altLang="ko-KR" dirty="0"/>
              <a:t>(Imu, '</a:t>
            </a:r>
            <a:r>
              <a:rPr lang="en-US" altLang="ko-KR" dirty="0" err="1"/>
              <a:t>ip_imu</a:t>
            </a:r>
            <a:r>
              <a:rPr lang="en-US" altLang="ko-KR" dirty="0"/>
              <a:t>', 1)</a:t>
            </a:r>
          </a:p>
          <a:p>
            <a:pPr lvl="1">
              <a:buAutoNum type="arabicPeriod"/>
            </a:pPr>
            <a:r>
              <a:rPr lang="en-US" altLang="ko-KR" dirty="0" err="1"/>
              <a:t>self.timer</a:t>
            </a:r>
            <a:r>
              <a:rPr lang="en-US" altLang="ko-KR" dirty="0"/>
              <a:t> = </a:t>
            </a:r>
            <a:r>
              <a:rPr lang="en-US" altLang="ko-KR" dirty="0" err="1"/>
              <a:t>self.create_timer</a:t>
            </a:r>
            <a:r>
              <a:rPr lang="en-US" altLang="ko-KR" dirty="0"/>
              <a:t>(0.001, </a:t>
            </a:r>
            <a:r>
              <a:rPr lang="en-US" altLang="ko-KR" dirty="0" err="1"/>
              <a:t>self.timer_callback</a:t>
            </a:r>
            <a:r>
              <a:rPr lang="en-US" altLang="ko-KR" dirty="0"/>
              <a:t>)</a:t>
            </a:r>
          </a:p>
          <a:p>
            <a:pPr lvl="1">
              <a:buAutoNum type="arabicPeriod"/>
            </a:pPr>
            <a:r>
              <a:rPr lang="en-US" altLang="ko-KR" dirty="0"/>
              <a:t>self.url = </a:t>
            </a:r>
            <a:r>
              <a:rPr lang="en-US" altLang="ko-KR" dirty="0" err="1"/>
              <a:t>f'http</a:t>
            </a:r>
            <a:r>
              <a:rPr lang="en-US" altLang="ko-KR" dirty="0"/>
              <a:t>://{</a:t>
            </a:r>
            <a:r>
              <a:rPr lang="en-US" altLang="ko-KR" dirty="0" err="1"/>
              <a:t>ip</a:t>
            </a:r>
            <a:r>
              <a:rPr lang="en-US" altLang="ko-KR" dirty="0"/>
              <a:t>}/</a:t>
            </a:r>
            <a:r>
              <a:rPr lang="en-US" altLang="ko-KR" dirty="0" err="1"/>
              <a:t>sensors.json</a:t>
            </a:r>
            <a:r>
              <a:rPr lang="en-US" altLang="ko-KR" dirty="0"/>
              <a:t>’  # </a:t>
            </a:r>
            <a:r>
              <a:rPr lang="en-US" altLang="ko-KR" dirty="0" err="1"/>
              <a:t>json</a:t>
            </a:r>
            <a:r>
              <a:rPr lang="ko-KR" altLang="en-US" dirty="0"/>
              <a:t> 형태</a:t>
            </a:r>
            <a:endParaRPr lang="en-US" altLang="ko-KR" dirty="0"/>
          </a:p>
          <a:p>
            <a:pPr marL="596900" lvl="1" indent="0">
              <a:buNone/>
            </a:pPr>
            <a:endParaRPr lang="en-US" altLang="ko-KR" dirty="0"/>
          </a:p>
          <a:p>
            <a:pPr>
              <a:buAutoNum type="arabicPeriod"/>
            </a:pPr>
            <a:r>
              <a:rPr lang="en-US" altLang="ko-KR" dirty="0"/>
              <a:t>Callback</a:t>
            </a:r>
          </a:p>
          <a:p>
            <a:pPr lvl="1">
              <a:buAutoNum type="arabicPeriod"/>
            </a:pPr>
            <a:r>
              <a:rPr lang="da-DK" altLang="ko-KR" dirty="0"/>
              <a:t>ret, frame = self.cap.read()  # frame </a:t>
            </a:r>
            <a:r>
              <a:rPr lang="ko-KR" altLang="en-US" dirty="0"/>
              <a:t>캡쳐</a:t>
            </a:r>
            <a:endParaRPr lang="en-US" altLang="ko-KR" dirty="0"/>
          </a:p>
          <a:p>
            <a:pPr lvl="1">
              <a:buAutoNum type="arabicPeriod"/>
            </a:pPr>
            <a:r>
              <a:rPr lang="en-US" altLang="ko-KR" dirty="0"/>
              <a:t>if ret: </a:t>
            </a:r>
          </a:p>
          <a:p>
            <a:pPr lvl="1">
              <a:buAutoNum type="arabicPeriod"/>
            </a:pPr>
            <a:r>
              <a:rPr lang="en-US" altLang="ko-KR" dirty="0"/>
              <a:t>    frame = cv2.resize(frame, (640, 480), interpolation=cv2.INTER_NEAREST)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    # </a:t>
            </a:r>
            <a:r>
              <a:rPr lang="en-US" altLang="ko-KR" dirty="0" err="1"/>
              <a:t>opencv</a:t>
            </a:r>
            <a:r>
              <a:rPr lang="en-US" altLang="ko-KR" dirty="0"/>
              <a:t> image -&gt; </a:t>
            </a:r>
            <a:r>
              <a:rPr lang="en-US" altLang="ko-KR" dirty="0" err="1"/>
              <a:t>ros</a:t>
            </a:r>
            <a:r>
              <a:rPr lang="en-US" altLang="ko-KR" dirty="0"/>
              <a:t> image mag</a:t>
            </a:r>
          </a:p>
          <a:p>
            <a:pPr lvl="1">
              <a:buAutoNum type="arabicPeriod"/>
            </a:pPr>
            <a:r>
              <a:rPr lang="en-US" altLang="ko-KR" dirty="0"/>
              <a:t>    msg = self.</a:t>
            </a:r>
            <a:r>
              <a:rPr lang="en-US" altLang="ko-KR" dirty="0">
                <a:solidFill>
                  <a:srgbClr val="FF0000"/>
                </a:solidFill>
              </a:rPr>
              <a:t>bridge.cv2_to_imgmsg</a:t>
            </a:r>
            <a:r>
              <a:rPr lang="en-US" altLang="ko-KR" dirty="0"/>
              <a:t>(frame, encoding="bgr8")</a:t>
            </a:r>
          </a:p>
          <a:p>
            <a:pPr lvl="1">
              <a:buAutoNum type="arabicPeriod"/>
            </a:pPr>
            <a:r>
              <a:rPr lang="en-US" altLang="ko-KR" dirty="0"/>
              <a:t>    </a:t>
            </a:r>
            <a:r>
              <a:rPr lang="en-US" altLang="ko-KR" dirty="0" err="1"/>
              <a:t>self.publisher_.publish</a:t>
            </a:r>
            <a:r>
              <a:rPr lang="en-US" altLang="ko-KR" dirty="0"/>
              <a:t>(msg)  # msg</a:t>
            </a:r>
            <a:r>
              <a:rPr lang="ko-KR" altLang="en-US" dirty="0"/>
              <a:t> </a:t>
            </a:r>
            <a:r>
              <a:rPr lang="en-US" altLang="ko-KR" dirty="0"/>
              <a:t>publish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0549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92CDA-3D4B-0D80-DD08-E735CC4B2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554A4-3C34-D9A0-4AC0-A827E540D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IMU </a:t>
            </a:r>
            <a:r>
              <a:rPr lang="ko-KR" altLang="en-US" dirty="0"/>
              <a:t>노드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87B30E-DF6F-B2EC-CFBC-B3A82C9BA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pPr>
              <a:buFont typeface="+mj-lt"/>
              <a:buAutoNum type="arabicPeriod" startAt="2"/>
            </a:pPr>
            <a:r>
              <a:rPr lang="en-US" altLang="ko-KR" dirty="0"/>
              <a:t>Callback</a:t>
            </a:r>
          </a:p>
          <a:p>
            <a:pPr lvl="1">
              <a:buAutoNum type="arabicPeriod"/>
            </a:pPr>
            <a:r>
              <a:rPr lang="da-DK" altLang="ko-KR" dirty="0"/>
              <a:t>response = requests.get(self.url)  # url </a:t>
            </a:r>
            <a:r>
              <a:rPr lang="ko-KR" altLang="en-US" dirty="0"/>
              <a:t>데이터 저장</a:t>
            </a:r>
            <a:endParaRPr lang="da-DK" altLang="ko-KR" dirty="0"/>
          </a:p>
          <a:p>
            <a:pPr lvl="1">
              <a:buAutoNum type="arabicPeriod"/>
            </a:pPr>
            <a:r>
              <a:rPr lang="da-DK" altLang="ko-KR" dirty="0">
                <a:solidFill>
                  <a:srgbClr val="FF0000"/>
                </a:solidFill>
              </a:rPr>
              <a:t>data</a:t>
            </a:r>
            <a:r>
              <a:rPr lang="da-DK" altLang="ko-KR" dirty="0"/>
              <a:t> = response.json()  # url </a:t>
            </a:r>
            <a:r>
              <a:rPr lang="ko-KR" altLang="en-US" dirty="0"/>
              <a:t>데이터 </a:t>
            </a:r>
            <a:r>
              <a:rPr lang="en-US" altLang="ko-KR" dirty="0"/>
              <a:t>-&gt; </a:t>
            </a:r>
            <a:r>
              <a:rPr lang="da-DK" altLang="ko-KR" dirty="0"/>
              <a:t>json </a:t>
            </a:r>
            <a:r>
              <a:rPr lang="ko-KR" altLang="en-US" dirty="0"/>
              <a:t>데이터</a:t>
            </a:r>
            <a:endParaRPr lang="da-DK" altLang="ko-KR" dirty="0"/>
          </a:p>
          <a:p>
            <a:pPr lvl="1">
              <a:buAutoNum type="arabicPeriod"/>
            </a:pPr>
            <a:endParaRPr lang="da-DK" altLang="ko-KR" dirty="0"/>
          </a:p>
          <a:p>
            <a:pPr lvl="1">
              <a:buAutoNum type="arabicPeriod"/>
            </a:pPr>
            <a:r>
              <a:rPr lang="da-DK" altLang="ko-KR" dirty="0">
                <a:solidFill>
                  <a:srgbClr val="FF0000"/>
                </a:solidFill>
              </a:rPr>
              <a:t>msg</a:t>
            </a:r>
            <a:r>
              <a:rPr lang="da-DK" altLang="ko-KR" dirty="0"/>
              <a:t> = </a:t>
            </a:r>
            <a:r>
              <a:rPr lang="da-DK" altLang="ko-KR" dirty="0">
                <a:solidFill>
                  <a:srgbClr val="FF0000"/>
                </a:solidFill>
              </a:rPr>
              <a:t>Imu</a:t>
            </a:r>
            <a:r>
              <a:rPr lang="da-DK" altLang="ko-KR" dirty="0"/>
              <a:t>()  # imu </a:t>
            </a:r>
            <a:r>
              <a:rPr lang="ko-KR" altLang="en-US" dirty="0"/>
              <a:t>타입</a:t>
            </a:r>
            <a:endParaRPr lang="en-US" altLang="ko-KR" dirty="0"/>
          </a:p>
          <a:p>
            <a:pPr lvl="1">
              <a:buAutoNum type="arabicPeriod"/>
            </a:pPr>
            <a:endParaRPr lang="da-DK" altLang="ko-KR" dirty="0"/>
          </a:p>
          <a:p>
            <a:pPr lvl="1">
              <a:buAutoNum type="arabicPeriod"/>
            </a:pPr>
            <a:r>
              <a:rPr lang="da-DK" altLang="ko-KR" dirty="0"/>
              <a:t>msg.header.stamp = Time()  # time stamp</a:t>
            </a:r>
          </a:p>
          <a:p>
            <a:pPr lvl="1">
              <a:buAutoNum type="arabicPeriod"/>
            </a:pPr>
            <a:r>
              <a:rPr lang="da-DK" altLang="ko-KR" dirty="0"/>
              <a:t>msg.header.stamp = self.get_clock().now().to_msg()  # </a:t>
            </a:r>
            <a:r>
              <a:rPr lang="ko-KR" altLang="en-US" dirty="0"/>
              <a:t>현재 시간을 </a:t>
            </a:r>
            <a:r>
              <a:rPr lang="da-DK" altLang="ko-KR" dirty="0"/>
              <a:t>time stamp</a:t>
            </a:r>
            <a:r>
              <a:rPr lang="ko-KR" altLang="en-US" dirty="0"/>
              <a:t>로</a:t>
            </a:r>
            <a:r>
              <a:rPr lang="da-DK" altLang="ko-KR" dirty="0"/>
              <a:t> </a:t>
            </a:r>
            <a:r>
              <a:rPr lang="ko-KR" altLang="en-US" dirty="0"/>
              <a:t>저장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27205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C4CFD-4C4D-EDFC-2EF8-98301B8FE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91D2C4-EA0C-230C-C0B1-7C15C1938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IMU </a:t>
            </a:r>
            <a:r>
              <a:rPr lang="ko-KR" altLang="en-US" dirty="0"/>
              <a:t>노드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3CC30E-EAB6-0E6E-004C-1FEC7E6E4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pPr marL="114300" indent="0">
              <a:buNone/>
            </a:pPr>
            <a:r>
              <a:rPr lang="en-US" altLang="ko-KR" dirty="0"/>
              <a:t># </a:t>
            </a:r>
            <a:r>
              <a:rPr lang="ko-KR" altLang="en-US" dirty="0"/>
              <a:t>가속도 데이터</a:t>
            </a:r>
          </a:p>
          <a:p>
            <a:pPr marL="114300" indent="0">
              <a:buNone/>
            </a:pPr>
            <a:r>
              <a:rPr lang="da-DK" altLang="ko-KR" dirty="0"/>
              <a:t>accel_data = data</a:t>
            </a:r>
            <a:r>
              <a:rPr lang="da-DK" altLang="ko-KR" dirty="0">
                <a:solidFill>
                  <a:srgbClr val="FF0000"/>
                </a:solidFill>
              </a:rPr>
              <a:t>['accel']['data'][-1][1]</a:t>
            </a:r>
          </a:p>
          <a:p>
            <a:pPr marL="114300" indent="0">
              <a:buNone/>
            </a:pPr>
            <a:r>
              <a:rPr lang="da-DK" altLang="ko-KR" dirty="0"/>
              <a:t>msg.linear_acceleration = Vector3(</a:t>
            </a:r>
          </a:p>
          <a:p>
            <a:pPr marL="114300" indent="0">
              <a:buNone/>
            </a:pPr>
            <a:r>
              <a:rPr lang="da-DK" altLang="ko-KR" dirty="0"/>
              <a:t>    x=accel_data[0],</a:t>
            </a:r>
          </a:p>
          <a:p>
            <a:pPr marL="114300" indent="0">
              <a:buNone/>
            </a:pPr>
            <a:r>
              <a:rPr lang="da-DK" altLang="ko-KR" dirty="0"/>
              <a:t>    y=accel_data[1],</a:t>
            </a:r>
          </a:p>
          <a:p>
            <a:pPr marL="114300" indent="0">
              <a:buNone/>
            </a:pPr>
            <a:r>
              <a:rPr lang="da-DK" altLang="ko-KR" dirty="0"/>
              <a:t>    z=accel_data[2]</a:t>
            </a:r>
          </a:p>
          <a:p>
            <a:pPr marL="114300" indent="0">
              <a:buNone/>
            </a:pPr>
            <a:r>
              <a:rPr lang="da-DK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24876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0E1E4-DA87-1B91-EC56-0AA40A2E7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BF9A8-EF86-ACA7-4C22-4E11F3D11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IMU </a:t>
            </a:r>
            <a:r>
              <a:rPr lang="ko-KR" altLang="en-US" dirty="0"/>
              <a:t>노드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1F6C4C-3CC1-6872-2AFB-A86450A1B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pPr marL="114300" indent="0">
              <a:buNone/>
            </a:pPr>
            <a:r>
              <a:rPr lang="da-DK" altLang="ko-KR" dirty="0"/>
              <a:t># </a:t>
            </a:r>
            <a:r>
              <a:rPr lang="ko-KR" altLang="en-US" dirty="0"/>
              <a:t>자이로스코프 데이터</a:t>
            </a:r>
          </a:p>
          <a:p>
            <a:pPr marL="114300" indent="0">
              <a:buNone/>
            </a:pPr>
            <a:r>
              <a:rPr lang="da-DK" altLang="ko-KR" dirty="0"/>
              <a:t>gyro_data = data</a:t>
            </a:r>
            <a:r>
              <a:rPr lang="da-DK" altLang="ko-KR" dirty="0">
                <a:solidFill>
                  <a:srgbClr val="FF0000"/>
                </a:solidFill>
              </a:rPr>
              <a:t>['gyro']['data'][-1][1]</a:t>
            </a:r>
          </a:p>
          <a:p>
            <a:pPr marL="114300" indent="0">
              <a:buNone/>
            </a:pPr>
            <a:r>
              <a:rPr lang="da-DK" altLang="ko-KR" dirty="0"/>
              <a:t>msg.angular_velocity = Vector3(</a:t>
            </a:r>
          </a:p>
          <a:p>
            <a:pPr marL="114300" indent="0">
              <a:buNone/>
            </a:pPr>
            <a:r>
              <a:rPr lang="da-DK" altLang="ko-KR" dirty="0"/>
              <a:t>    x=gyro_data[0],</a:t>
            </a:r>
          </a:p>
          <a:p>
            <a:pPr marL="114300" indent="0">
              <a:buNone/>
            </a:pPr>
            <a:r>
              <a:rPr lang="da-DK" altLang="ko-KR" dirty="0"/>
              <a:t>    y=gyro_data[1],</a:t>
            </a:r>
          </a:p>
          <a:p>
            <a:pPr marL="114300" indent="0">
              <a:buNone/>
            </a:pPr>
            <a:r>
              <a:rPr lang="da-DK" altLang="ko-KR" dirty="0"/>
              <a:t>    z=gyro_data[2]</a:t>
            </a:r>
          </a:p>
          <a:p>
            <a:pPr marL="114300" indent="0">
              <a:buNone/>
            </a:pPr>
            <a:r>
              <a:rPr lang="da-DK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87801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1AF90-F789-089B-DF76-B5EC654F9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D5D10-D58D-8E90-05D3-E83AF5EDC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IMU </a:t>
            </a:r>
            <a:r>
              <a:rPr lang="ko-KR" altLang="en-US" dirty="0"/>
              <a:t>노드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1F3B82-C099-F10C-2B20-EE73092D6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pPr marL="114300" indent="0">
              <a:buNone/>
            </a:pPr>
            <a:r>
              <a:rPr lang="da-DK" altLang="ko-KR" dirty="0"/>
              <a:t># </a:t>
            </a:r>
            <a:r>
              <a:rPr lang="ko-KR" altLang="en-US" dirty="0"/>
              <a:t>회전 벡터 데이터</a:t>
            </a:r>
          </a:p>
          <a:p>
            <a:pPr marL="114300" indent="0">
              <a:buNone/>
            </a:pPr>
            <a:r>
              <a:rPr lang="da-DK" altLang="ko-KR" dirty="0"/>
              <a:t>rot_data = data</a:t>
            </a:r>
            <a:r>
              <a:rPr lang="da-DK" altLang="ko-KR" dirty="0">
                <a:solidFill>
                  <a:srgbClr val="FF0000"/>
                </a:solidFill>
              </a:rPr>
              <a:t>['rot_vector']['data'][-1][1]</a:t>
            </a:r>
          </a:p>
          <a:p>
            <a:pPr marL="114300" indent="0">
              <a:buNone/>
            </a:pPr>
            <a:r>
              <a:rPr lang="da-DK" altLang="ko-KR" dirty="0"/>
              <a:t>msg.orientation = Quaternion(</a:t>
            </a:r>
          </a:p>
          <a:p>
            <a:pPr marL="114300" indent="0">
              <a:buNone/>
            </a:pPr>
            <a:r>
              <a:rPr lang="da-DK" altLang="ko-KR" dirty="0"/>
              <a:t>    x=rot_data[0],</a:t>
            </a:r>
          </a:p>
          <a:p>
            <a:pPr marL="114300" indent="0">
              <a:buNone/>
            </a:pPr>
            <a:r>
              <a:rPr lang="da-DK" altLang="ko-KR" dirty="0"/>
              <a:t>    y=rot_data[1],</a:t>
            </a:r>
          </a:p>
          <a:p>
            <a:pPr marL="114300" indent="0">
              <a:buNone/>
            </a:pPr>
            <a:r>
              <a:rPr lang="da-DK" altLang="ko-KR" dirty="0"/>
              <a:t>    z=rot_data[2],</a:t>
            </a:r>
          </a:p>
          <a:p>
            <a:pPr marL="114300" indent="0">
              <a:buNone/>
            </a:pPr>
            <a:r>
              <a:rPr lang="da-DK" altLang="ko-KR" dirty="0"/>
              <a:t>    w=rot_data[3]</a:t>
            </a:r>
          </a:p>
          <a:p>
            <a:pPr marL="114300" indent="0">
              <a:buNone/>
            </a:pPr>
            <a:r>
              <a:rPr lang="da-DK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98250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641EE-E3DD-AA9D-08DC-F850807F6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8D06A-8052-62F1-2375-96FD57FB0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IMU </a:t>
            </a:r>
            <a:r>
              <a:rPr lang="ko-KR" altLang="en-US" dirty="0"/>
              <a:t>노드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875D62-9D6E-B078-A8FD-92AF35DAA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pPr marL="114300" indent="0">
              <a:buNone/>
            </a:pPr>
            <a:r>
              <a:rPr lang="en-US" altLang="ko-KR" dirty="0"/>
              <a:t># </a:t>
            </a:r>
            <a:r>
              <a:rPr lang="ko-KR" altLang="en-US" dirty="0"/>
              <a:t>공분산 행렬 설정</a:t>
            </a:r>
          </a:p>
          <a:p>
            <a:pPr marL="114300" indent="0">
              <a:buNone/>
            </a:pPr>
            <a:r>
              <a:rPr lang="da-DK" altLang="ko-KR" dirty="0"/>
              <a:t>msg.orientation_</a:t>
            </a:r>
            <a:r>
              <a:rPr lang="da-DK" altLang="ko-KR" dirty="0">
                <a:solidFill>
                  <a:srgbClr val="FF0000"/>
                </a:solidFill>
              </a:rPr>
              <a:t>covariance</a:t>
            </a:r>
            <a:r>
              <a:rPr lang="da-DK" altLang="ko-KR" dirty="0"/>
              <a:t>[0] = -1.0</a:t>
            </a:r>
          </a:p>
          <a:p>
            <a:pPr marL="114300" indent="0">
              <a:buNone/>
            </a:pPr>
            <a:r>
              <a:rPr lang="da-DK" altLang="ko-KR" dirty="0"/>
              <a:t>msg.angular_velocity_</a:t>
            </a:r>
            <a:r>
              <a:rPr lang="da-DK" altLang="ko-KR" dirty="0">
                <a:solidFill>
                  <a:srgbClr val="FF0000"/>
                </a:solidFill>
              </a:rPr>
              <a:t>covariance</a:t>
            </a:r>
            <a:r>
              <a:rPr lang="da-DK" altLang="ko-KR" dirty="0"/>
              <a:t>[0] = -1.0</a:t>
            </a:r>
          </a:p>
          <a:p>
            <a:pPr marL="114300" indent="0">
              <a:buNone/>
            </a:pPr>
            <a:r>
              <a:rPr lang="da-DK" altLang="ko-KR" dirty="0"/>
              <a:t>msg.linear_acceleration_</a:t>
            </a:r>
            <a:r>
              <a:rPr lang="da-DK" altLang="ko-KR" dirty="0">
                <a:solidFill>
                  <a:srgbClr val="FF0000"/>
                </a:solidFill>
              </a:rPr>
              <a:t>covariance</a:t>
            </a:r>
            <a:r>
              <a:rPr lang="da-DK" altLang="ko-KR" dirty="0"/>
              <a:t>[0] = -1.0</a:t>
            </a:r>
          </a:p>
          <a:p>
            <a:pPr marL="114300" indent="0">
              <a:buNone/>
            </a:pPr>
            <a:endParaRPr lang="da-DK" altLang="ko-KR" dirty="0"/>
          </a:p>
          <a:p>
            <a:pPr marL="114300" indent="0">
              <a:buNone/>
            </a:pPr>
            <a:r>
              <a:rPr lang="da-DK" altLang="ko-KR" dirty="0"/>
              <a:t># msg publish</a:t>
            </a:r>
          </a:p>
          <a:p>
            <a:pPr marL="114300" indent="0">
              <a:buNone/>
            </a:pPr>
            <a:r>
              <a:rPr lang="da-DK" altLang="ko-KR" dirty="0"/>
              <a:t>self.publisher_.</a:t>
            </a:r>
            <a:r>
              <a:rPr lang="da-DK" altLang="ko-KR" dirty="0">
                <a:solidFill>
                  <a:srgbClr val="FF0000"/>
                </a:solidFill>
              </a:rPr>
              <a:t>publish</a:t>
            </a:r>
            <a:r>
              <a:rPr lang="da-DK" altLang="ko-KR" dirty="0"/>
              <a:t>(msg)</a:t>
            </a:r>
          </a:p>
        </p:txBody>
      </p:sp>
    </p:spTree>
    <p:extLst>
      <p:ext uri="{BB962C8B-B14F-4D97-AF65-F5344CB8AC3E}">
        <p14:creationId xmlns:p14="http://schemas.microsoft.com/office/powerpoint/2010/main" val="350226054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1195</Words>
  <Application>Microsoft Office PowerPoint</Application>
  <PresentationFormat>화면 슬라이드 쇼(16:9)</PresentationFormat>
  <Paragraphs>240</Paragraphs>
  <Slides>20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-apple-system</vt:lpstr>
      <vt:lpstr>monospace</vt:lpstr>
      <vt:lpstr>Arial</vt:lpstr>
      <vt:lpstr>Simple Light</vt:lpstr>
      <vt:lpstr>17주차</vt:lpstr>
      <vt:lpstr>백트래킹 개념</vt:lpstr>
      <vt:lpstr>코드 흐름도</vt:lpstr>
      <vt:lpstr>전체 코드</vt:lpstr>
      <vt:lpstr>코드 흐름도</vt:lpstr>
      <vt:lpstr>코드 흐름</vt:lpstr>
      <vt:lpstr>코드 흐름</vt:lpstr>
      <vt:lpstr>코드 흐름</vt:lpstr>
      <vt:lpstr>코드 흐름</vt:lpstr>
      <vt:lpstr>PowerPoint 프레젠테이션</vt:lpstr>
      <vt:lpstr>실행 방법</vt:lpstr>
      <vt:lpstr>ip_stream_node 코드 분석</vt:lpstr>
      <vt:lpstr>PowerPoint 프레젠테이션</vt:lpstr>
      <vt:lpstr>PowerPoint 프레젠테이션</vt:lpstr>
      <vt:lpstr>IMU 노드</vt:lpstr>
      <vt:lpstr>IMU 노드</vt:lpstr>
      <vt:lpstr>IMU 노드</vt:lpstr>
      <vt:lpstr>IMU 노드</vt:lpstr>
      <vt:lpstr>IMU 노드</vt:lpstr>
      <vt:lpstr>IMU 노드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이진원</cp:lastModifiedBy>
  <cp:revision>43</cp:revision>
  <dcterms:modified xsi:type="dcterms:W3CDTF">2025-04-30T10:11:29Z</dcterms:modified>
</cp:coreProperties>
</file>