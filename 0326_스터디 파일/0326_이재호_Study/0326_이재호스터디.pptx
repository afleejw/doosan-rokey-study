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4"/>
  </p:sldMasterIdLst>
  <p:notesMasterIdLst>
    <p:notesMasterId r:id="rId14"/>
  </p:notesMasterIdLst>
  <p:handoutMasterIdLst>
    <p:handoutMasterId r:id="rId15"/>
  </p:handoutMasterIdLst>
  <p:sldIdLst>
    <p:sldId id="256" r:id="rId5"/>
    <p:sldId id="403" r:id="rId6"/>
    <p:sldId id="310" r:id="rId7"/>
    <p:sldId id="399" r:id="rId8"/>
    <p:sldId id="398" r:id="rId9"/>
    <p:sldId id="390" r:id="rId10"/>
    <p:sldId id="400" r:id="rId11"/>
    <p:sldId id="401" r:id="rId12"/>
    <p:sldId id="402" r:id="rId13"/>
  </p:sldIdLst>
  <p:sldSz cx="6858000" cy="5143500"/>
  <p:notesSz cx="6858000" cy="9144000"/>
  <p:embeddedFontLst>
    <p:embeddedFont>
      <p:font typeface="Squada One" panose="020B0600000101010101" charset="-127"/>
      <p:regular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Nixie One" panose="020B0600000101010101" charset="0"/>
      <p:regular r:id="rId21"/>
    </p:embeddedFont>
    <p:embeddedFont>
      <p:font typeface="레시피코리아OTF Medium" panose="02020503020101020101" pitchFamily="18" charset="-127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922441B6-E75D-44E5-B769-20AE05901FEA}">
          <p14:sldIdLst>
            <p14:sldId id="256"/>
            <p14:sldId id="403"/>
            <p14:sldId id="310"/>
            <p14:sldId id="399"/>
            <p14:sldId id="398"/>
            <p14:sldId id="390"/>
            <p14:sldId id="400"/>
            <p14:sldId id="401"/>
            <p14:sldId id="402"/>
          </p14:sldIdLst>
        </p14:section>
        <p14:section name="etc" id="{A30F8C5B-1DF3-4365-9EE5-2C6A4E9DC71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7CBE05-39C0-2198-BDE6-CE604A87F1A8}" name="남정한" initials="남정" userId="S::17102007@officestu.seoultech.ac.kr::ec624859-cb1c-4584-94ba-cf49a50f4db0" providerId="AD"/>
  <p188:author id="{CC2E23F7-0B7C-0483-6E58-D690F233BAC3}" name="이재호" initials="이" userId="이재호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F9F"/>
    <a:srgbClr val="8E9C3A"/>
    <a:srgbClr val="C60293"/>
    <a:srgbClr val="F0F0F0"/>
    <a:srgbClr val="FAE5CA"/>
    <a:srgbClr val="FCE78C"/>
    <a:srgbClr val="E0FD77"/>
    <a:srgbClr val="FEDADB"/>
    <a:srgbClr val="FEDAE2"/>
    <a:srgbClr val="FFD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CBB98-E011-476E-B9D4-A06E0F01E4F0}" v="34" dt="2023-08-13T10:59:01.144"/>
  </p1510:revLst>
</p1510:revInfo>
</file>

<file path=ppt/tableStyles.xml><?xml version="1.0" encoding="utf-8"?>
<a:tblStyleLst xmlns:a="http://schemas.openxmlformats.org/drawingml/2006/main" def="{43BBD2E8-9A31-4CBC-99FD-948D80DB42DA}">
  <a:tblStyle styleId="{43BBD2E8-9A31-4CBC-99FD-948D80DB42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24" autoAdjust="0"/>
  </p:normalViewPr>
  <p:slideViewPr>
    <p:cSldViewPr snapToGrid="0">
      <p:cViewPr varScale="1">
        <p:scale>
          <a:sx n="175" d="100"/>
          <a:sy n="175" d="100"/>
        </p:scale>
        <p:origin x="504" y="366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재호" userId="7add18884005aa59" providerId="LiveId" clId="{049CBB98-E011-476E-B9D4-A06E0F01E4F0}"/>
    <pc:docChg chg="undo redo custSel addSld modSld sldOrd">
      <pc:chgData name="이 재호" userId="7add18884005aa59" providerId="LiveId" clId="{049CBB98-E011-476E-B9D4-A06E0F01E4F0}" dt="2023-08-13T11:04:01.009" v="236" actId="1582"/>
      <pc:docMkLst>
        <pc:docMk/>
      </pc:docMkLst>
      <pc:sldChg chg="modSp mod">
        <pc:chgData name="이 재호" userId="7add18884005aa59" providerId="LiveId" clId="{049CBB98-E011-476E-B9D4-A06E0F01E4F0}" dt="2023-08-13T10:54:05.088" v="162" actId="207"/>
        <pc:sldMkLst>
          <pc:docMk/>
          <pc:sldMk cId="2095360823" sldId="310"/>
        </pc:sldMkLst>
        <pc:spChg chg="mod">
          <ac:chgData name="이 재호" userId="7add18884005aa59" providerId="LiveId" clId="{049CBB98-E011-476E-B9D4-A06E0F01E4F0}" dt="2023-08-13T10:53:58.721" v="160" actId="207"/>
          <ac:spMkLst>
            <pc:docMk/>
            <pc:sldMk cId="2095360823" sldId="310"/>
            <ac:spMk id="2" creationId="{68418F9D-DC34-6FC2-C6C0-B3FC8BDADA53}"/>
          </ac:spMkLst>
        </pc:spChg>
        <pc:spChg chg="mod">
          <ac:chgData name="이 재호" userId="7add18884005aa59" providerId="LiveId" clId="{049CBB98-E011-476E-B9D4-A06E0F01E4F0}" dt="2023-08-13T10:54:00.834" v="161" actId="207"/>
          <ac:spMkLst>
            <pc:docMk/>
            <pc:sldMk cId="2095360823" sldId="310"/>
            <ac:spMk id="33" creationId="{B728302A-9161-EC34-B173-770844BD38C0}"/>
          </ac:spMkLst>
        </pc:spChg>
        <pc:spChg chg="mod">
          <ac:chgData name="이 재호" userId="7add18884005aa59" providerId="LiveId" clId="{049CBB98-E011-476E-B9D4-A06E0F01E4F0}" dt="2023-08-13T10:54:05.088" v="162" actId="207"/>
          <ac:spMkLst>
            <pc:docMk/>
            <pc:sldMk cId="2095360823" sldId="310"/>
            <ac:spMk id="40" creationId="{6C7DEBFE-FC86-8870-6D84-651E44D5E897}"/>
          </ac:spMkLst>
        </pc:spChg>
        <pc:spChg chg="mod">
          <ac:chgData name="이 재호" userId="7add18884005aa59" providerId="LiveId" clId="{049CBB98-E011-476E-B9D4-A06E0F01E4F0}" dt="2023-08-13T10:53:55.894" v="159" actId="207"/>
          <ac:spMkLst>
            <pc:docMk/>
            <pc:sldMk cId="2095360823" sldId="310"/>
            <ac:spMk id="42" creationId="{02336D7B-AA54-AD9A-5CB6-F7BFB396742D}"/>
          </ac:spMkLst>
        </pc:spChg>
      </pc:sldChg>
      <pc:sldChg chg="modSp mod">
        <pc:chgData name="이 재호" userId="7add18884005aa59" providerId="LiveId" clId="{049CBB98-E011-476E-B9D4-A06E0F01E4F0}" dt="2023-08-13T10:54:57.506" v="163" actId="20577"/>
        <pc:sldMkLst>
          <pc:docMk/>
          <pc:sldMk cId="2803868175" sldId="351"/>
        </pc:sldMkLst>
        <pc:spChg chg="mod">
          <ac:chgData name="이 재호" userId="7add18884005aa59" providerId="LiveId" clId="{049CBB98-E011-476E-B9D4-A06E0F01E4F0}" dt="2023-08-13T10:54:57.506" v="163" actId="20577"/>
          <ac:spMkLst>
            <pc:docMk/>
            <pc:sldMk cId="2803868175" sldId="351"/>
            <ac:spMk id="37" creationId="{603765CB-AA1B-E208-6C6E-90B2DA644292}"/>
          </ac:spMkLst>
        </pc:spChg>
      </pc:sldChg>
      <pc:sldChg chg="modSp mod">
        <pc:chgData name="이 재호" userId="7add18884005aa59" providerId="LiveId" clId="{049CBB98-E011-476E-B9D4-A06E0F01E4F0}" dt="2023-08-13T10:56:09.287" v="202" actId="14429"/>
        <pc:sldMkLst>
          <pc:docMk/>
          <pc:sldMk cId="2587477653" sldId="353"/>
        </pc:sldMkLst>
        <pc:spChg chg="mod modVis">
          <ac:chgData name="이 재호" userId="7add18884005aa59" providerId="LiveId" clId="{049CBB98-E011-476E-B9D4-A06E0F01E4F0}" dt="2023-08-13T10:56:09.287" v="202" actId="14429"/>
          <ac:spMkLst>
            <pc:docMk/>
            <pc:sldMk cId="2587477653" sldId="353"/>
            <ac:spMk id="24" creationId="{0D6D2BFA-DBB5-527D-30AC-2CC3871E12A5}"/>
          </ac:spMkLst>
        </pc:spChg>
        <pc:spChg chg="mod">
          <ac:chgData name="이 재호" userId="7add18884005aa59" providerId="LiveId" clId="{049CBB98-E011-476E-B9D4-A06E0F01E4F0}" dt="2023-08-13T10:55:56.906" v="199" actId="1076"/>
          <ac:spMkLst>
            <pc:docMk/>
            <pc:sldMk cId="2587477653" sldId="353"/>
            <ac:spMk id="25" creationId="{0D023EA5-A092-7226-BFD4-DC30B1D4DE82}"/>
          </ac:spMkLst>
        </pc:spChg>
        <pc:cxnChg chg="mod">
          <ac:chgData name="이 재호" userId="7add18884005aa59" providerId="LiveId" clId="{049CBB98-E011-476E-B9D4-A06E0F01E4F0}" dt="2023-08-13T10:56:07.068" v="201" actId="14100"/>
          <ac:cxnSpMkLst>
            <pc:docMk/>
            <pc:sldMk cId="2587477653" sldId="353"/>
            <ac:cxnSpMk id="22" creationId="{ADDD7921-CCBE-0991-FFF2-678F59A07F2F}"/>
          </ac:cxnSpMkLst>
        </pc:cxnChg>
      </pc:sldChg>
      <pc:sldChg chg="addSp modSp mod">
        <pc:chgData name="이 재호" userId="7add18884005aa59" providerId="LiveId" clId="{049CBB98-E011-476E-B9D4-A06E0F01E4F0}" dt="2023-08-13T08:46:35.251" v="146"/>
        <pc:sldMkLst>
          <pc:docMk/>
          <pc:sldMk cId="1914492407" sldId="354"/>
        </pc:sldMkLst>
        <pc:spChg chg="mod">
          <ac:chgData name="이 재호" userId="7add18884005aa59" providerId="LiveId" clId="{049CBB98-E011-476E-B9D4-A06E0F01E4F0}" dt="2023-08-13T08:46:35.251" v="146"/>
          <ac:spMkLst>
            <pc:docMk/>
            <pc:sldMk cId="1914492407" sldId="354"/>
            <ac:spMk id="25" creationId="{FFB12774-E75A-20E2-A42B-C4FEF2B68B0E}"/>
          </ac:spMkLst>
        </pc:spChg>
        <pc:grpChg chg="add mod">
          <ac:chgData name="이 재호" userId="7add18884005aa59" providerId="LiveId" clId="{049CBB98-E011-476E-B9D4-A06E0F01E4F0}" dt="2023-08-13T08:39:43.535" v="132" actId="465"/>
          <ac:grpSpMkLst>
            <pc:docMk/>
            <pc:sldMk cId="1914492407" sldId="354"/>
            <ac:grpSpMk id="2" creationId="{74C5994D-CB76-23DC-84C3-6773711034D9}"/>
          </ac:grpSpMkLst>
        </pc:grpChg>
        <pc:grpChg chg="add mod">
          <ac:chgData name="이 재호" userId="7add18884005aa59" providerId="LiveId" clId="{049CBB98-E011-476E-B9D4-A06E0F01E4F0}" dt="2023-08-13T08:39:43.535" v="132" actId="465"/>
          <ac:grpSpMkLst>
            <pc:docMk/>
            <pc:sldMk cId="1914492407" sldId="354"/>
            <ac:grpSpMk id="14" creationId="{24826109-36D0-F70A-08CE-C1B18DE0E963}"/>
          </ac:grpSpMkLst>
        </pc:grpChg>
        <pc:grpChg chg="add mod">
          <ac:chgData name="이 재호" userId="7add18884005aa59" providerId="LiveId" clId="{049CBB98-E011-476E-B9D4-A06E0F01E4F0}" dt="2023-08-13T08:39:38.254" v="131" actId="14100"/>
          <ac:grpSpMkLst>
            <pc:docMk/>
            <pc:sldMk cId="1914492407" sldId="354"/>
            <ac:grpSpMk id="19" creationId="{3897E3CC-0D51-9E9E-C0C7-0A658E2ED749}"/>
          </ac:grpSpMkLst>
        </pc:grpChg>
        <pc:grpChg chg="mod">
          <ac:chgData name="이 재호" userId="7add18884005aa59" providerId="LiveId" clId="{049CBB98-E011-476E-B9D4-A06E0F01E4F0}" dt="2023-08-13T08:39:36.127" v="130" actId="164"/>
          <ac:grpSpMkLst>
            <pc:docMk/>
            <pc:sldMk cId="1914492407" sldId="354"/>
            <ac:grpSpMk id="24" creationId="{22DC8D3C-1A8F-4EC4-CEA7-F6AE849366CB}"/>
          </ac:grpSpMkLst>
        </pc:grpChg>
        <pc:picChg chg="mod">
          <ac:chgData name="이 재호" userId="7add18884005aa59" providerId="LiveId" clId="{049CBB98-E011-476E-B9D4-A06E0F01E4F0}" dt="2023-08-13T08:39:11.408" v="123" actId="164"/>
          <ac:picMkLst>
            <pc:docMk/>
            <pc:sldMk cId="1914492407" sldId="354"/>
            <ac:picMk id="12" creationId="{D513A69C-6CA1-6588-05F7-B8750AE54178}"/>
          </ac:picMkLst>
        </pc:picChg>
        <pc:picChg chg="mod">
          <ac:chgData name="이 재호" userId="7add18884005aa59" providerId="LiveId" clId="{049CBB98-E011-476E-B9D4-A06E0F01E4F0}" dt="2023-08-13T08:39:36.127" v="130" actId="164"/>
          <ac:picMkLst>
            <pc:docMk/>
            <pc:sldMk cId="1914492407" sldId="354"/>
            <ac:picMk id="69" creationId="{8FF78B27-70D6-F173-FE9D-1B50BBA25D26}"/>
          </ac:picMkLst>
        </pc:picChg>
        <pc:picChg chg="mod">
          <ac:chgData name="이 재호" userId="7add18884005aa59" providerId="LiveId" clId="{049CBB98-E011-476E-B9D4-A06E0F01E4F0}" dt="2023-08-13T08:39:19.938" v="126" actId="164"/>
          <ac:picMkLst>
            <pc:docMk/>
            <pc:sldMk cId="1914492407" sldId="354"/>
            <ac:picMk id="70" creationId="{7E5CC974-3E44-98AB-D925-A8ADCC05AB71}"/>
          </ac:picMkLst>
        </pc:picChg>
        <pc:picChg chg="mod">
          <ac:chgData name="이 재호" userId="7add18884005aa59" providerId="LiveId" clId="{049CBB98-E011-476E-B9D4-A06E0F01E4F0}" dt="2023-08-13T08:39:19.938" v="126" actId="164"/>
          <ac:picMkLst>
            <pc:docMk/>
            <pc:sldMk cId="1914492407" sldId="354"/>
            <ac:picMk id="71" creationId="{A793DAE7-30D0-7291-170C-7A3CD5DC0007}"/>
          </ac:picMkLst>
        </pc:picChg>
        <pc:picChg chg="mod">
          <ac:chgData name="이 재호" userId="7add18884005aa59" providerId="LiveId" clId="{049CBB98-E011-476E-B9D4-A06E0F01E4F0}" dt="2023-08-13T08:39:28.697" v="129" actId="1076"/>
          <ac:picMkLst>
            <pc:docMk/>
            <pc:sldMk cId="1914492407" sldId="354"/>
            <ac:picMk id="72" creationId="{BA3F9663-F42A-2B5F-C1AE-D25A8AE41F8D}"/>
          </ac:picMkLst>
        </pc:picChg>
        <pc:picChg chg="mod">
          <ac:chgData name="이 재호" userId="7add18884005aa59" providerId="LiveId" clId="{049CBB98-E011-476E-B9D4-A06E0F01E4F0}" dt="2023-08-13T08:39:11.408" v="123" actId="164"/>
          <ac:picMkLst>
            <pc:docMk/>
            <pc:sldMk cId="1914492407" sldId="354"/>
            <ac:picMk id="73" creationId="{63DB483B-2E3C-B85F-5B2C-96B001B90116}"/>
          </ac:picMkLst>
        </pc:picChg>
      </pc:sldChg>
      <pc:sldChg chg="delSp modSp mod">
        <pc:chgData name="이 재호" userId="7add18884005aa59" providerId="LiveId" clId="{049CBB98-E011-476E-B9D4-A06E0F01E4F0}" dt="2023-08-13T11:00:20.388" v="233" actId="1076"/>
        <pc:sldMkLst>
          <pc:docMk/>
          <pc:sldMk cId="3646571838" sldId="358"/>
        </pc:sldMkLst>
        <pc:spChg chg="mod">
          <ac:chgData name="이 재호" userId="7add18884005aa59" providerId="LiveId" clId="{049CBB98-E011-476E-B9D4-A06E0F01E4F0}" dt="2023-08-13T11:00:17.658" v="232" actId="1076"/>
          <ac:spMkLst>
            <pc:docMk/>
            <pc:sldMk cId="3646571838" sldId="358"/>
            <ac:spMk id="30" creationId="{C1934661-B27C-3872-2B03-4DAE578B52A8}"/>
          </ac:spMkLst>
        </pc:spChg>
        <pc:spChg chg="del mod">
          <ac:chgData name="이 재호" userId="7add18884005aa59" providerId="LiveId" clId="{049CBB98-E011-476E-B9D4-A06E0F01E4F0}" dt="2023-08-13T10:59:13.537" v="214" actId="478"/>
          <ac:spMkLst>
            <pc:docMk/>
            <pc:sldMk cId="3646571838" sldId="358"/>
            <ac:spMk id="31" creationId="{C8B91E5F-F946-0A8B-6D02-3E548FADEE77}"/>
          </ac:spMkLst>
        </pc:spChg>
        <pc:spChg chg="mod">
          <ac:chgData name="이 재호" userId="7add18884005aa59" providerId="LiveId" clId="{049CBB98-E011-476E-B9D4-A06E0F01E4F0}" dt="2023-08-13T11:00:20.388" v="233" actId="1076"/>
          <ac:spMkLst>
            <pc:docMk/>
            <pc:sldMk cId="3646571838" sldId="358"/>
            <ac:spMk id="34" creationId="{42C68F87-59D5-1450-BAE9-5BF4020993A9}"/>
          </ac:spMkLst>
        </pc:spChg>
        <pc:spChg chg="del mod">
          <ac:chgData name="이 재호" userId="7add18884005aa59" providerId="LiveId" clId="{049CBB98-E011-476E-B9D4-A06E0F01E4F0}" dt="2023-08-13T10:59:45.760" v="224" actId="478"/>
          <ac:spMkLst>
            <pc:docMk/>
            <pc:sldMk cId="3646571838" sldId="358"/>
            <ac:spMk id="35" creationId="{AB65A316-B398-97A8-8964-323F171116B8}"/>
          </ac:spMkLst>
        </pc:spChg>
      </pc:sldChg>
      <pc:sldChg chg="modSp mod">
        <pc:chgData name="이 재호" userId="7add18884005aa59" providerId="LiveId" clId="{049CBB98-E011-476E-B9D4-A06E0F01E4F0}" dt="2023-08-13T08:47:20.928" v="151" actId="1076"/>
        <pc:sldMkLst>
          <pc:docMk/>
          <pc:sldMk cId="752315220" sldId="361"/>
        </pc:sldMkLst>
        <pc:spChg chg="mod">
          <ac:chgData name="이 재호" userId="7add18884005aa59" providerId="LiveId" clId="{049CBB98-E011-476E-B9D4-A06E0F01E4F0}" dt="2023-08-13T08:47:20.928" v="151" actId="1076"/>
          <ac:spMkLst>
            <pc:docMk/>
            <pc:sldMk cId="752315220" sldId="361"/>
            <ac:spMk id="46" creationId="{F60BBBC6-6224-3134-4090-8A10755979CF}"/>
          </ac:spMkLst>
        </pc:spChg>
      </pc:sldChg>
      <pc:sldChg chg="modSp mod">
        <pc:chgData name="이 재호" userId="7add18884005aa59" providerId="LiveId" clId="{049CBB98-E011-476E-B9D4-A06E0F01E4F0}" dt="2023-08-13T08:36:47.951" v="122"/>
        <pc:sldMkLst>
          <pc:docMk/>
          <pc:sldMk cId="2773535984" sldId="363"/>
        </pc:sldMkLst>
        <pc:spChg chg="mod">
          <ac:chgData name="이 재호" userId="7add18884005aa59" providerId="LiveId" clId="{049CBB98-E011-476E-B9D4-A06E0F01E4F0}" dt="2023-08-13T08:36:47.951" v="122"/>
          <ac:spMkLst>
            <pc:docMk/>
            <pc:sldMk cId="2773535984" sldId="363"/>
            <ac:spMk id="13" creationId="{72FB7B0C-AF40-7173-C934-55FBF8055D78}"/>
          </ac:spMkLst>
        </pc:spChg>
      </pc:sldChg>
      <pc:sldChg chg="modSp mod">
        <pc:chgData name="이 재호" userId="7add18884005aa59" providerId="LiveId" clId="{049CBB98-E011-476E-B9D4-A06E0F01E4F0}" dt="2023-08-13T11:04:01.009" v="236" actId="1582"/>
        <pc:sldMkLst>
          <pc:docMk/>
          <pc:sldMk cId="234224475" sldId="364"/>
        </pc:sldMkLst>
        <pc:picChg chg="mod">
          <ac:chgData name="이 재호" userId="7add18884005aa59" providerId="LiveId" clId="{049CBB98-E011-476E-B9D4-A06E0F01E4F0}" dt="2023-08-13T11:03:52.983" v="234" actId="1582"/>
          <ac:picMkLst>
            <pc:docMk/>
            <pc:sldMk cId="234224475" sldId="364"/>
            <ac:picMk id="3" creationId="{71C7F75E-4B8C-75BC-B379-3F9C0C5872AA}"/>
          </ac:picMkLst>
        </pc:picChg>
        <pc:picChg chg="mod">
          <ac:chgData name="이 재호" userId="7add18884005aa59" providerId="LiveId" clId="{049CBB98-E011-476E-B9D4-A06E0F01E4F0}" dt="2023-08-13T11:03:57.313" v="235" actId="1582"/>
          <ac:picMkLst>
            <pc:docMk/>
            <pc:sldMk cId="234224475" sldId="364"/>
            <ac:picMk id="16" creationId="{771D04BD-FCD8-93E4-AD06-D8CF0A539E72}"/>
          </ac:picMkLst>
        </pc:picChg>
        <pc:picChg chg="mod">
          <ac:chgData name="이 재호" userId="7add18884005aa59" providerId="LiveId" clId="{049CBB98-E011-476E-B9D4-A06E0F01E4F0}" dt="2023-08-13T11:04:01.009" v="236" actId="1582"/>
          <ac:picMkLst>
            <pc:docMk/>
            <pc:sldMk cId="234224475" sldId="364"/>
            <ac:picMk id="19" creationId="{0FE397AF-5621-F0FD-CD5E-78F184043429}"/>
          </ac:picMkLst>
        </pc:picChg>
      </pc:sldChg>
      <pc:sldChg chg="modSp mod">
        <pc:chgData name="이 재호" userId="7add18884005aa59" providerId="LiveId" clId="{049CBB98-E011-476E-B9D4-A06E0F01E4F0}" dt="2023-08-13T08:36:18.967" v="79"/>
        <pc:sldMkLst>
          <pc:docMk/>
          <pc:sldMk cId="4021799422" sldId="365"/>
        </pc:sldMkLst>
        <pc:spChg chg="mod">
          <ac:chgData name="이 재호" userId="7add18884005aa59" providerId="LiveId" clId="{049CBB98-E011-476E-B9D4-A06E0F01E4F0}" dt="2023-08-13T08:36:18.967" v="79"/>
          <ac:spMkLst>
            <pc:docMk/>
            <pc:sldMk cId="4021799422" sldId="365"/>
            <ac:spMk id="22" creationId="{7E6A1D01-1BD3-DB7F-DD6F-B1CEE0DCED2C}"/>
          </ac:spMkLst>
        </pc:spChg>
      </pc:sldChg>
      <pc:sldChg chg="modSp mod">
        <pc:chgData name="이 재호" userId="7add18884005aa59" providerId="LiveId" clId="{049CBB98-E011-476E-B9D4-A06E0F01E4F0}" dt="2023-08-13T10:21:00.355" v="156" actId="20577"/>
        <pc:sldMkLst>
          <pc:docMk/>
          <pc:sldMk cId="352461664" sldId="366"/>
        </pc:sldMkLst>
        <pc:spChg chg="mod">
          <ac:chgData name="이 재호" userId="7add18884005aa59" providerId="LiveId" clId="{049CBB98-E011-476E-B9D4-A06E0F01E4F0}" dt="2023-08-13T10:21:00.355" v="156" actId="20577"/>
          <ac:spMkLst>
            <pc:docMk/>
            <pc:sldMk cId="352461664" sldId="366"/>
            <ac:spMk id="20" creationId="{52520DC1-6BE6-BFA2-698F-0BD258DBAA2D}"/>
          </ac:spMkLst>
        </pc:spChg>
      </pc:sldChg>
      <pc:sldChg chg="add ord">
        <pc:chgData name="이 재호" userId="7add18884005aa59" providerId="LiveId" clId="{049CBB98-E011-476E-B9D4-A06E0F01E4F0}" dt="2023-08-13T08:46:57.492" v="149"/>
        <pc:sldMkLst>
          <pc:docMk/>
          <pc:sldMk cId="2608555032" sldId="3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ACAC641-9047-22E8-ACCC-8D236DA879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나눔 명조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EDCE3A-D234-7243-6BE7-3F13F228B3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05F9B-E4D1-487E-B003-BAB728E1A408}" type="datetimeFigureOut">
              <a:rPr lang="ko-KR" altLang="en-US" smtClean="0">
                <a:latin typeface="나눔 명조"/>
              </a:rPr>
              <a:t>2025-03-26</a:t>
            </a:fld>
            <a:endParaRPr lang="ko-KR" altLang="en-US">
              <a:latin typeface="나눔 명조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3C7CC8-EFF1-7AB0-C003-DC178C5E07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나눔 명조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959934-A459-8F6E-79AA-321E613EBA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F6B3B-7C8F-49A3-8320-DA298DEC5FBE}" type="slidenum">
              <a:rPr lang="ko-KR" altLang="en-US" smtClean="0">
                <a:latin typeface="나눔 명조"/>
              </a:rPr>
              <a:t>‹#›</a:t>
            </a:fld>
            <a:endParaRPr lang="ko-KR" altLang="en-US">
              <a:latin typeface="나눔 명조"/>
            </a:endParaRPr>
          </a:p>
        </p:txBody>
      </p:sp>
    </p:spTree>
    <p:extLst>
      <p:ext uri="{BB962C8B-B14F-4D97-AF65-F5344CB8AC3E}">
        <p14:creationId xmlns:p14="http://schemas.microsoft.com/office/powerpoint/2010/main" val="1085427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 명조"/>
        <a:ea typeface="나눔 명조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E4A81D7F-27CB-E7B1-5270-FB5A6ADCA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EDB5B199-9474-E20C-6CFC-77FC752C7A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271792EF-846D-6456-0E0F-9862B417BB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779603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683215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A661F2C3-0FCC-AB7A-EF0E-075D9EE02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F9FB0405-559D-85F7-BCE3-003B9676F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A2F07DEA-27E4-B9E5-7ACF-B17850DA73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911267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F69B1D52-028F-9967-6A4D-5EA86A15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76B97E6E-2842-17C4-AF55-8CA2096DA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9A9BE7B5-6C2B-A01E-7AE3-857730351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234964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F63F4B69-B56C-079F-803E-DD67E9EB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C841F31F-84B3-9374-DF51-D53B8F56B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A50527DB-8F97-6DAA-FB49-3F7834FAAA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98182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8EE9C17A-8C18-838F-9799-9B592C763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084091F2-9D40-6DE3-30A4-6045293530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3B81C969-7D1A-1CFC-7133-89A188ACF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730773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6847B1B8-45DD-01E4-CBBF-76CEE921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E4FB21CA-7F0D-3B9D-7578-0CE354DB42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8D7DEC76-E0EA-D2C7-4F8E-5C3470F61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3924970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1055FFB4-03F8-CFA9-1F7E-9209AE8C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5b4d6cb139_0_135:notes">
            <a:extLst>
              <a:ext uri="{FF2B5EF4-FFF2-40B4-BE49-F238E27FC236}">
                <a16:creationId xmlns:a16="http://schemas.microsoft.com/office/drawing/2014/main" id="{CF4C9A2D-D88E-A654-67BE-1811049B3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5b4d6cb139_0_135:notes">
            <a:extLst>
              <a:ext uri="{FF2B5EF4-FFF2-40B4-BE49-F238E27FC236}">
                <a16:creationId xmlns:a16="http://schemas.microsoft.com/office/drawing/2014/main" id="{F34DB4A2-B8BD-B340-FE5F-DC6C419A2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288260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 flipH="1">
            <a:off x="530194" y="1431350"/>
            <a:ext cx="2810700" cy="23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 flipH="1">
            <a:off x="530269" y="3828300"/>
            <a:ext cx="2810700" cy="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 flipH="1">
            <a:off x="530231" y="849300"/>
            <a:ext cx="28107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195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3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 idx="3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 userDrawn="1"/>
        </p:nvSpPr>
        <p:spPr>
          <a:xfrm>
            <a:off x="-18900" y="2571750"/>
            <a:ext cx="68958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394000" y="3161875"/>
            <a:ext cx="3928725" cy="6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1138500" y="3253525"/>
            <a:ext cx="962325" cy="12087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525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9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394000" y="3908825"/>
            <a:ext cx="2845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cxnSp>
        <p:nvCxnSpPr>
          <p:cNvPr id="20" name="Google Shape;20;p3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21" name="Google Shape;21;p3"/>
          <p:cNvSpPr txBox="1">
            <a:spLocks noGrp="1"/>
          </p:cNvSpPr>
          <p:nvPr>
            <p:ph type="ctrTitle" idx="3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6B69DD6A-FC73-718E-473C-2DB089A3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02400" y="4914900"/>
            <a:ext cx="444500" cy="298450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레시피코리아OTF Medium" panose="02020503020101020101" pitchFamily="18" charset="-127"/>
                <a:ea typeface="레시피코리아OTF Medium" panose="02020503020101020101" pitchFamily="18" charset="-127"/>
              </a:defRPr>
            </a:lvl1pPr>
          </a:lstStyle>
          <a:p>
            <a:fld id="{D5C09FFF-FA28-48B0-906F-8E983FBDF5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-19013" y="3857700"/>
            <a:ext cx="6896025" cy="128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774131" y="3314100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1650" b="1">
                <a:latin typeface="Nixie One"/>
                <a:ea typeface="Nixie One"/>
                <a:cs typeface="Nixie One"/>
                <a:sym typeface="Nixi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3498619" y="3314100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1650" b="1">
                <a:latin typeface="Nixie One"/>
                <a:ea typeface="Nixie One"/>
                <a:cs typeface="Nixie One"/>
                <a:sym typeface="Nixi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sz="2100" b="1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774131" y="3920675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3498619" y="3920675"/>
            <a:ext cx="258525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534919" y="445025"/>
            <a:ext cx="57881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Nixie One"/>
              <a:buNone/>
              <a:defRPr sz="2250" b="1">
                <a:latin typeface="Nixie One"/>
                <a:ea typeface="Nixie One"/>
                <a:cs typeface="Nixie One"/>
                <a:sym typeface="Nixi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ctrTitle" idx="5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534919" y="1331888"/>
            <a:ext cx="3065625" cy="28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/>
            </a:lvl1pPr>
            <a:lvl2pPr marL="685800" lvl="1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900"/>
            </a:lvl2pPr>
            <a:lvl3pPr marL="1028700" lvl="2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900"/>
            </a:lvl3pPr>
            <a:lvl4pPr marL="1371600" lvl="3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900"/>
            </a:lvl4pPr>
            <a:lvl5pPr marL="1714500" lvl="4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900"/>
            </a:lvl5pPr>
            <a:lvl6pPr marL="2057400" lvl="5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900"/>
            </a:lvl6pPr>
            <a:lvl7pPr marL="2400300" lvl="6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900"/>
            </a:lvl7pPr>
            <a:lvl8pPr marL="2743200" lvl="7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900"/>
            </a:lvl8pPr>
            <a:lvl9pPr marL="3086100" lvl="8" indent="-238125" rtl="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9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534919" y="539500"/>
            <a:ext cx="3017700" cy="4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cxnSp>
        <p:nvCxnSpPr>
          <p:cNvPr id="42" name="Google Shape;42;p7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43" name="Google Shape;43;p7"/>
          <p:cNvSpPr/>
          <p:nvPr/>
        </p:nvSpPr>
        <p:spPr>
          <a:xfrm>
            <a:off x="-427399" y="4608579"/>
            <a:ext cx="962325" cy="1208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lt2"/>
              </a:solidFill>
              <a:latin typeface="나눔 명조"/>
            </a:endParaRPr>
          </a:p>
        </p:txBody>
      </p:sp>
      <p:sp>
        <p:nvSpPr>
          <p:cNvPr id="44" name="Google Shape;44;p7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0" y="0"/>
            <a:ext cx="68580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2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267988" y="638330"/>
            <a:ext cx="4322025" cy="176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75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endParaRPr/>
          </a:p>
        </p:txBody>
      </p:sp>
      <p:cxnSp>
        <p:nvCxnSpPr>
          <p:cNvPr id="48" name="Google Shape;48;p8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49" name="Google Shape;49;p8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2" name="텍스트 상자 11">
            <a:extLst>
              <a:ext uri="{FF2B5EF4-FFF2-40B4-BE49-F238E27FC236}">
                <a16:creationId xmlns:a16="http://schemas.microsoft.com/office/drawing/2014/main" id="{FA94AC56-F323-DCD0-F1DF-C556361569CE}"/>
              </a:ext>
            </a:extLst>
          </p:cNvPr>
          <p:cNvSpPr txBox="1"/>
          <p:nvPr userDrawn="1"/>
        </p:nvSpPr>
        <p:spPr>
          <a:xfrm>
            <a:off x="6323044" y="4702683"/>
            <a:ext cx="453483" cy="32998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fld id="{E7FF73EE-DEFA-DD40-A162-19EE85813BBC}" type="slidenum">
              <a:rPr kumimoji="1" lang="ko-KR" altLang="en-US" sz="1000" smtClean="0">
                <a:solidFill>
                  <a:schemeClr val="tx1">
                    <a:lumMod val="50000"/>
                  </a:schemeClr>
                </a:solidFill>
                <a:latin typeface="Squada One" panose="020B0600000101010101" charset="0"/>
                <a:ea typeface="나눔고딕" panose="020D0604000000000000" pitchFamily="50" charset="-127"/>
              </a:rPr>
              <a:pPr algn="ctr"/>
              <a:t>‹#›</a:t>
            </a:fld>
            <a:endParaRPr kumimoji="1" lang="ko-KR" altLang="en-US" sz="900">
              <a:solidFill>
                <a:schemeClr val="tx1">
                  <a:lumMod val="50000"/>
                </a:schemeClr>
              </a:solidFill>
              <a:latin typeface="Squada One" panose="020B0600000101010101" charset="0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534919" y="1776925"/>
            <a:ext cx="2817675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ixie One"/>
              <a:buNone/>
              <a:defRPr b="1">
                <a:solidFill>
                  <a:schemeClr val="lt1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534919" y="2460551"/>
            <a:ext cx="2817675" cy="14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54" name="Google Shape;54;p9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2" name="텍스트 상자 11">
            <a:extLst>
              <a:ext uri="{FF2B5EF4-FFF2-40B4-BE49-F238E27FC236}">
                <a16:creationId xmlns:a16="http://schemas.microsoft.com/office/drawing/2014/main" id="{DEFE78EF-CF04-D86B-1A1B-ABCC97B1946C}"/>
              </a:ext>
            </a:extLst>
          </p:cNvPr>
          <p:cNvSpPr txBox="1"/>
          <p:nvPr userDrawn="1"/>
        </p:nvSpPr>
        <p:spPr>
          <a:xfrm>
            <a:off x="6323044" y="4702683"/>
            <a:ext cx="453483" cy="32998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fld id="{E7FF73EE-DEFA-DD40-A162-19EE85813BBC}" type="slidenum">
              <a:rPr kumimoji="1" lang="ko-KR" altLang="en-US" sz="1000" smtClean="0">
                <a:solidFill>
                  <a:schemeClr val="tx1">
                    <a:lumMod val="50000"/>
                  </a:schemeClr>
                </a:solidFill>
                <a:latin typeface="Squada One" panose="020B0600000101010101" charset="0"/>
                <a:ea typeface="나눔고딕" panose="020D0604000000000000" pitchFamily="50" charset="-127"/>
              </a:rPr>
              <a:pPr algn="ctr"/>
              <a:t>‹#›</a:t>
            </a:fld>
            <a:endParaRPr kumimoji="1" lang="ko-KR" altLang="en-US" sz="900">
              <a:solidFill>
                <a:schemeClr val="tx1">
                  <a:lumMod val="50000"/>
                </a:schemeClr>
              </a:solidFill>
              <a:latin typeface="Squada One" panose="020B0600000101010101" charset="0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3436519" y="2029800"/>
            <a:ext cx="2886525" cy="10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/>
          <p:nvPr/>
        </p:nvSpPr>
        <p:spPr>
          <a:xfrm flipH="1">
            <a:off x="-18900" y="2588288"/>
            <a:ext cx="68958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chemeClr val="dk1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534919" y="615700"/>
            <a:ext cx="5788125" cy="13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2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534938" y="2069372"/>
            <a:ext cx="5788125" cy="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>
            <a:endParaRPr/>
          </a:p>
        </p:txBody>
      </p:sp>
      <p:cxnSp>
        <p:nvCxnSpPr>
          <p:cNvPr id="62" name="Google Shape;62;p11"/>
          <p:cNvCxnSpPr/>
          <p:nvPr/>
        </p:nvCxnSpPr>
        <p:spPr>
          <a:xfrm>
            <a:off x="530231" y="53425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63" name="Google Shape;63;p11"/>
          <p:cNvSpPr txBox="1">
            <a:spLocks noGrp="1"/>
          </p:cNvSpPr>
          <p:nvPr>
            <p:ph type="ctrTitle" idx="2"/>
          </p:nvPr>
        </p:nvSpPr>
        <p:spPr>
          <a:xfrm flipH="1">
            <a:off x="530231" y="233100"/>
            <a:ext cx="57942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Nixie One"/>
              <a:buNone/>
              <a:defRPr sz="1050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4919" y="445025"/>
            <a:ext cx="57881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Nixie One"/>
              <a:buNone/>
              <a:defRPr sz="3000" b="1">
                <a:solidFill>
                  <a:schemeClr val="dk2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4919" y="1152475"/>
            <a:ext cx="578812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84462DEE-33E0-C773-C41C-E3F901B28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13500" y="4845050"/>
            <a:ext cx="444500" cy="298450"/>
          </a:xfrm>
          <a:prstGeom prst="rect">
            <a:avLst/>
          </a:prstGeom>
        </p:spPr>
        <p:txBody>
          <a:bodyPr/>
          <a:lstStyle/>
          <a:p>
            <a:fld id="{D5C09FFF-FA28-48B0-906F-8E983FBDF5C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4;p15">
            <a:extLst>
              <a:ext uri="{FF2B5EF4-FFF2-40B4-BE49-F238E27FC236}">
                <a16:creationId xmlns:a16="http://schemas.microsoft.com/office/drawing/2014/main" id="{82BB24E8-6B78-88D6-A597-0268D8F46576}"/>
              </a:ext>
            </a:extLst>
          </p:cNvPr>
          <p:cNvSpPr/>
          <p:nvPr/>
        </p:nvSpPr>
        <p:spPr>
          <a:xfrm>
            <a:off x="124692" y="126422"/>
            <a:ext cx="6608617" cy="48906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050" dirty="0">
              <a:solidFill>
                <a:srgbClr val="FFFFFF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cxnSp>
        <p:nvCxnSpPr>
          <p:cNvPr id="5" name="Google Shape;10;p2">
            <a:extLst>
              <a:ext uri="{FF2B5EF4-FFF2-40B4-BE49-F238E27FC236}">
                <a16:creationId xmlns:a16="http://schemas.microsoft.com/office/drawing/2014/main" id="{1124BC15-5EED-DE43-03B4-794AEB3212D0}"/>
              </a:ext>
            </a:extLst>
          </p:cNvPr>
          <p:cNvCxnSpPr>
            <a:cxnSpLocks/>
          </p:cNvCxnSpPr>
          <p:nvPr/>
        </p:nvCxnSpPr>
        <p:spPr>
          <a:xfrm>
            <a:off x="523103" y="3692740"/>
            <a:ext cx="579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4E3846-B020-0790-B325-E2CBCEC81BD9}"/>
              </a:ext>
            </a:extLst>
          </p:cNvPr>
          <p:cNvSpPr txBox="1"/>
          <p:nvPr/>
        </p:nvSpPr>
        <p:spPr>
          <a:xfrm>
            <a:off x="4544016" y="4194592"/>
            <a:ext cx="21892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4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2025.03.26</a:t>
            </a:r>
            <a:r>
              <a:rPr lang="ko-KR" altLang="en-US" sz="14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</a:t>
            </a:r>
            <a:endParaRPr lang="en-US" altLang="ko-KR" sz="14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이재호</a:t>
            </a:r>
            <a:endParaRPr lang="en-US" altLang="ko-KR" sz="14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349FB4-33D4-606D-0922-CB59C33DEF07}"/>
              </a:ext>
            </a:extLst>
          </p:cNvPr>
          <p:cNvSpPr txBox="1"/>
          <p:nvPr/>
        </p:nvSpPr>
        <p:spPr>
          <a:xfrm>
            <a:off x="2119190" y="1826854"/>
            <a:ext cx="2619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Doosan Robotics</a:t>
            </a:r>
          </a:p>
          <a:p>
            <a:pPr algn="ctr"/>
            <a:endParaRPr lang="en-US" altLang="ko-KR" sz="2000" dirty="0"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algn="ctr"/>
            <a:r>
              <a:rPr lang="en-US" altLang="ko-KR" sz="20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2926BF7-5D63-BBA8-DBE8-3C10BDADC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7BBE8A1-A8C5-4F6F-97B7-24E9936A8955}"/>
              </a:ext>
            </a:extLst>
          </p:cNvPr>
          <p:cNvSpPr txBox="1"/>
          <p:nvPr/>
        </p:nvSpPr>
        <p:spPr>
          <a:xfrm>
            <a:off x="175599" y="577767"/>
            <a:ext cx="6268743" cy="313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OpenCV – bitwise operator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bitwise_and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Bitwise_or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Bitwise_xor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Bitwise_not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7C86BA7-80A3-5BF5-4730-956B4A85E584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97D4017-299E-53AA-B15F-7D20148F58C3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49F9FC4-601B-A6DD-EB80-5158C2695D57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2D6389A-AE60-EF43-346B-B4C3AACB7B08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3A9E1A-119A-7DAE-155F-A15C3CC9BF3E}"/>
                </a:ext>
              </a:extLst>
            </p:cNvPr>
            <p:cNvSpPr txBox="1"/>
            <p:nvPr/>
          </p:nvSpPr>
          <p:spPr>
            <a:xfrm>
              <a:off x="280736" y="282154"/>
              <a:ext cx="47741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1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590BC4-96B5-E8F2-02AC-6438486599BB}"/>
                </a:ext>
              </a:extLst>
            </p:cNvPr>
            <p:cNvSpPr txBox="1"/>
            <p:nvPr/>
          </p:nvSpPr>
          <p:spPr>
            <a:xfrm>
              <a:off x="871869" y="303882"/>
              <a:ext cx="141743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bitwise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AE6303E-7069-0BF8-AF43-FB155A7B3B69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017A9EAB-ABFC-74E2-5530-F1D59D80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FAA1F3-97D0-5A73-1FEA-E5B31F24B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99" y="998588"/>
            <a:ext cx="6002335" cy="149696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AFFC1FB-6E7B-18B1-5DF0-CA9BAA1DF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518" y="2647951"/>
            <a:ext cx="1121363" cy="121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0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B728302A-9161-EC34-B173-770844BD38C0}"/>
              </a:ext>
            </a:extLst>
          </p:cNvPr>
          <p:cNvSpPr txBox="1"/>
          <p:nvPr/>
        </p:nvSpPr>
        <p:spPr>
          <a:xfrm>
            <a:off x="175599" y="577767"/>
            <a:ext cx="6268743" cy="313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OpenCV – bitwise operator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bitwise_and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Bitwise_or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Bitwise_xor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Bitwise_not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B3ADF72-3A99-25BA-9D6F-E45CB9F90504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916BBB0-6BF7-87BA-DF2F-D2AA07691886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EA5C7DB-98F4-5473-C03D-B10DEC361957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D726056-58C2-C817-7FE9-E0404D3DB002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AF814A-4EBB-9561-FE4F-ED8E94463B3A}"/>
                </a:ext>
              </a:extLst>
            </p:cNvPr>
            <p:cNvSpPr txBox="1"/>
            <p:nvPr/>
          </p:nvSpPr>
          <p:spPr>
            <a:xfrm>
              <a:off x="280736" y="282154"/>
              <a:ext cx="47741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1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440F539-5570-2554-D863-33153C347000}"/>
                </a:ext>
              </a:extLst>
            </p:cNvPr>
            <p:cNvSpPr txBox="1"/>
            <p:nvPr/>
          </p:nvSpPr>
          <p:spPr>
            <a:xfrm>
              <a:off x="871869" y="303882"/>
              <a:ext cx="141743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bitwise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1D27299-7DC1-25D4-73CB-3A4443B5E890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AE7319DC-8EAE-0D31-6850-231FDE4E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71C45E-8417-0F20-BC69-D06E2A580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99" y="998588"/>
            <a:ext cx="6002335" cy="1496962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AB37AFD-4D9C-15BE-6814-F760AB74C629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5450567" y="2012950"/>
            <a:ext cx="108608" cy="15712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0D4EC11-BF5D-DA68-7592-C6A881398508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3145182" y="2047875"/>
            <a:ext cx="1025820" cy="680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C0CE9A-4C15-C49D-6726-B58FA09CF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03987"/>
              </p:ext>
            </p:extLst>
          </p:nvPr>
        </p:nvGraphicFramePr>
        <p:xfrm>
          <a:off x="2312062" y="2728286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D67A08-0FB3-9ABF-5019-C01E06B56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757081"/>
              </p:ext>
            </p:extLst>
          </p:nvPr>
        </p:nvGraphicFramePr>
        <p:xfrm>
          <a:off x="3545996" y="3132945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E72E087-9FB1-F343-608F-1C0C9037E37B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379116" y="2200275"/>
            <a:ext cx="346939" cy="9326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580961A-5E01-F7EC-B802-0E3E73F5B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039895"/>
              </p:ext>
            </p:extLst>
          </p:nvPr>
        </p:nvGraphicFramePr>
        <p:xfrm>
          <a:off x="4726055" y="3584194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36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1C421B48-5A37-9DB2-FFF7-008A8FDF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CEF07341-D406-08D1-2FFF-5BB81AD48F1D}"/>
              </a:ext>
            </a:extLst>
          </p:cNvPr>
          <p:cNvSpPr txBox="1"/>
          <p:nvPr/>
        </p:nvSpPr>
        <p:spPr>
          <a:xfrm>
            <a:off x="175599" y="577767"/>
            <a:ext cx="6268743" cy="313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OpenCV – bitwise operator</a:t>
            </a: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bitwise_and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Bitwise_or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Bitwise_xor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Bitwise_not</a:t>
            </a: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A11E7F-6D16-1855-D8FE-87C60E5FD6CF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0192FB1-3ACE-9843-8E85-2E6448CD4FDF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0D9A056-A05D-16F2-DA38-E174E2DA1847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4C53541-BE9F-1FA0-60B6-8DECFB894AA1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7596D22-3944-A4EE-B46C-E6B24E994CEA}"/>
                </a:ext>
              </a:extLst>
            </p:cNvPr>
            <p:cNvSpPr txBox="1"/>
            <p:nvPr/>
          </p:nvSpPr>
          <p:spPr>
            <a:xfrm>
              <a:off x="280736" y="282154"/>
              <a:ext cx="47741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1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56E862-D43F-01DA-55F8-CF1C4A3C0A0B}"/>
                </a:ext>
              </a:extLst>
            </p:cNvPr>
            <p:cNvSpPr txBox="1"/>
            <p:nvPr/>
          </p:nvSpPr>
          <p:spPr>
            <a:xfrm>
              <a:off x="871869" y="303882"/>
              <a:ext cx="141743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bitwise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2CF7099-5C28-0D8E-476C-E37BB47B310D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96FD9920-F583-B032-6797-69FBA7FF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71838E-69E8-84F2-8979-040DF648C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99" y="998588"/>
            <a:ext cx="6002335" cy="1496962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E92F38C-04A9-C8D7-DD0C-614FE7A691F0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5450567" y="2012950"/>
            <a:ext cx="108608" cy="15712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7D6652D-5DBE-A5A7-CA4F-9AF058816C29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3145182" y="2047875"/>
            <a:ext cx="1025820" cy="680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314501E-AE33-A4D4-5206-D6E9FA07049A}"/>
              </a:ext>
            </a:extLst>
          </p:cNvPr>
          <p:cNvGraphicFramePr>
            <a:graphicFrameLocks noGrp="1"/>
          </p:cNvGraphicFramePr>
          <p:nvPr/>
        </p:nvGraphicFramePr>
        <p:xfrm>
          <a:off x="2312062" y="2728286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052361E-DE79-808B-CC9E-96879D56E8AD}"/>
              </a:ext>
            </a:extLst>
          </p:cNvPr>
          <p:cNvGraphicFramePr>
            <a:graphicFrameLocks noGrp="1"/>
          </p:cNvGraphicFramePr>
          <p:nvPr/>
        </p:nvGraphicFramePr>
        <p:xfrm>
          <a:off x="3545996" y="3132945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8DA5D0E-D8AD-0F7D-F3EF-FB087E2EF20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379116" y="2200275"/>
            <a:ext cx="346939" cy="9326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6E94AA1-B3CC-9FFE-3731-6B5B97AEDBD3}"/>
              </a:ext>
            </a:extLst>
          </p:cNvPr>
          <p:cNvGraphicFramePr>
            <a:graphicFrameLocks noGrp="1"/>
          </p:cNvGraphicFramePr>
          <p:nvPr/>
        </p:nvGraphicFramePr>
        <p:xfrm>
          <a:off x="4726055" y="3584194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58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86A46DA-1799-0FCD-E900-B4A91279C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F042353A-15CC-6C4E-1D22-C24D617E0593}"/>
              </a:ext>
            </a:extLst>
          </p:cNvPr>
          <p:cNvSpPr txBox="1"/>
          <p:nvPr/>
        </p:nvSpPr>
        <p:spPr>
          <a:xfrm>
            <a:off x="175599" y="577767"/>
            <a:ext cx="6268743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en-US" altLang="ko-KR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OpenCV – bitwise operator  </a:t>
            </a:r>
            <a:r>
              <a:rPr lang="en-US" altLang="ko-KR" sz="1200" b="1" dirty="0" err="1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And_bit_operation</a:t>
            </a:r>
            <a:endParaRPr lang="en-US" altLang="ko-KR" sz="1200" b="1" dirty="0">
              <a:solidFill>
                <a:srgbClr val="005F9F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Aft>
                <a:spcPts val="80"/>
              </a:spcAft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Aft>
                <a:spcPts val="80"/>
              </a:spcAft>
            </a:pPr>
            <a:endParaRPr lang="en-US" altLang="ko-KR" sz="800" b="1" dirty="0">
              <a:solidFill>
                <a:srgbClr val="FF0000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1E02F39-E169-482E-77C6-284EB42DCD94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BAC765E-0783-2C5E-362E-F3913063894A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A9A33EB-4A72-962D-92D0-40CA64A2848B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679B1C0-F918-0383-1520-DAE5112D637A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9FF37C-BA89-0755-A367-8DCD56A5A05C}"/>
                </a:ext>
              </a:extLst>
            </p:cNvPr>
            <p:cNvSpPr txBox="1"/>
            <p:nvPr/>
          </p:nvSpPr>
          <p:spPr>
            <a:xfrm>
              <a:off x="280736" y="282154"/>
              <a:ext cx="47741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1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B246AA-0C68-48E4-6A9B-B8F5B2908E09}"/>
                </a:ext>
              </a:extLst>
            </p:cNvPr>
            <p:cNvSpPr txBox="1"/>
            <p:nvPr/>
          </p:nvSpPr>
          <p:spPr>
            <a:xfrm>
              <a:off x="871869" y="303882"/>
              <a:ext cx="1417432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bitwise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E690484-7AB0-E209-B92B-871CB517001F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2F8772C5-C8C6-91CD-5C63-5D29C8A6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0FDE38D-1576-CFFE-3315-509D1944C882}"/>
              </a:ext>
            </a:extLst>
          </p:cNvPr>
          <p:cNvGrpSpPr/>
          <p:nvPr/>
        </p:nvGrpSpPr>
        <p:grpSpPr>
          <a:xfrm>
            <a:off x="79934" y="755882"/>
            <a:ext cx="1336709" cy="4308243"/>
            <a:chOff x="79933" y="680608"/>
            <a:chExt cx="1491683" cy="480772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4B0EE0D-38B6-A9A0-8320-3B7D5F99C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7584" t="5691" r="21772" b="2364"/>
            <a:stretch/>
          </p:blipFill>
          <p:spPr>
            <a:xfrm>
              <a:off x="289559" y="919162"/>
              <a:ext cx="1239107" cy="137636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1315A11-3AF8-68CD-A813-9285A8C08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514" y="4131486"/>
              <a:ext cx="1251370" cy="1356849"/>
            </a:xfrm>
            <a:prstGeom prst="rect">
              <a:avLst/>
            </a:prstGeom>
          </p:spPr>
        </p:pic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B64EEEE-F157-2B9E-4BA7-82DC4C68C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454" t="4971" r="600"/>
            <a:stretch/>
          </p:blipFill>
          <p:spPr>
            <a:xfrm>
              <a:off x="289559" y="2354627"/>
              <a:ext cx="1257325" cy="1422553"/>
            </a:xfrm>
            <a:prstGeom prst="rect">
              <a:avLst/>
            </a:prstGeom>
          </p:spPr>
        </p:pic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A42CFD8-2A37-8A3E-2967-337AA3FECA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63" y="680608"/>
              <a:ext cx="0" cy="4807727"/>
            </a:xfrm>
            <a:prstGeom prst="line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CCD3B567-5652-A36D-B49C-A23EA99EC3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676" y="680608"/>
              <a:ext cx="0" cy="4807727"/>
            </a:xfrm>
            <a:prstGeom prst="line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732359D7-331C-466E-7DEF-F585A718ABAC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 flipV="1">
              <a:off x="904875" y="680608"/>
              <a:ext cx="16325" cy="4807727"/>
            </a:xfrm>
            <a:prstGeom prst="line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EF95E9FC-C6F5-9B2F-4E8D-3FD4A9CB59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4939" y="680608"/>
              <a:ext cx="0" cy="4807727"/>
            </a:xfrm>
            <a:prstGeom prst="line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6EC3263D-336C-4999-13DB-AEC69FE7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8666" y="680608"/>
              <a:ext cx="0" cy="4807727"/>
            </a:xfrm>
            <a:prstGeom prst="line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092D11C-3B54-69D2-076C-B15AC37437F5}"/>
                </a:ext>
              </a:extLst>
            </p:cNvPr>
            <p:cNvSpPr txBox="1"/>
            <p:nvPr/>
          </p:nvSpPr>
          <p:spPr>
            <a:xfrm>
              <a:off x="79933" y="3864636"/>
              <a:ext cx="209626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80"/>
                </a:spcAft>
              </a:pPr>
              <a:r>
                <a:rPr lang="en-US" altLang="ko-KR" sz="500" b="1" dirty="0">
                  <a:solidFill>
                    <a:srgbClr val="005F9F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  <a:cs typeface="Calibri" panose="020F0502020204030204" pitchFamily="34" charset="0"/>
                </a:rPr>
                <a:t>1</a:t>
              </a:r>
              <a:endParaRPr lang="en-US" altLang="ko-KR" sz="5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6A31D29-4FF6-B5D7-50CE-A2557FCE7868}"/>
                </a:ext>
              </a:extLst>
            </p:cNvPr>
            <p:cNvSpPr txBox="1"/>
            <p:nvPr/>
          </p:nvSpPr>
          <p:spPr>
            <a:xfrm>
              <a:off x="289559" y="3864636"/>
              <a:ext cx="209626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80"/>
                </a:spcAft>
              </a:pPr>
              <a:r>
                <a:rPr lang="en-US" altLang="ko-KR" sz="500" b="1" dirty="0">
                  <a:solidFill>
                    <a:srgbClr val="005F9F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  <a:cs typeface="Calibri" panose="020F0502020204030204" pitchFamily="34" charset="0"/>
                </a:rPr>
                <a:t>2</a:t>
              </a:r>
              <a:endParaRPr lang="en-US" altLang="ko-KR" sz="5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AFF2CD-9E4F-8339-74A1-F44A9C965137}"/>
                </a:ext>
              </a:extLst>
            </p:cNvPr>
            <p:cNvSpPr txBox="1"/>
            <p:nvPr/>
          </p:nvSpPr>
          <p:spPr>
            <a:xfrm>
              <a:off x="518099" y="3864636"/>
              <a:ext cx="209626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80"/>
                </a:spcAft>
              </a:pPr>
              <a:r>
                <a:rPr lang="en-US" altLang="ko-KR" sz="500" b="1" dirty="0">
                  <a:solidFill>
                    <a:srgbClr val="005F9F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  <a:cs typeface="Calibri" panose="020F0502020204030204" pitchFamily="34" charset="0"/>
                </a:rPr>
                <a:t>3</a:t>
              </a:r>
              <a:endParaRPr lang="en-US" altLang="ko-KR" sz="5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867C151-9C05-1FCB-DAF0-9540B94CC6CF}"/>
                </a:ext>
              </a:extLst>
            </p:cNvPr>
            <p:cNvSpPr txBox="1"/>
            <p:nvPr/>
          </p:nvSpPr>
          <p:spPr>
            <a:xfrm>
              <a:off x="999247" y="3864636"/>
              <a:ext cx="209626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80"/>
                </a:spcAft>
              </a:pPr>
              <a:r>
                <a:rPr lang="en-US" altLang="ko-KR" sz="500" b="1" dirty="0">
                  <a:solidFill>
                    <a:srgbClr val="005F9F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  <a:cs typeface="Calibri" panose="020F0502020204030204" pitchFamily="34" charset="0"/>
                </a:rPr>
                <a:t>4</a:t>
              </a:r>
              <a:endParaRPr lang="en-US" altLang="ko-KR" sz="5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B040A91-924F-D09C-97FE-69D3C5B371B6}"/>
                </a:ext>
              </a:extLst>
            </p:cNvPr>
            <p:cNvSpPr txBox="1"/>
            <p:nvPr/>
          </p:nvSpPr>
          <p:spPr>
            <a:xfrm>
              <a:off x="1361990" y="3864636"/>
              <a:ext cx="209626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80"/>
                </a:spcAft>
              </a:pPr>
              <a:r>
                <a:rPr lang="en-US" altLang="ko-KR" sz="500" b="1" dirty="0">
                  <a:solidFill>
                    <a:srgbClr val="005F9F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  <a:cs typeface="Calibri" panose="020F0502020204030204" pitchFamily="34" charset="0"/>
                </a:rPr>
                <a:t>5</a:t>
              </a:r>
              <a:endParaRPr lang="en-US" altLang="ko-KR" sz="5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B093980-6147-C998-291A-1E318464912C}"/>
              </a:ext>
            </a:extLst>
          </p:cNvPr>
          <p:cNvSpPr txBox="1"/>
          <p:nvPr/>
        </p:nvSpPr>
        <p:spPr>
          <a:xfrm>
            <a:off x="1700765" y="969652"/>
            <a:ext cx="386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1</a:t>
            </a: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5862ED93-43F2-C257-54B9-333B31E31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995525"/>
              </p:ext>
            </p:extLst>
          </p:nvPr>
        </p:nvGraphicFramePr>
        <p:xfrm>
          <a:off x="2134136" y="1020566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7B832828-FC40-D6C7-2679-352E91481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779794"/>
              </p:ext>
            </p:extLst>
          </p:nvPr>
        </p:nvGraphicFramePr>
        <p:xfrm>
          <a:off x="2134136" y="1349826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C7B56070-5937-49E3-F28C-FC5EBC1F9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721232"/>
              </p:ext>
            </p:extLst>
          </p:nvPr>
        </p:nvGraphicFramePr>
        <p:xfrm>
          <a:off x="2134136" y="1662968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B5830BCF-9B13-D3EA-A1B9-2ACCB521A5E8}"/>
              </a:ext>
            </a:extLst>
          </p:cNvPr>
          <p:cNvSpPr txBox="1"/>
          <p:nvPr/>
        </p:nvSpPr>
        <p:spPr>
          <a:xfrm>
            <a:off x="1700765" y="1324368"/>
            <a:ext cx="386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&amp;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CAC2E4-13C9-CDEA-C2A1-241C7F6D9056}"/>
              </a:ext>
            </a:extLst>
          </p:cNvPr>
          <p:cNvSpPr txBox="1"/>
          <p:nvPr/>
        </p:nvSpPr>
        <p:spPr>
          <a:xfrm>
            <a:off x="1700765" y="2026927"/>
            <a:ext cx="386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383E85-1720-FEE4-CAD4-58B4E092DF10}"/>
              </a:ext>
            </a:extLst>
          </p:cNvPr>
          <p:cNvSpPr txBox="1"/>
          <p:nvPr/>
        </p:nvSpPr>
        <p:spPr>
          <a:xfrm>
            <a:off x="1700765" y="2381643"/>
            <a:ext cx="386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&amp;</a:t>
            </a: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16C346B8-5BF0-83A8-E6A4-36939C5A4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745855"/>
              </p:ext>
            </p:extLst>
          </p:nvPr>
        </p:nvGraphicFramePr>
        <p:xfrm>
          <a:off x="2134136" y="2052383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4FB97145-A52B-4182-FE0B-A74A1129A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34533"/>
              </p:ext>
            </p:extLst>
          </p:nvPr>
        </p:nvGraphicFramePr>
        <p:xfrm>
          <a:off x="2134136" y="2407099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EA24D10F-50E9-5332-0960-DD4DCAA4A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681267"/>
              </p:ext>
            </p:extLst>
          </p:nvPr>
        </p:nvGraphicFramePr>
        <p:xfrm>
          <a:off x="2134136" y="2774796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213DBEB6-0E5F-A815-206D-249D769130A6}"/>
              </a:ext>
            </a:extLst>
          </p:cNvPr>
          <p:cNvSpPr txBox="1"/>
          <p:nvPr/>
        </p:nvSpPr>
        <p:spPr>
          <a:xfrm>
            <a:off x="1700765" y="3116394"/>
            <a:ext cx="386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747561-4FA6-2026-2597-8EEB1218A5F3}"/>
              </a:ext>
            </a:extLst>
          </p:cNvPr>
          <p:cNvSpPr txBox="1"/>
          <p:nvPr/>
        </p:nvSpPr>
        <p:spPr>
          <a:xfrm>
            <a:off x="1700765" y="3471110"/>
            <a:ext cx="386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&amp;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0767AD2C-FE37-D555-A803-EED16CE63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745855"/>
              </p:ext>
            </p:extLst>
          </p:nvPr>
        </p:nvGraphicFramePr>
        <p:xfrm>
          <a:off x="2134136" y="3167308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E85CE9A9-26E2-4ECB-7D2E-B3EEE7E40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105315"/>
              </p:ext>
            </p:extLst>
          </p:nvPr>
        </p:nvGraphicFramePr>
        <p:xfrm>
          <a:off x="2134136" y="3522024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853E8B5D-BF60-F149-AC4D-35E9303D4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752045"/>
              </p:ext>
            </p:extLst>
          </p:nvPr>
        </p:nvGraphicFramePr>
        <p:xfrm>
          <a:off x="2134136" y="3898581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9269F0C4-F144-DD16-AB35-042D6474FEC7}"/>
              </a:ext>
            </a:extLst>
          </p:cNvPr>
          <p:cNvSpPr txBox="1"/>
          <p:nvPr/>
        </p:nvSpPr>
        <p:spPr>
          <a:xfrm>
            <a:off x="4072553" y="969652"/>
            <a:ext cx="386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4</a:t>
            </a:r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829BB712-52D6-9FC5-933C-E84800CFB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728529"/>
              </p:ext>
            </p:extLst>
          </p:nvPr>
        </p:nvGraphicFramePr>
        <p:xfrm>
          <a:off x="4505924" y="1020566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84AEB609-EA31-78DE-C68E-9B5BFABB4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817479"/>
              </p:ext>
            </p:extLst>
          </p:nvPr>
        </p:nvGraphicFramePr>
        <p:xfrm>
          <a:off x="4505924" y="1349826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1C746A18-3133-C53C-FC6A-3411719EA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485421"/>
              </p:ext>
            </p:extLst>
          </p:nvPr>
        </p:nvGraphicFramePr>
        <p:xfrm>
          <a:off x="4505924" y="1662968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9163C076-2817-EC79-DF17-2769B9277561}"/>
              </a:ext>
            </a:extLst>
          </p:cNvPr>
          <p:cNvSpPr txBox="1"/>
          <p:nvPr/>
        </p:nvSpPr>
        <p:spPr>
          <a:xfrm>
            <a:off x="4072553" y="1324368"/>
            <a:ext cx="386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&amp;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455605-736F-EF8B-26D3-BFFDE15F027F}"/>
              </a:ext>
            </a:extLst>
          </p:cNvPr>
          <p:cNvSpPr txBox="1"/>
          <p:nvPr/>
        </p:nvSpPr>
        <p:spPr>
          <a:xfrm>
            <a:off x="4072553" y="2001469"/>
            <a:ext cx="386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5</a:t>
            </a: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F85D45FF-69F5-199B-1EB6-A3774192F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728529"/>
              </p:ext>
            </p:extLst>
          </p:nvPr>
        </p:nvGraphicFramePr>
        <p:xfrm>
          <a:off x="4505924" y="2052383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548164FF-D5CF-2C22-05B0-DD761AC66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875579"/>
              </p:ext>
            </p:extLst>
          </p:nvPr>
        </p:nvGraphicFramePr>
        <p:xfrm>
          <a:off x="4505924" y="2381643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9F1DC1BC-DF0C-1704-BD3B-D0A97AEDC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161992"/>
              </p:ext>
            </p:extLst>
          </p:nvPr>
        </p:nvGraphicFramePr>
        <p:xfrm>
          <a:off x="4505924" y="2694785"/>
          <a:ext cx="1666240" cy="226085"/>
        </p:xfrm>
        <a:graphic>
          <a:graphicData uri="http://schemas.openxmlformats.org/drawingml/2006/table">
            <a:tbl>
              <a:tblPr firstRow="1" bandRow="1">
                <a:tableStyleId>{43BBD2E8-9A31-4CBC-99FD-948D80DB42DA}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53701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95318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780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108414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6915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483188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33863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93007993"/>
                    </a:ext>
                  </a:extLst>
                </a:gridCol>
              </a:tblGrid>
              <a:tr h="226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737109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11409215-C251-68C3-8474-F2FAE0232DAC}"/>
              </a:ext>
            </a:extLst>
          </p:cNvPr>
          <p:cNvSpPr txBox="1"/>
          <p:nvPr/>
        </p:nvSpPr>
        <p:spPr>
          <a:xfrm>
            <a:off x="4072553" y="2356185"/>
            <a:ext cx="3865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"/>
              </a:spcAft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329159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DDE113CF-5328-63A3-F534-1FFF0235F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1531CBAF-CD1A-1A0B-6777-20D4E601F9A5}"/>
              </a:ext>
            </a:extLst>
          </p:cNvPr>
          <p:cNvSpPr txBox="1"/>
          <p:nvPr/>
        </p:nvSpPr>
        <p:spPr>
          <a:xfrm>
            <a:off x="175599" y="577767"/>
            <a:ext cx="6268743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ko-KR" altLang="en-US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문제 포인트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Map size: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5x5,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유물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7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가지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1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부터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7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로 표현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3953F5-86C7-5E93-EBBD-4CAF93673321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AB8F9C3-9811-6C5B-70EB-795FDBA35C23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57BC360-80D9-2C51-C886-58E594E1097F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5C45732A-E822-ECF5-6664-AEB3A006D072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C6D4636-41EC-A1BA-C0C4-A6D54858D7F9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9B698BD-0A85-F059-8CF4-2A1810468131}"/>
                </a:ext>
              </a:extLst>
            </p:cNvPr>
            <p:cNvSpPr txBox="1"/>
            <p:nvPr/>
          </p:nvSpPr>
          <p:spPr>
            <a:xfrm>
              <a:off x="871869" y="303882"/>
              <a:ext cx="2250570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미로 주행 테스트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966EB284-1482-7ABE-A421-685950520399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2A3A88D6-7635-98D5-F486-4C0E8A87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7FA3D8-F9A6-88F6-DE2C-E7245503AD0A}"/>
              </a:ext>
            </a:extLst>
          </p:cNvPr>
          <p:cNvSpPr txBox="1"/>
          <p:nvPr/>
        </p:nvSpPr>
        <p:spPr>
          <a:xfrm>
            <a:off x="1692729" y="4804946"/>
            <a:ext cx="3472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https://school.programmers.co.kr/learn/courses/30/lessons/214295</a:t>
            </a:r>
            <a:endParaRPr lang="ko-KR" alt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2B6DF-BD6D-B3B2-7C14-13E2EAAE36D9}"/>
              </a:ext>
            </a:extLst>
          </p:cNvPr>
          <p:cNvSpPr txBox="1"/>
          <p:nvPr/>
        </p:nvSpPr>
        <p:spPr>
          <a:xfrm>
            <a:off x="2796948" y="1316168"/>
            <a:ext cx="2733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전략</a:t>
            </a:r>
            <a:r>
              <a:rPr lang="en-US" altLang="ko-KR" sz="8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: </a:t>
            </a:r>
            <a:r>
              <a:rPr lang="ko-KR" altLang="en-US" sz="8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문제에서 주어지는 조건에 맞는 점들을 각 번호에 대해서 찾고 집합으로 추가한 후에 교집합 처리해서 정답 찾으면 되겠다</a:t>
            </a:r>
            <a:r>
              <a:rPr lang="en-US" altLang="ko-KR" sz="800" b="1" dirty="0">
                <a:solidFill>
                  <a:srgbClr val="FF0000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CE4182-DDA2-EB19-EBB2-004972B26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59" y="1375258"/>
            <a:ext cx="2248316" cy="9409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5F6090C-457F-B37C-416C-EEF31D93E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52" y="2414640"/>
            <a:ext cx="1485909" cy="222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4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070CFA28-BD4C-2377-4137-F7E7E904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FD2B4E86-D0AC-B4C6-6866-8C0C02789C5F}"/>
              </a:ext>
            </a:extLst>
          </p:cNvPr>
          <p:cNvSpPr txBox="1"/>
          <p:nvPr/>
        </p:nvSpPr>
        <p:spPr>
          <a:xfrm>
            <a:off x="175599" y="577767"/>
            <a:ext cx="6268743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ko-KR" altLang="en-US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문제 포인트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Map size: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5x5,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유물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7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가지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1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부터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7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로 표현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EC8B55-FE75-A949-F43A-9E00B871E739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80FFA7C-052A-ACCA-2363-B30413AA9137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E3D2943-6E7E-7977-200C-9B0C39DEF4B5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DA753CA-A08E-D7C9-16F7-59F7CA1FD913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C9777BF-F019-0045-A45D-5CDDB3140D52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C2CC93F-FFC2-4AC6-BB37-4B3A9645E1E4}"/>
                </a:ext>
              </a:extLst>
            </p:cNvPr>
            <p:cNvSpPr txBox="1"/>
            <p:nvPr/>
          </p:nvSpPr>
          <p:spPr>
            <a:xfrm>
              <a:off x="871869" y="303882"/>
              <a:ext cx="2250570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미로 주행 테스트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6E28696-F7F3-2157-E1E7-3950D4A4E3EF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D62ADDFE-8FA0-9DBA-6EFE-029F4D71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BC0C1E-0CDC-2E90-2E30-670CEDDFFEA0}"/>
              </a:ext>
            </a:extLst>
          </p:cNvPr>
          <p:cNvSpPr txBox="1"/>
          <p:nvPr/>
        </p:nvSpPr>
        <p:spPr>
          <a:xfrm>
            <a:off x="1692729" y="4804946"/>
            <a:ext cx="3472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https://school.programmers.co.kr/learn/courses/30/lessons/214295</a:t>
            </a:r>
            <a:endParaRPr lang="ko-KR" alt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6E66F1-F700-2529-AF63-963312742633}"/>
              </a:ext>
            </a:extLst>
          </p:cNvPr>
          <p:cNvSpPr txBox="1"/>
          <p:nvPr/>
        </p:nvSpPr>
        <p:spPr>
          <a:xfrm>
            <a:off x="2796948" y="1316168"/>
            <a:ext cx="27330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번호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1: 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주행거리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2 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이내에 있는 모든 점들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C0C372-986A-505C-266D-005452F20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59" y="1375258"/>
            <a:ext cx="2248316" cy="9409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8085C3-0A35-7209-2334-2F610598A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52" y="2414640"/>
            <a:ext cx="1485909" cy="2227293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E951905-824B-80E5-0E02-8A3DAD0D55DD}"/>
              </a:ext>
            </a:extLst>
          </p:cNvPr>
          <p:cNvSpPr/>
          <p:nvPr/>
        </p:nvSpPr>
        <p:spPr>
          <a:xfrm>
            <a:off x="1380379" y="2478707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6C0EF7A-6CAC-5E6A-CA2A-2D7E6DAF9401}"/>
              </a:ext>
            </a:extLst>
          </p:cNvPr>
          <p:cNvSpPr/>
          <p:nvPr/>
        </p:nvSpPr>
        <p:spPr>
          <a:xfrm>
            <a:off x="1004141" y="285806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2220576-AB5A-0B56-53F5-0744E554D9E1}"/>
              </a:ext>
            </a:extLst>
          </p:cNvPr>
          <p:cNvSpPr/>
          <p:nvPr/>
        </p:nvSpPr>
        <p:spPr>
          <a:xfrm>
            <a:off x="1380379" y="285806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37E76C0-576E-F298-494A-963A657B58C2}"/>
              </a:ext>
            </a:extLst>
          </p:cNvPr>
          <p:cNvSpPr/>
          <p:nvPr/>
        </p:nvSpPr>
        <p:spPr>
          <a:xfrm>
            <a:off x="1788792" y="285806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3CD2697-D8C3-4638-B85F-A0C1823C30BA}"/>
              </a:ext>
            </a:extLst>
          </p:cNvPr>
          <p:cNvSpPr/>
          <p:nvPr/>
        </p:nvSpPr>
        <p:spPr>
          <a:xfrm>
            <a:off x="1004141" y="323799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E13588-FE88-D28C-9DB0-37E3DF37B586}"/>
              </a:ext>
            </a:extLst>
          </p:cNvPr>
          <p:cNvSpPr/>
          <p:nvPr/>
        </p:nvSpPr>
        <p:spPr>
          <a:xfrm>
            <a:off x="635318" y="323799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7471536-565D-1EB5-66FB-BEA51159F51C}"/>
              </a:ext>
            </a:extLst>
          </p:cNvPr>
          <p:cNvSpPr/>
          <p:nvPr/>
        </p:nvSpPr>
        <p:spPr>
          <a:xfrm>
            <a:off x="1410129" y="323799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6A03E8A-3D05-81B1-52D8-65D114C417E8}"/>
              </a:ext>
            </a:extLst>
          </p:cNvPr>
          <p:cNvSpPr/>
          <p:nvPr/>
        </p:nvSpPr>
        <p:spPr>
          <a:xfrm>
            <a:off x="1773705" y="323799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6222045-1ED8-CA86-C1EB-F7817FBA3A48}"/>
              </a:ext>
            </a:extLst>
          </p:cNvPr>
          <p:cNvSpPr/>
          <p:nvPr/>
        </p:nvSpPr>
        <p:spPr>
          <a:xfrm>
            <a:off x="1773705" y="3615335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4436E67-DFCA-0090-EC1E-BAA3DEB5A6B0}"/>
              </a:ext>
            </a:extLst>
          </p:cNvPr>
          <p:cNvSpPr/>
          <p:nvPr/>
        </p:nvSpPr>
        <p:spPr>
          <a:xfrm>
            <a:off x="1410129" y="3615335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E050319-A1D4-E42D-D867-46848DCF4748}"/>
              </a:ext>
            </a:extLst>
          </p:cNvPr>
          <p:cNvSpPr/>
          <p:nvPr/>
        </p:nvSpPr>
        <p:spPr>
          <a:xfrm>
            <a:off x="1410129" y="3992672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167B22C-0816-2F85-A4F1-3F2229AA1E88}"/>
              </a:ext>
            </a:extLst>
          </p:cNvPr>
          <p:cNvSpPr/>
          <p:nvPr/>
        </p:nvSpPr>
        <p:spPr>
          <a:xfrm>
            <a:off x="1004141" y="3614833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19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72C99DF9-C805-C854-E2CF-32DEC9CF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E2B82948-00E3-6C06-9309-3C6F6D6C503E}"/>
              </a:ext>
            </a:extLst>
          </p:cNvPr>
          <p:cNvSpPr txBox="1"/>
          <p:nvPr/>
        </p:nvSpPr>
        <p:spPr>
          <a:xfrm>
            <a:off x="175599" y="577767"/>
            <a:ext cx="6268743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ko-KR" altLang="en-US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문제 포인트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Map size: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5x5,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유물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7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가지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1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부터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7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로 표현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9B50977-ED5F-8A0B-A8A1-8D6DEE8EAFBD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FE64C50-DD9E-CF34-F750-19DA82384852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017A543-0CBA-A447-A127-8A7CC8C1BB4F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80E10B6-F093-21B0-A97B-0020EC097D1D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22C799-EC56-2EE9-67BA-E3A5B3C0F6E6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CBF35B-4CCC-52A2-0686-FC52328AB934}"/>
                </a:ext>
              </a:extLst>
            </p:cNvPr>
            <p:cNvSpPr txBox="1"/>
            <p:nvPr/>
          </p:nvSpPr>
          <p:spPr>
            <a:xfrm>
              <a:off x="871869" y="303882"/>
              <a:ext cx="2250570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미로 주행 테스트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6DEEA96-CF44-6055-EE27-ABA063DE0AD1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6E357757-C03A-8AE0-77D3-C74355D2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68EE65-32CD-F751-A79F-DFC4371467CE}"/>
              </a:ext>
            </a:extLst>
          </p:cNvPr>
          <p:cNvSpPr txBox="1"/>
          <p:nvPr/>
        </p:nvSpPr>
        <p:spPr>
          <a:xfrm>
            <a:off x="1692729" y="4804946"/>
            <a:ext cx="3472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https://school.programmers.co.kr/learn/courses/30/lessons/214295</a:t>
            </a:r>
            <a:endParaRPr lang="ko-KR" alt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75BD3-B279-47DB-C5EB-0FA425AC3945}"/>
              </a:ext>
            </a:extLst>
          </p:cNvPr>
          <p:cNvSpPr txBox="1"/>
          <p:nvPr/>
        </p:nvSpPr>
        <p:spPr>
          <a:xfrm>
            <a:off x="2796948" y="1316168"/>
            <a:ext cx="27330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번호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2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로부터 거리가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4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보다 큰 점들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2FF37A-FA1C-0A34-C3FA-D65AD6A56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59" y="1375258"/>
            <a:ext cx="2248316" cy="9409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CFC0FB1-2767-ED44-77BC-FEB4D4315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52" y="2414640"/>
            <a:ext cx="1485909" cy="2227293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0E0483BB-EC04-C005-5E55-7975A21CE738}"/>
              </a:ext>
            </a:extLst>
          </p:cNvPr>
          <p:cNvSpPr/>
          <p:nvPr/>
        </p:nvSpPr>
        <p:spPr>
          <a:xfrm>
            <a:off x="1028701" y="2478707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B8D975D-4F24-63F1-F54F-1C3C9987A58A}"/>
              </a:ext>
            </a:extLst>
          </p:cNvPr>
          <p:cNvSpPr/>
          <p:nvPr/>
        </p:nvSpPr>
        <p:spPr>
          <a:xfrm>
            <a:off x="1413717" y="285806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A721F08-8623-AB61-8A37-FC467147DEC1}"/>
              </a:ext>
            </a:extLst>
          </p:cNvPr>
          <p:cNvSpPr/>
          <p:nvPr/>
        </p:nvSpPr>
        <p:spPr>
          <a:xfrm>
            <a:off x="1757428" y="285806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4F5E7DF-9ECA-5991-05C8-057012068AE0}"/>
              </a:ext>
            </a:extLst>
          </p:cNvPr>
          <p:cNvSpPr/>
          <p:nvPr/>
        </p:nvSpPr>
        <p:spPr>
          <a:xfrm>
            <a:off x="1757428" y="3236525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E0A58CC-2454-F15F-7C8A-01772AAF7308}"/>
              </a:ext>
            </a:extLst>
          </p:cNvPr>
          <p:cNvSpPr/>
          <p:nvPr/>
        </p:nvSpPr>
        <p:spPr>
          <a:xfrm>
            <a:off x="1413717" y="246402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B81B62B-BF4C-4D79-0BE5-10A86FD80B2B}"/>
              </a:ext>
            </a:extLst>
          </p:cNvPr>
          <p:cNvSpPr/>
          <p:nvPr/>
        </p:nvSpPr>
        <p:spPr>
          <a:xfrm>
            <a:off x="1757428" y="2485705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CC7C8CE-8A36-ADB4-CC62-EE9B3F2868F4}"/>
              </a:ext>
            </a:extLst>
          </p:cNvPr>
          <p:cNvSpPr/>
          <p:nvPr/>
        </p:nvSpPr>
        <p:spPr>
          <a:xfrm>
            <a:off x="641402" y="2478707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1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A2B826B-9724-6C40-1B6A-1966F94F6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EFB3A203-F6A2-AD75-2DF5-51296D182A38}"/>
              </a:ext>
            </a:extLst>
          </p:cNvPr>
          <p:cNvSpPr txBox="1"/>
          <p:nvPr/>
        </p:nvSpPr>
        <p:spPr>
          <a:xfrm>
            <a:off x="175599" y="577767"/>
            <a:ext cx="6268743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"/>
              </a:spcAft>
            </a:pPr>
            <a:r>
              <a:rPr lang="ko-KR" altLang="en-US" sz="1200" b="1" dirty="0">
                <a:solidFill>
                  <a:srgbClr val="005F9F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문제 포인트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Map size: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5x5,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 유물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7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가지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1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부터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7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로 표현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1B6ED1-19DB-38F4-5F65-CC00E0F8BB16}"/>
              </a:ext>
            </a:extLst>
          </p:cNvPr>
          <p:cNvGrpSpPr/>
          <p:nvPr/>
        </p:nvGrpSpPr>
        <p:grpSpPr>
          <a:xfrm>
            <a:off x="289559" y="113509"/>
            <a:ext cx="2022503" cy="366928"/>
            <a:chOff x="244549" y="180754"/>
            <a:chExt cx="3457789" cy="627321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A802B9D-5808-D3FF-A0AF-194D800D7428}"/>
                </a:ext>
              </a:extLst>
            </p:cNvPr>
            <p:cNvSpPr/>
            <p:nvPr/>
          </p:nvSpPr>
          <p:spPr>
            <a:xfrm>
              <a:off x="244549" y="180754"/>
              <a:ext cx="627321" cy="627321"/>
            </a:xfrm>
            <a:prstGeom prst="ellipse">
              <a:avLst/>
            </a:prstGeom>
            <a:solidFill>
              <a:srgbClr val="4E627B"/>
            </a:solidFill>
            <a:ln>
              <a:solidFill>
                <a:srgbClr val="C8CCD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DB0D122-7929-7E59-EBE9-72D03B10E16A}"/>
                </a:ext>
              </a:extLst>
            </p:cNvPr>
            <p:cNvSpPr/>
            <p:nvPr/>
          </p:nvSpPr>
          <p:spPr>
            <a:xfrm>
              <a:off x="280738" y="216943"/>
              <a:ext cx="554941" cy="55494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bg2">
                    <a:lumMod val="25000"/>
                  </a:schemeClr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05425DC1-02F4-C879-F162-F52C430D35CA}"/>
                </a:ext>
              </a:extLst>
            </p:cNvPr>
            <p:cNvCxnSpPr>
              <a:cxnSpLocks/>
            </p:cNvCxnSpPr>
            <p:nvPr/>
          </p:nvCxnSpPr>
          <p:spPr>
            <a:xfrm>
              <a:off x="905660" y="765546"/>
              <a:ext cx="2638829" cy="0"/>
            </a:xfrm>
            <a:prstGeom prst="line">
              <a:avLst/>
            </a:prstGeom>
            <a:ln w="28575">
              <a:solidFill>
                <a:srgbClr val="C8CCD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142120-73CA-8073-7F63-E35AC7A76D06}"/>
                </a:ext>
              </a:extLst>
            </p:cNvPr>
            <p:cNvSpPr txBox="1"/>
            <p:nvPr/>
          </p:nvSpPr>
          <p:spPr>
            <a:xfrm>
              <a:off x="280736" y="282154"/>
              <a:ext cx="496594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2</a:t>
              </a:r>
              <a:endParaRPr lang="ko-KR" altLang="en-US" sz="1200" dirty="0">
                <a:solidFill>
                  <a:srgbClr val="30384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8FC7F97-4EB0-E57C-6A4C-6EA3EF8DF381}"/>
                </a:ext>
              </a:extLst>
            </p:cNvPr>
            <p:cNvSpPr txBox="1"/>
            <p:nvPr/>
          </p:nvSpPr>
          <p:spPr>
            <a:xfrm>
              <a:off x="871869" y="303882"/>
              <a:ext cx="2250570" cy="4735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rgbClr val="303841"/>
                  </a:solidFill>
                  <a:latin typeface="레시피코리아OTF Medium" panose="02020503020101020101" pitchFamily="18" charset="-127"/>
                  <a:ea typeface="레시피코리아OTF Medium" panose="02020503020101020101" pitchFamily="18" charset="-127"/>
                </a:rPr>
                <a:t>미로 주행 테스트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39960BD-94D3-CC96-4592-0044A293A774}"/>
                </a:ext>
              </a:extLst>
            </p:cNvPr>
            <p:cNvSpPr/>
            <p:nvPr/>
          </p:nvSpPr>
          <p:spPr>
            <a:xfrm>
              <a:off x="3535937" y="599145"/>
              <a:ext cx="166401" cy="166401"/>
            </a:xfrm>
            <a:prstGeom prst="rect">
              <a:avLst/>
            </a:prstGeom>
            <a:solidFill>
              <a:srgbClr val="C8CCD2"/>
            </a:solidFill>
            <a:ln>
              <a:solidFill>
                <a:srgbClr val="EBE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레시피코리아OTF Medium" panose="02020503020101020101" pitchFamily="18" charset="-127"/>
                <a:ea typeface="레시피코리아OTF Medium" panose="02020503020101020101" pitchFamily="18" charset="-127"/>
              </a:endParaRPr>
            </a:p>
          </p:txBody>
        </p:sp>
      </p:grp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47442B66-73DC-55E5-DEDB-731C43CFC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09FFF-FA28-48B0-906F-8E983FBDF5C9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F2FB42-096D-0949-ED3A-553BBF3FB22A}"/>
              </a:ext>
            </a:extLst>
          </p:cNvPr>
          <p:cNvSpPr txBox="1"/>
          <p:nvPr/>
        </p:nvSpPr>
        <p:spPr>
          <a:xfrm>
            <a:off x="1692729" y="4804946"/>
            <a:ext cx="3472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https://school.programmers.co.kr/learn/courses/30/lessons/214295</a:t>
            </a:r>
            <a:endParaRPr lang="ko-KR" alt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EA445B-3732-9835-004A-5D8125DFB4C5}"/>
              </a:ext>
            </a:extLst>
          </p:cNvPr>
          <p:cNvSpPr txBox="1"/>
          <p:nvPr/>
        </p:nvSpPr>
        <p:spPr>
          <a:xfrm>
            <a:off x="2796948" y="1316168"/>
            <a:ext cx="27330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번호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3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로부터 거리가 </a:t>
            </a:r>
            <a:r>
              <a:rPr lang="en-US" altLang="ko-KR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1</a:t>
            </a:r>
            <a:r>
              <a:rPr lang="ko-KR" altLang="en-US" sz="800" b="1" dirty="0">
                <a:solidFill>
                  <a:schemeClr val="tx1"/>
                </a:solidFill>
                <a:latin typeface="레시피코리아OTF Medium" panose="02020503020101020101" pitchFamily="18" charset="-127"/>
                <a:ea typeface="레시피코리아OTF Medium" panose="02020503020101020101" pitchFamily="18" charset="-127"/>
                <a:cs typeface="Calibri" panose="020F0502020204030204" pitchFamily="34" charset="0"/>
              </a:rPr>
              <a:t>보다 큰 점들</a:t>
            </a:r>
            <a:endParaRPr lang="en-US" altLang="ko-KR" sz="800" b="1" dirty="0">
              <a:solidFill>
                <a:schemeClr val="tx1"/>
              </a:solidFill>
              <a:latin typeface="레시피코리아OTF Medium" panose="02020503020101020101" pitchFamily="18" charset="-127"/>
              <a:ea typeface="레시피코리아OTF Medium" panose="020205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10E50F-C8B1-7B39-1DF8-F8F8CED0C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59" y="1375258"/>
            <a:ext cx="2248316" cy="9409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653F280-EC47-5892-F0BB-49AA3BED5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52" y="2414640"/>
            <a:ext cx="1485909" cy="2227293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E5126BB4-90F1-4D52-D4B6-DFA0EE6360BB}"/>
              </a:ext>
            </a:extLst>
          </p:cNvPr>
          <p:cNvSpPr/>
          <p:nvPr/>
        </p:nvSpPr>
        <p:spPr>
          <a:xfrm>
            <a:off x="1019176" y="2478707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5AF169BE-B190-7D60-701C-EEBA02EC7470}"/>
              </a:ext>
            </a:extLst>
          </p:cNvPr>
          <p:cNvSpPr/>
          <p:nvPr/>
        </p:nvSpPr>
        <p:spPr>
          <a:xfrm>
            <a:off x="1413717" y="2858068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D31FD1D-020D-DC05-2ABF-C83F98E8C708}"/>
              </a:ext>
            </a:extLst>
          </p:cNvPr>
          <p:cNvSpPr/>
          <p:nvPr/>
        </p:nvSpPr>
        <p:spPr>
          <a:xfrm>
            <a:off x="1019176" y="3237430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06E1852-B27C-EBA9-0E99-21F920D4F5AA}"/>
              </a:ext>
            </a:extLst>
          </p:cNvPr>
          <p:cNvSpPr/>
          <p:nvPr/>
        </p:nvSpPr>
        <p:spPr>
          <a:xfrm>
            <a:off x="635318" y="3608905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31BD248-3115-CBB6-3AC3-AA098E1551EA}"/>
              </a:ext>
            </a:extLst>
          </p:cNvPr>
          <p:cNvSpPr/>
          <p:nvPr/>
        </p:nvSpPr>
        <p:spPr>
          <a:xfrm>
            <a:off x="1383327" y="2478707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B7DC693-9B6B-AEDE-29D5-B5A46719D5F7}"/>
              </a:ext>
            </a:extLst>
          </p:cNvPr>
          <p:cNvSpPr/>
          <p:nvPr/>
        </p:nvSpPr>
        <p:spPr>
          <a:xfrm>
            <a:off x="1744917" y="2478707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8DDD38A-44B3-F690-60E9-5DFEAFC7A071}"/>
              </a:ext>
            </a:extLst>
          </p:cNvPr>
          <p:cNvSpPr/>
          <p:nvPr/>
        </p:nvSpPr>
        <p:spPr>
          <a:xfrm>
            <a:off x="1744917" y="2843505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D815CA4-3010-DF08-4D79-E82673D56196}"/>
              </a:ext>
            </a:extLst>
          </p:cNvPr>
          <p:cNvSpPr/>
          <p:nvPr/>
        </p:nvSpPr>
        <p:spPr>
          <a:xfrm>
            <a:off x="1744917" y="3237430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2D820AE-4A19-B1E1-E6C2-464E69F92BA0}"/>
              </a:ext>
            </a:extLst>
          </p:cNvPr>
          <p:cNvSpPr/>
          <p:nvPr/>
        </p:nvSpPr>
        <p:spPr>
          <a:xfrm>
            <a:off x="1744917" y="3607835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F7F0816-14E0-0140-27BC-35028C49785E}"/>
              </a:ext>
            </a:extLst>
          </p:cNvPr>
          <p:cNvSpPr/>
          <p:nvPr/>
        </p:nvSpPr>
        <p:spPr>
          <a:xfrm>
            <a:off x="1744917" y="3978240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0DE2DAA-42D1-9987-3208-308832B554A2}"/>
              </a:ext>
            </a:extLst>
          </p:cNvPr>
          <p:cNvSpPr/>
          <p:nvPr/>
        </p:nvSpPr>
        <p:spPr>
          <a:xfrm>
            <a:off x="1744917" y="4338414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2A50065-3A82-7AF2-4319-8B7F0C7F245C}"/>
              </a:ext>
            </a:extLst>
          </p:cNvPr>
          <p:cNvSpPr/>
          <p:nvPr/>
        </p:nvSpPr>
        <p:spPr>
          <a:xfrm>
            <a:off x="1413717" y="3237429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734BBB12-452A-EC7E-0748-FB05B6CD5F17}"/>
              </a:ext>
            </a:extLst>
          </p:cNvPr>
          <p:cNvSpPr/>
          <p:nvPr/>
        </p:nvSpPr>
        <p:spPr>
          <a:xfrm>
            <a:off x="1413717" y="3606764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674DD0E-6E7E-4FC3-8B5B-80CFD0922CD5}"/>
              </a:ext>
            </a:extLst>
          </p:cNvPr>
          <p:cNvSpPr/>
          <p:nvPr/>
        </p:nvSpPr>
        <p:spPr>
          <a:xfrm>
            <a:off x="1413717" y="3976099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AA8A5A5-F90F-BDD1-ADE5-EA136E1AF2C9}"/>
              </a:ext>
            </a:extLst>
          </p:cNvPr>
          <p:cNvSpPr/>
          <p:nvPr/>
        </p:nvSpPr>
        <p:spPr>
          <a:xfrm>
            <a:off x="1413717" y="4345434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3018C7D-B5C7-BA79-42DF-5C7666DBCDD7}"/>
              </a:ext>
            </a:extLst>
          </p:cNvPr>
          <p:cNvSpPr/>
          <p:nvPr/>
        </p:nvSpPr>
        <p:spPr>
          <a:xfrm>
            <a:off x="1011317" y="4345434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E04D2B5-A7FC-3830-1E46-8F4D8BD1B45A}"/>
              </a:ext>
            </a:extLst>
          </p:cNvPr>
          <p:cNvSpPr/>
          <p:nvPr/>
        </p:nvSpPr>
        <p:spPr>
          <a:xfrm>
            <a:off x="630273" y="4345434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637C44D-33EB-E867-F3A1-48BB5FB541C3}"/>
              </a:ext>
            </a:extLst>
          </p:cNvPr>
          <p:cNvSpPr/>
          <p:nvPr/>
        </p:nvSpPr>
        <p:spPr>
          <a:xfrm>
            <a:off x="630273" y="3966977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6914E13-E5BA-BB61-C901-555A26F5B922}"/>
              </a:ext>
            </a:extLst>
          </p:cNvPr>
          <p:cNvSpPr/>
          <p:nvPr/>
        </p:nvSpPr>
        <p:spPr>
          <a:xfrm>
            <a:off x="1011317" y="3966977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17C1E97-8BD2-580A-DCAE-AFFA457788A4}"/>
              </a:ext>
            </a:extLst>
          </p:cNvPr>
          <p:cNvSpPr/>
          <p:nvPr/>
        </p:nvSpPr>
        <p:spPr>
          <a:xfrm>
            <a:off x="1011317" y="3602203"/>
            <a:ext cx="215444" cy="2154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89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nimated &amp; Interactive Project Proposal Infographics by Slidesgo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68ac40-4122-4d91-9a6b-8368e3827dbe" xsi:nil="true"/>
    <lcf76f155ced4ddcb4097134ff3c332f xmlns="79e045ce-733a-4717-a3a0-f3edbe5574a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BDE8A13A23CEB42993938DCB9BFEC7F" ma:contentTypeVersion="13" ma:contentTypeDescription="새 문서를 만듭니다." ma:contentTypeScope="" ma:versionID="3d8a03ddf09ae9ebb42f3b9253fc0ce9">
  <xsd:schema xmlns:xsd="http://www.w3.org/2001/XMLSchema" xmlns:xs="http://www.w3.org/2001/XMLSchema" xmlns:p="http://schemas.microsoft.com/office/2006/metadata/properties" xmlns:ns2="79e045ce-733a-4717-a3a0-f3edbe5574a4" xmlns:ns3="3768ac40-4122-4d91-9a6b-8368e3827dbe" targetNamespace="http://schemas.microsoft.com/office/2006/metadata/properties" ma:root="true" ma:fieldsID="dd68d4750a073ca48707f1dadda92372" ns2:_="" ns3:_="">
    <xsd:import namespace="79e045ce-733a-4717-a3a0-f3edbe5574a4"/>
    <xsd:import namespace="3768ac40-4122-4d91-9a6b-8368e3827d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e045ce-733a-4717-a3a0-f3edbe5574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이미지 태그" ma:readOnly="false" ma:fieldId="{5cf76f15-5ced-4ddc-b409-7134ff3c332f}" ma:taxonomyMulti="true" ma:sspId="e5b39976-851a-4e5c-99d5-d4f2d28b37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68ac40-4122-4d91-9a6b-8368e3827dbe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309c8da7-9c9b-453a-9412-b526bfb5a98f}" ma:internalName="TaxCatchAll" ma:showField="CatchAllData" ma:web="3768ac40-4122-4d91-9a6b-8368e3827d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74E7EE-C804-456D-B648-FFDFC932CE78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79e045ce-733a-4717-a3a0-f3edbe5574a4"/>
    <ds:schemaRef ds:uri="3768ac40-4122-4d91-9a6b-8368e3827dbe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0A78E7D-DC4F-49E5-B76E-55F61627D977}">
  <ds:schemaRefs>
    <ds:schemaRef ds:uri="3768ac40-4122-4d91-9a6b-8368e3827dbe"/>
    <ds:schemaRef ds:uri="79e045ce-733a-4717-a3a0-f3edbe5574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710D88-7D72-4A97-ACAA-7DDACF7FE7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2030</TotalTime>
  <Words>497</Words>
  <Application>Microsoft Office PowerPoint</Application>
  <PresentationFormat>사용자 지정</PresentationFormat>
  <Paragraphs>317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Anaheim</vt:lpstr>
      <vt:lpstr>Nixie One</vt:lpstr>
      <vt:lpstr>Arial</vt:lpstr>
      <vt:lpstr>Squada One</vt:lpstr>
      <vt:lpstr>레시피코리아OTF Medium</vt:lpstr>
      <vt:lpstr>나눔 명조</vt:lpstr>
      <vt:lpstr>Montserrat</vt:lpstr>
      <vt:lpstr>Animated &amp; Interactive Project Proposal Infographics by Slidesgo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운동에너지를 이용한  친환경 에너지 저장 장치: E-Torus  -재생 에너지 연계 에너지 장치를 통한 전력산업 활성화-</dc:title>
  <dc:creator>이재호</dc:creator>
  <cp:lastModifiedBy>재호 이</cp:lastModifiedBy>
  <cp:revision>245</cp:revision>
  <dcterms:modified xsi:type="dcterms:W3CDTF">2025-03-26T13:11:02Z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0x010100DBDE8A13A23CEB42993938DCB9BFEC7F</vt:lpwstr>
  </property>
  <property fmtid="{D5CDD505-2E9C-101B-9397-08002B2CF9AE}" pid="3" name="MediaServiceImageTags">
    <vt:lpwstr/>
  </property>
</Properties>
</file>