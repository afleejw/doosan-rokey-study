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78" r:id="rId3"/>
    <p:sldId id="279" r:id="rId4"/>
    <p:sldId id="280" r:id="rId5"/>
    <p:sldId id="281" r:id="rId6"/>
    <p:sldId id="282" r:id="rId7"/>
    <p:sldId id="283" r:id="rId8"/>
    <p:sldId id="284" r:id="rId9"/>
    <p:sldId id="285" r:id="rId10"/>
    <p:sldId id="296" r:id="rId11"/>
    <p:sldId id="295" r:id="rId12"/>
    <p:sldId id="288" r:id="rId13"/>
    <p:sldId id="289" r:id="rId14"/>
    <p:sldId id="290" r:id="rId15"/>
    <p:sldId id="292" r:id="rId16"/>
    <p:sldId id="294" r:id="rId1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B40"/>
    <a:srgbClr val="BAAD99"/>
    <a:srgbClr val="E0DCD4"/>
    <a:srgbClr val="C6C6C8"/>
    <a:srgbClr val="E8E8E9"/>
    <a:srgbClr val="F0F0F2"/>
    <a:srgbClr val="ADB1B7"/>
    <a:srgbClr val="9F9761"/>
    <a:srgbClr val="584A46"/>
    <a:srgbClr val="9B92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jp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A7C4755-B8A3-499C-8FA4-AB7DD2FEA74F}" type="doc">
      <dgm:prSet loTypeId="urn:microsoft.com/office/officeart/2008/layout/BendingPictureSemiTransparentTex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E8B2B9AF-DE3C-4347-8F31-429D0027D6AD}">
      <dgm:prSet/>
      <dgm:spPr>
        <a:solidFill>
          <a:srgbClr val="584A46"/>
        </a:solidFill>
      </dgm:spPr>
      <dgm:t>
        <a:bodyPr/>
        <a:lstStyle/>
        <a:p>
          <a:pPr latinLnBrk="1"/>
          <a:r>
            <a:rPr lang="ko-KR" b="0" i="0" dirty="0"/>
            <a:t>이동 가능한 </a:t>
          </a:r>
          <a:r>
            <a:rPr lang="en-US" b="0" i="0" dirty="0"/>
            <a:t>node </a:t>
          </a:r>
          <a:r>
            <a:rPr lang="ko-KR" b="0" i="0" dirty="0"/>
            <a:t>탐색</a:t>
          </a:r>
          <a:endParaRPr lang="ko-KR" dirty="0"/>
        </a:p>
      </dgm:t>
    </dgm:pt>
    <dgm:pt modelId="{20855080-963A-4321-8302-1B78DE496AE6}" type="parTrans" cxnId="{E78C1269-869E-4BA7-B6E6-EE8400FB59EC}">
      <dgm:prSet/>
      <dgm:spPr/>
      <dgm:t>
        <a:bodyPr/>
        <a:lstStyle/>
        <a:p>
          <a:pPr latinLnBrk="1"/>
          <a:endParaRPr lang="ko-KR" altLang="en-US"/>
        </a:p>
      </dgm:t>
    </dgm:pt>
    <dgm:pt modelId="{A6685A5E-2987-4355-8327-AAEC38C8BFC1}" type="sibTrans" cxnId="{E78C1269-869E-4BA7-B6E6-EE8400FB59EC}">
      <dgm:prSet/>
      <dgm:spPr/>
      <dgm:t>
        <a:bodyPr/>
        <a:lstStyle/>
        <a:p>
          <a:pPr latinLnBrk="1"/>
          <a:endParaRPr lang="ko-KR" altLang="en-US"/>
        </a:p>
      </dgm:t>
    </dgm:pt>
    <dgm:pt modelId="{ED9A961E-5C3D-4D6A-B472-D805D605CB56}">
      <dgm:prSet/>
      <dgm:spPr>
        <a:solidFill>
          <a:srgbClr val="9F9761"/>
        </a:solidFill>
      </dgm:spPr>
      <dgm:t>
        <a:bodyPr/>
        <a:lstStyle/>
        <a:p>
          <a:pPr latinLnBrk="1"/>
          <a:r>
            <a:rPr lang="ko-KR" b="0" i="0" dirty="0"/>
            <a:t>표지판 도달 여부</a:t>
          </a:r>
          <a:endParaRPr lang="ko-KR" dirty="0"/>
        </a:p>
      </dgm:t>
    </dgm:pt>
    <dgm:pt modelId="{C99D6F59-7592-435C-BF10-953FF36CA3A7}" type="parTrans" cxnId="{C242D0E7-3CF9-48C0-91C3-E494931E0E19}">
      <dgm:prSet/>
      <dgm:spPr/>
      <dgm:t>
        <a:bodyPr/>
        <a:lstStyle/>
        <a:p>
          <a:pPr latinLnBrk="1"/>
          <a:endParaRPr lang="ko-KR" altLang="en-US"/>
        </a:p>
      </dgm:t>
    </dgm:pt>
    <dgm:pt modelId="{88D373FE-E9EE-4FB8-B8E6-1E5F576D87D0}" type="sibTrans" cxnId="{C242D0E7-3CF9-48C0-91C3-E494931E0E19}">
      <dgm:prSet/>
      <dgm:spPr/>
      <dgm:t>
        <a:bodyPr/>
        <a:lstStyle/>
        <a:p>
          <a:pPr latinLnBrk="1"/>
          <a:endParaRPr lang="ko-KR" altLang="en-US"/>
        </a:p>
      </dgm:t>
    </dgm:pt>
    <dgm:pt modelId="{A31B847C-402E-4ACC-93FE-362F2CBBCDF0}">
      <dgm:prSet/>
      <dgm:spPr>
        <a:solidFill>
          <a:srgbClr val="BAAD99"/>
        </a:solidFill>
      </dgm:spPr>
      <dgm:t>
        <a:bodyPr/>
        <a:lstStyle/>
        <a:p>
          <a:pPr latinLnBrk="1"/>
          <a:r>
            <a:rPr lang="ko-KR" b="0" i="0" dirty="0"/>
            <a:t>표지판 계산</a:t>
          </a:r>
          <a:endParaRPr lang="ko-KR" dirty="0"/>
        </a:p>
      </dgm:t>
    </dgm:pt>
    <dgm:pt modelId="{B312E2F2-A6DE-47CF-98F0-AD850AA47486}" type="parTrans" cxnId="{03C5FA16-E56E-48D2-8F8C-124BE942C380}">
      <dgm:prSet/>
      <dgm:spPr/>
      <dgm:t>
        <a:bodyPr/>
        <a:lstStyle/>
        <a:p>
          <a:pPr latinLnBrk="1"/>
          <a:endParaRPr lang="ko-KR" altLang="en-US"/>
        </a:p>
      </dgm:t>
    </dgm:pt>
    <dgm:pt modelId="{BA27CE5F-E9AD-456D-8F32-787F4B418BB9}" type="sibTrans" cxnId="{03C5FA16-E56E-48D2-8F8C-124BE942C380}">
      <dgm:prSet/>
      <dgm:spPr/>
      <dgm:t>
        <a:bodyPr/>
        <a:lstStyle/>
        <a:p>
          <a:pPr latinLnBrk="1"/>
          <a:endParaRPr lang="ko-KR" altLang="en-US"/>
        </a:p>
      </dgm:t>
    </dgm:pt>
    <dgm:pt modelId="{3D7C8D65-B270-4B46-9F90-83D5F40F1BC6}" type="pres">
      <dgm:prSet presAssocID="{AA7C4755-B8A3-499C-8FA4-AB7DD2FEA74F}" presName="Name0" presStyleCnt="0">
        <dgm:presLayoutVars>
          <dgm:dir/>
          <dgm:resizeHandles val="exact"/>
        </dgm:presLayoutVars>
      </dgm:prSet>
      <dgm:spPr/>
    </dgm:pt>
    <dgm:pt modelId="{72E0DA08-5951-4722-A071-AFC19E2F8ED9}" type="pres">
      <dgm:prSet presAssocID="{E8B2B9AF-DE3C-4347-8F31-429D0027D6AD}" presName="composite" presStyleCnt="0"/>
      <dgm:spPr/>
    </dgm:pt>
    <dgm:pt modelId="{30E56524-29C7-4D9E-B300-5CF46DCFDA30}" type="pres">
      <dgm:prSet presAssocID="{E8B2B9AF-DE3C-4347-8F31-429D0027D6AD}" presName="rect1" presStyleLbl="bgShp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4000" r="-14000"/>
          </a:stretch>
        </a:blipFill>
      </dgm:spPr>
      <dgm:extLst>
        <a:ext uri="{E40237B7-FDA0-4F09-8148-C483321AD2D9}">
          <dgm14:cNvPr xmlns:dgm14="http://schemas.microsoft.com/office/drawing/2010/diagram" id="0" name="" descr="나무 위 나침반 클로즈업"/>
        </a:ext>
      </dgm:extLst>
    </dgm:pt>
    <dgm:pt modelId="{8D63D255-5190-4766-9FB7-6D910861E114}" type="pres">
      <dgm:prSet presAssocID="{E8B2B9AF-DE3C-4347-8F31-429D0027D6AD}" presName="rect2" presStyleLbl="trBgShp" presStyleIdx="0" presStyleCnt="3">
        <dgm:presLayoutVars>
          <dgm:bulletEnabled val="1"/>
        </dgm:presLayoutVars>
      </dgm:prSet>
      <dgm:spPr/>
    </dgm:pt>
    <dgm:pt modelId="{421B1FA0-C4B5-40F5-8E18-7C114276D35C}" type="pres">
      <dgm:prSet presAssocID="{A6685A5E-2987-4355-8327-AAEC38C8BFC1}" presName="sibTrans" presStyleCnt="0"/>
      <dgm:spPr/>
    </dgm:pt>
    <dgm:pt modelId="{CAC10BBC-603C-4EDB-A634-50E45D728638}" type="pres">
      <dgm:prSet presAssocID="{ED9A961E-5C3D-4D6A-B472-D805D605CB56}" presName="composite" presStyleCnt="0"/>
      <dgm:spPr/>
    </dgm:pt>
    <dgm:pt modelId="{F9C2B465-A22D-497A-AA17-9D53B884A85D}" type="pres">
      <dgm:prSet presAssocID="{ED9A961E-5C3D-4D6A-B472-D805D605CB56}" presName="rect1" presStyleLbl="bgShp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4000" r="-14000"/>
          </a:stretch>
        </a:blipFill>
      </dgm:spPr>
      <dgm:extLst>
        <a:ext uri="{E40237B7-FDA0-4F09-8148-C483321AD2D9}">
          <dgm14:cNvPr xmlns:dgm14="http://schemas.microsoft.com/office/drawing/2010/diagram" id="0" name="" descr="빈도 표지판"/>
        </a:ext>
      </dgm:extLst>
    </dgm:pt>
    <dgm:pt modelId="{4124A78C-4BA2-4B4D-9E06-A24C8DA0846F}" type="pres">
      <dgm:prSet presAssocID="{ED9A961E-5C3D-4D6A-B472-D805D605CB56}" presName="rect2" presStyleLbl="trBgShp" presStyleIdx="1" presStyleCnt="3">
        <dgm:presLayoutVars>
          <dgm:bulletEnabled val="1"/>
        </dgm:presLayoutVars>
      </dgm:prSet>
      <dgm:spPr/>
    </dgm:pt>
    <dgm:pt modelId="{5ED9A7B2-CEEE-437C-8315-6F1638F57FBE}" type="pres">
      <dgm:prSet presAssocID="{88D373FE-E9EE-4FB8-B8E6-1E5F576D87D0}" presName="sibTrans" presStyleCnt="0"/>
      <dgm:spPr/>
    </dgm:pt>
    <dgm:pt modelId="{9C48EE6F-1BBB-4FE5-AAA1-7860840FB1A8}" type="pres">
      <dgm:prSet presAssocID="{A31B847C-402E-4ACC-93FE-362F2CBBCDF0}" presName="composite" presStyleCnt="0"/>
      <dgm:spPr/>
    </dgm:pt>
    <dgm:pt modelId="{CB1F2C79-9A2D-44CC-BD7D-AA1D80A3E765}" type="pres">
      <dgm:prSet presAssocID="{A31B847C-402E-4ACC-93FE-362F2CBBCDF0}" presName="rect1" presStyleLbl="bgShp" presStyleIdx="2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7000" r="-17000"/>
          </a:stretch>
        </a:blipFill>
      </dgm:spPr>
      <dgm:extLst>
        <a:ext uri="{E40237B7-FDA0-4F09-8148-C483321AD2D9}">
          <dgm14:cNvPr xmlns:dgm14="http://schemas.microsoft.com/office/drawing/2010/diagram" id="0" name="" descr="청구서에 기재된 계산기 및 청진기의 클로즈업"/>
        </a:ext>
      </dgm:extLst>
    </dgm:pt>
    <dgm:pt modelId="{1F62F8C5-7E58-4FE6-9F4D-D1D666D3AFDD}" type="pres">
      <dgm:prSet presAssocID="{A31B847C-402E-4ACC-93FE-362F2CBBCDF0}" presName="rect2" presStyleLbl="trBgShp" presStyleIdx="2" presStyleCnt="3">
        <dgm:presLayoutVars>
          <dgm:bulletEnabled val="1"/>
        </dgm:presLayoutVars>
      </dgm:prSet>
      <dgm:spPr/>
    </dgm:pt>
  </dgm:ptLst>
  <dgm:cxnLst>
    <dgm:cxn modelId="{03C5FA16-E56E-48D2-8F8C-124BE942C380}" srcId="{AA7C4755-B8A3-499C-8FA4-AB7DD2FEA74F}" destId="{A31B847C-402E-4ACC-93FE-362F2CBBCDF0}" srcOrd="2" destOrd="0" parTransId="{B312E2F2-A6DE-47CF-98F0-AD850AA47486}" sibTransId="{BA27CE5F-E9AD-456D-8F32-787F4B418BB9}"/>
    <dgm:cxn modelId="{BBFA153B-A573-4903-AA23-2027EEB53A25}" type="presOf" srcId="{AA7C4755-B8A3-499C-8FA4-AB7DD2FEA74F}" destId="{3D7C8D65-B270-4B46-9F90-83D5F40F1BC6}" srcOrd="0" destOrd="0" presId="urn:microsoft.com/office/officeart/2008/layout/BendingPictureSemiTransparentText"/>
    <dgm:cxn modelId="{E78C1269-869E-4BA7-B6E6-EE8400FB59EC}" srcId="{AA7C4755-B8A3-499C-8FA4-AB7DD2FEA74F}" destId="{E8B2B9AF-DE3C-4347-8F31-429D0027D6AD}" srcOrd="0" destOrd="0" parTransId="{20855080-963A-4321-8302-1B78DE496AE6}" sibTransId="{A6685A5E-2987-4355-8327-AAEC38C8BFC1}"/>
    <dgm:cxn modelId="{CEAE7B8B-0CEB-44C3-B6F5-1843B0DF2A4F}" type="presOf" srcId="{ED9A961E-5C3D-4D6A-B472-D805D605CB56}" destId="{4124A78C-4BA2-4B4D-9E06-A24C8DA0846F}" srcOrd="0" destOrd="0" presId="urn:microsoft.com/office/officeart/2008/layout/BendingPictureSemiTransparentText"/>
    <dgm:cxn modelId="{DD9C69B9-9A9E-4EEF-9DB3-1D7806008F74}" type="presOf" srcId="{A31B847C-402E-4ACC-93FE-362F2CBBCDF0}" destId="{1F62F8C5-7E58-4FE6-9F4D-D1D666D3AFDD}" srcOrd="0" destOrd="0" presId="urn:microsoft.com/office/officeart/2008/layout/BendingPictureSemiTransparentText"/>
    <dgm:cxn modelId="{C242D0E7-3CF9-48C0-91C3-E494931E0E19}" srcId="{AA7C4755-B8A3-499C-8FA4-AB7DD2FEA74F}" destId="{ED9A961E-5C3D-4D6A-B472-D805D605CB56}" srcOrd="1" destOrd="0" parTransId="{C99D6F59-7592-435C-BF10-953FF36CA3A7}" sibTransId="{88D373FE-E9EE-4FB8-B8E6-1E5F576D87D0}"/>
    <dgm:cxn modelId="{3C353EEE-93F8-42CE-9ED4-26385FB22B52}" type="presOf" srcId="{E8B2B9AF-DE3C-4347-8F31-429D0027D6AD}" destId="{8D63D255-5190-4766-9FB7-6D910861E114}" srcOrd="0" destOrd="0" presId="urn:microsoft.com/office/officeart/2008/layout/BendingPictureSemiTransparentText"/>
    <dgm:cxn modelId="{56478D2B-09E0-4B79-8406-E3EA82890285}" type="presParOf" srcId="{3D7C8D65-B270-4B46-9F90-83D5F40F1BC6}" destId="{72E0DA08-5951-4722-A071-AFC19E2F8ED9}" srcOrd="0" destOrd="0" presId="urn:microsoft.com/office/officeart/2008/layout/BendingPictureSemiTransparentText"/>
    <dgm:cxn modelId="{1E176356-5A6B-4E6C-9D69-93CA901CC0AA}" type="presParOf" srcId="{72E0DA08-5951-4722-A071-AFC19E2F8ED9}" destId="{30E56524-29C7-4D9E-B300-5CF46DCFDA30}" srcOrd="0" destOrd="0" presId="urn:microsoft.com/office/officeart/2008/layout/BendingPictureSemiTransparentText"/>
    <dgm:cxn modelId="{BAA8BEC0-8F05-494C-AF64-5B60BE1B4316}" type="presParOf" srcId="{72E0DA08-5951-4722-A071-AFC19E2F8ED9}" destId="{8D63D255-5190-4766-9FB7-6D910861E114}" srcOrd="1" destOrd="0" presId="urn:microsoft.com/office/officeart/2008/layout/BendingPictureSemiTransparentText"/>
    <dgm:cxn modelId="{B59F7F74-0F12-46B0-A660-445C3D4B8105}" type="presParOf" srcId="{3D7C8D65-B270-4B46-9F90-83D5F40F1BC6}" destId="{421B1FA0-C4B5-40F5-8E18-7C114276D35C}" srcOrd="1" destOrd="0" presId="urn:microsoft.com/office/officeart/2008/layout/BendingPictureSemiTransparentText"/>
    <dgm:cxn modelId="{7DD116E5-66CD-4352-AC72-9007421275CA}" type="presParOf" srcId="{3D7C8D65-B270-4B46-9F90-83D5F40F1BC6}" destId="{CAC10BBC-603C-4EDB-A634-50E45D728638}" srcOrd="2" destOrd="0" presId="urn:microsoft.com/office/officeart/2008/layout/BendingPictureSemiTransparentText"/>
    <dgm:cxn modelId="{623B18F2-ABC8-466B-8751-8B936FA7129F}" type="presParOf" srcId="{CAC10BBC-603C-4EDB-A634-50E45D728638}" destId="{F9C2B465-A22D-497A-AA17-9D53B884A85D}" srcOrd="0" destOrd="0" presId="urn:microsoft.com/office/officeart/2008/layout/BendingPictureSemiTransparentText"/>
    <dgm:cxn modelId="{C691BB3B-0903-45DE-A2C9-FF56924D59CB}" type="presParOf" srcId="{CAC10BBC-603C-4EDB-A634-50E45D728638}" destId="{4124A78C-4BA2-4B4D-9E06-A24C8DA0846F}" srcOrd="1" destOrd="0" presId="urn:microsoft.com/office/officeart/2008/layout/BendingPictureSemiTransparentText"/>
    <dgm:cxn modelId="{0DAB2C31-F5FB-4DFF-AD0D-18CFEB17B106}" type="presParOf" srcId="{3D7C8D65-B270-4B46-9F90-83D5F40F1BC6}" destId="{5ED9A7B2-CEEE-437C-8315-6F1638F57FBE}" srcOrd="3" destOrd="0" presId="urn:microsoft.com/office/officeart/2008/layout/BendingPictureSemiTransparentText"/>
    <dgm:cxn modelId="{4492A04E-CD26-4DD9-951B-0CC83D9FAFEA}" type="presParOf" srcId="{3D7C8D65-B270-4B46-9F90-83D5F40F1BC6}" destId="{9C48EE6F-1BBB-4FE5-AAA1-7860840FB1A8}" srcOrd="4" destOrd="0" presId="urn:microsoft.com/office/officeart/2008/layout/BendingPictureSemiTransparentText"/>
    <dgm:cxn modelId="{ADB59CEA-9482-45A2-AC86-722410A463E4}" type="presParOf" srcId="{9C48EE6F-1BBB-4FE5-AAA1-7860840FB1A8}" destId="{CB1F2C79-9A2D-44CC-BD7D-AA1D80A3E765}" srcOrd="0" destOrd="0" presId="urn:microsoft.com/office/officeart/2008/layout/BendingPictureSemiTransparentText"/>
    <dgm:cxn modelId="{8942E0D9-3F1D-4C8A-93EE-EAB5270D37DC}" type="presParOf" srcId="{9C48EE6F-1BBB-4FE5-AAA1-7860840FB1A8}" destId="{1F62F8C5-7E58-4FE6-9F4D-D1D666D3AFDD}" srcOrd="1" destOrd="0" presId="urn:microsoft.com/office/officeart/2008/layout/BendingPictureSemiTransparentTex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E56524-29C7-4D9E-B300-5CF46DCFDA30}">
      <dsp:nvSpPr>
        <dsp:cNvPr id="0" name=""/>
        <dsp:cNvSpPr/>
      </dsp:nvSpPr>
      <dsp:spPr>
        <a:xfrm>
          <a:off x="1273" y="568843"/>
          <a:ext cx="2658573" cy="22787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4000" r="-14000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63D255-5190-4766-9FB7-6D910861E114}">
      <dsp:nvSpPr>
        <dsp:cNvPr id="0" name=""/>
        <dsp:cNvSpPr/>
      </dsp:nvSpPr>
      <dsp:spPr>
        <a:xfrm>
          <a:off x="1273" y="2163942"/>
          <a:ext cx="2658573" cy="546890"/>
        </a:xfrm>
        <a:prstGeom prst="rect">
          <a:avLst/>
        </a:prstGeom>
        <a:solidFill>
          <a:srgbClr val="584A4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000" b="0" i="0" kern="1200" dirty="0"/>
            <a:t>이동 가능한 </a:t>
          </a:r>
          <a:r>
            <a:rPr lang="en-US" sz="2000" b="0" i="0" kern="1200" dirty="0"/>
            <a:t>node </a:t>
          </a:r>
          <a:r>
            <a:rPr lang="ko-KR" sz="2000" b="0" i="0" kern="1200" dirty="0"/>
            <a:t>탐색</a:t>
          </a:r>
          <a:endParaRPr lang="ko-KR" sz="2000" kern="1200" dirty="0"/>
        </a:p>
      </dsp:txBody>
      <dsp:txXfrm>
        <a:off x="1273" y="2163942"/>
        <a:ext cx="2658573" cy="546890"/>
      </dsp:txXfrm>
    </dsp:sp>
    <dsp:sp modelId="{F9C2B465-A22D-497A-AA17-9D53B884A85D}">
      <dsp:nvSpPr>
        <dsp:cNvPr id="0" name=""/>
        <dsp:cNvSpPr/>
      </dsp:nvSpPr>
      <dsp:spPr>
        <a:xfrm>
          <a:off x="2931013" y="568843"/>
          <a:ext cx="2658573" cy="2278712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4000" r="-14000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24A78C-4BA2-4B4D-9E06-A24C8DA0846F}">
      <dsp:nvSpPr>
        <dsp:cNvPr id="0" name=""/>
        <dsp:cNvSpPr/>
      </dsp:nvSpPr>
      <dsp:spPr>
        <a:xfrm>
          <a:off x="2931013" y="2163942"/>
          <a:ext cx="2658573" cy="546890"/>
        </a:xfrm>
        <a:prstGeom prst="rect">
          <a:avLst/>
        </a:prstGeom>
        <a:solidFill>
          <a:srgbClr val="9F976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000" b="0" i="0" kern="1200" dirty="0"/>
            <a:t>표지판 도달 여부</a:t>
          </a:r>
          <a:endParaRPr lang="ko-KR" sz="2000" kern="1200" dirty="0"/>
        </a:p>
      </dsp:txBody>
      <dsp:txXfrm>
        <a:off x="2931013" y="2163942"/>
        <a:ext cx="2658573" cy="546890"/>
      </dsp:txXfrm>
    </dsp:sp>
    <dsp:sp modelId="{CB1F2C79-9A2D-44CC-BD7D-AA1D80A3E765}">
      <dsp:nvSpPr>
        <dsp:cNvPr id="0" name=""/>
        <dsp:cNvSpPr/>
      </dsp:nvSpPr>
      <dsp:spPr>
        <a:xfrm>
          <a:off x="5860753" y="568843"/>
          <a:ext cx="2658573" cy="22787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7000" r="-17000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62F8C5-7E58-4FE6-9F4D-D1D666D3AFDD}">
      <dsp:nvSpPr>
        <dsp:cNvPr id="0" name=""/>
        <dsp:cNvSpPr/>
      </dsp:nvSpPr>
      <dsp:spPr>
        <a:xfrm>
          <a:off x="5860753" y="2163942"/>
          <a:ext cx="2658573" cy="546890"/>
        </a:xfrm>
        <a:prstGeom prst="rect">
          <a:avLst/>
        </a:prstGeom>
        <a:solidFill>
          <a:srgbClr val="BAAD99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000" b="0" i="0" kern="1200" dirty="0"/>
            <a:t>표지판 계산</a:t>
          </a:r>
          <a:endParaRPr lang="ko-KR" sz="2000" kern="1200" dirty="0"/>
        </a:p>
      </dsp:txBody>
      <dsp:txXfrm>
        <a:off x="5860753" y="2163942"/>
        <a:ext cx="2658573" cy="5468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BendingPictureSemiTransparentText">
  <dgm:title val=""/>
  <dgm:desc val=""/>
  <dgm:catLst>
    <dgm:cat type="picture" pri="7000"/>
    <dgm:cat type="pictureconvert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h" fact="1.19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.1667"/>
        </dgm:alg>
        <dgm:shape xmlns:r="http://schemas.openxmlformats.org/officeDocument/2006/relationships" r:blip="">
          <dgm:adjLst/>
        </dgm:shape>
        <dgm:constrLst>
          <dgm:constr type="l" for="ch" forName="rect1" refType="w" fact="0"/>
          <dgm:constr type="t" for="ch" forName="rect1" refType="h" fact="0"/>
          <dgm:constr type="w" for="ch" forName="rect1" refType="w"/>
          <dgm:constr type="h" for="ch" forName="rect1" refType="h"/>
          <dgm:constr type="l" for="ch" forName="rect2" refType="w" fact="0"/>
          <dgm:constr type="t" for="ch" forName="rect2" refType="h" fact="0.7"/>
          <dgm:constr type="w" for="ch" forName="rect2" refType="w"/>
          <dgm:constr type="h" for="ch" forName="rect2" refType="h" fact="0.24"/>
        </dgm:constrLst>
        <dgm:layoutNode name="rect1" styleLbl="bgShp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rect2" styleLbl="trBgShp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57428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descr="무료 이미지 : 휴대용 퍼스널 컴퓨터, 과학 기술, 간단한 기계 장치 ...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475500"/>
            <a:ext cx="9144003" cy="60945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5" name="Google Shape;55;p13"/>
          <p:cNvSpPr/>
          <p:nvPr/>
        </p:nvSpPr>
        <p:spPr>
          <a:xfrm>
            <a:off x="-6600" y="-475500"/>
            <a:ext cx="9157200" cy="6094500"/>
          </a:xfrm>
          <a:prstGeom prst="rect">
            <a:avLst/>
          </a:prstGeom>
          <a:solidFill>
            <a:srgbClr val="000000">
              <a:alpha val="5000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dirty="0">
                <a:solidFill>
                  <a:schemeClr val="lt1"/>
                </a:solidFill>
              </a:rPr>
              <a:t>12</a:t>
            </a:r>
            <a:r>
              <a:rPr lang="ko" dirty="0">
                <a:solidFill>
                  <a:schemeClr val="lt1"/>
                </a:solidFill>
              </a:rPr>
              <a:t>주차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D5C695-65E9-CF1D-82C1-C9A7EDE2F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문제 분석</a:t>
            </a:r>
          </a:p>
        </p:txBody>
      </p:sp>
      <p:graphicFrame>
        <p:nvGraphicFramePr>
          <p:cNvPr id="4" name="다이어그램 3">
            <a:extLst>
              <a:ext uri="{FF2B5EF4-FFF2-40B4-BE49-F238E27FC236}">
                <a16:creationId xmlns:a16="http://schemas.microsoft.com/office/drawing/2014/main" id="{552DB6C6-A4E0-84EC-AA40-AD9E2546CA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08883431"/>
              </p:ext>
            </p:extLst>
          </p:nvPr>
        </p:nvGraphicFramePr>
        <p:xfrm>
          <a:off x="311700" y="1152475"/>
          <a:ext cx="8520600" cy="341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38184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996CB0-1BE1-8DB3-2935-2CAAD29B8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ko-KR" b="0" i="0" dirty="0"/>
              <a:t>이동 가능한 </a:t>
            </a:r>
            <a:r>
              <a:rPr lang="en-US" altLang="ko-KR" b="0" i="0" dirty="0"/>
              <a:t>node </a:t>
            </a:r>
            <a:r>
              <a:rPr lang="ko-KR" altLang="ko-KR" b="0" i="0" dirty="0"/>
              <a:t>탐색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04D9A10-A1B2-5C9C-7118-A76264C3CB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</p:spPr>
        <p:txBody>
          <a:bodyPr numCol="2"/>
          <a:lstStyle/>
          <a:p>
            <a:pPr>
              <a:lnSpc>
                <a:spcPct val="200000"/>
              </a:lnSpc>
            </a:pPr>
            <a:r>
              <a:rPr lang="ko-KR" altLang="en-US" dirty="0"/>
              <a:t>출발좌표 </a:t>
            </a:r>
            <a:r>
              <a:rPr lang="en-US" altLang="ko-KR" dirty="0"/>
              <a:t>(2, 3)</a:t>
            </a:r>
          </a:p>
          <a:p>
            <a:pPr>
              <a:lnSpc>
                <a:spcPct val="200000"/>
              </a:lnSpc>
            </a:pPr>
            <a:r>
              <a:rPr lang="ko-KR" altLang="en-US" dirty="0"/>
              <a:t>최대 주행 거리 </a:t>
            </a:r>
            <a:r>
              <a:rPr lang="en-US" altLang="ko-KR" dirty="0"/>
              <a:t>2</a:t>
            </a:r>
          </a:p>
          <a:p>
            <a:pPr>
              <a:lnSpc>
                <a:spcPct val="200000"/>
              </a:lnSpc>
            </a:pPr>
            <a:r>
              <a:rPr lang="ko-KR" altLang="en-US" dirty="0"/>
              <a:t>표지판 도달 여부 </a:t>
            </a:r>
            <a:r>
              <a:rPr lang="en-US" altLang="ko-KR" dirty="0"/>
              <a:t>O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95C25B4-D959-562A-267C-FBA9CAA816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7028409"/>
              </p:ext>
            </p:extLst>
          </p:nvPr>
        </p:nvGraphicFramePr>
        <p:xfrm>
          <a:off x="5096256" y="1748155"/>
          <a:ext cx="304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150488484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72432873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81688025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6525714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4437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415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70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5750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875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34337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B23F749-17F5-9FB8-5DD1-8FE3544D0F1A}"/>
              </a:ext>
            </a:extLst>
          </p:cNvPr>
          <p:cNvSpPr txBox="1"/>
          <p:nvPr/>
        </p:nvSpPr>
        <p:spPr>
          <a:xfrm>
            <a:off x="5254752" y="4098730"/>
            <a:ext cx="2731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이동 </a:t>
            </a:r>
            <a:r>
              <a:rPr lang="en-US" altLang="ko-KR" dirty="0"/>
              <a:t>Node </a:t>
            </a:r>
            <a:r>
              <a:rPr lang="ko-KR" altLang="en-US" dirty="0"/>
              <a:t>탐색 맵</a:t>
            </a:r>
          </a:p>
        </p:txBody>
      </p:sp>
    </p:spTree>
    <p:extLst>
      <p:ext uri="{BB962C8B-B14F-4D97-AF65-F5344CB8AC3E}">
        <p14:creationId xmlns:p14="http://schemas.microsoft.com/office/powerpoint/2010/main" val="3278008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F38E2-BC51-D548-E7CB-1B98230D3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D5A831-3151-07F9-46B5-5672491F2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latinLnBrk="1"/>
            <a:r>
              <a:rPr lang="ko-KR" altLang="ko-KR" b="0" i="0" dirty="0"/>
              <a:t>표지판 도달 여부</a:t>
            </a:r>
            <a:endParaRPr lang="ko-KR" altLang="ko-KR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3B67EAD-BED4-66FA-607C-2BF8017A5D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</p:spPr>
        <p:txBody>
          <a:bodyPr numCol="2"/>
          <a:lstStyle/>
          <a:p>
            <a:pPr>
              <a:lnSpc>
                <a:spcPct val="200000"/>
              </a:lnSpc>
            </a:pPr>
            <a:r>
              <a:rPr lang="en-US" altLang="ko-KR" dirty="0"/>
              <a:t>Tests</a:t>
            </a:r>
            <a:r>
              <a:rPr lang="ko-KR" altLang="en-US" dirty="0"/>
              <a:t>를 </a:t>
            </a:r>
            <a:r>
              <a:rPr lang="en-US" altLang="ko-KR" dirty="0" err="1"/>
              <a:t>floag</a:t>
            </a:r>
            <a:r>
              <a:rPr lang="ko-KR" altLang="en-US" dirty="0"/>
              <a:t>를 기준으로 정렬</a:t>
            </a:r>
            <a:endParaRPr lang="en-US" altLang="ko-KR" dirty="0"/>
          </a:p>
          <a:p>
            <a:pPr>
              <a:lnSpc>
                <a:spcPct val="200000"/>
              </a:lnSpc>
            </a:pPr>
            <a:r>
              <a:rPr lang="ko-KR" altLang="en-US" dirty="0"/>
              <a:t>출발좌표 </a:t>
            </a:r>
            <a:r>
              <a:rPr lang="en-US" altLang="ko-KR" dirty="0"/>
              <a:t>(2, 3)</a:t>
            </a:r>
          </a:p>
          <a:p>
            <a:pPr>
              <a:lnSpc>
                <a:spcPct val="200000"/>
              </a:lnSpc>
            </a:pPr>
            <a:r>
              <a:rPr lang="ko-KR" altLang="en-US" dirty="0"/>
              <a:t>최대 주행 거리 </a:t>
            </a:r>
            <a:r>
              <a:rPr lang="en-US" altLang="ko-KR" dirty="0"/>
              <a:t>2</a:t>
            </a:r>
          </a:p>
          <a:p>
            <a:pPr>
              <a:lnSpc>
                <a:spcPct val="200000"/>
              </a:lnSpc>
            </a:pPr>
            <a:r>
              <a:rPr lang="ko-KR" altLang="en-US" dirty="0"/>
              <a:t>표지판 도달 여부 </a:t>
            </a:r>
            <a:r>
              <a:rPr lang="en-US" altLang="ko-KR" dirty="0"/>
              <a:t>O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211F1EE-7E74-2258-C613-1EA9821D40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6296333"/>
              </p:ext>
            </p:extLst>
          </p:nvPr>
        </p:nvGraphicFramePr>
        <p:xfrm>
          <a:off x="5096256" y="1748155"/>
          <a:ext cx="304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150488484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72432873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81688025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6525714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4437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415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70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5750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875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34337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BEAB3DF-EB21-0A2A-95D2-7C8B7CBC1618}"/>
              </a:ext>
            </a:extLst>
          </p:cNvPr>
          <p:cNvSpPr txBox="1"/>
          <p:nvPr/>
        </p:nvSpPr>
        <p:spPr>
          <a:xfrm>
            <a:off x="5254752" y="4098730"/>
            <a:ext cx="2731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표지판 맵</a:t>
            </a:r>
          </a:p>
        </p:txBody>
      </p:sp>
    </p:spTree>
    <p:extLst>
      <p:ext uri="{BB962C8B-B14F-4D97-AF65-F5344CB8AC3E}">
        <p14:creationId xmlns:p14="http://schemas.microsoft.com/office/powerpoint/2010/main" val="2543626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5566B-25CB-7E0C-CCA3-129BCB42A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F35665-0C16-EFAC-A62C-3F3D0C2C0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latinLnBrk="1"/>
            <a:r>
              <a:rPr lang="ko-KR" altLang="ko-KR" b="0" i="0" dirty="0"/>
              <a:t>표지판 도달 여부</a:t>
            </a:r>
            <a:endParaRPr lang="ko-KR" altLang="ko-KR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FDC941D-9D18-182B-2959-4A7F9E8D65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</p:spPr>
        <p:txBody>
          <a:bodyPr numCol="2"/>
          <a:lstStyle/>
          <a:p>
            <a:pPr>
              <a:lnSpc>
                <a:spcPct val="200000"/>
              </a:lnSpc>
            </a:pPr>
            <a:r>
              <a:rPr lang="ko-KR" altLang="en-US" dirty="0"/>
              <a:t>출발좌표 </a:t>
            </a:r>
            <a:r>
              <a:rPr lang="en-US" altLang="ko-KR" dirty="0"/>
              <a:t>(1, 0)</a:t>
            </a:r>
          </a:p>
          <a:p>
            <a:pPr>
              <a:lnSpc>
                <a:spcPct val="200000"/>
              </a:lnSpc>
            </a:pPr>
            <a:r>
              <a:rPr lang="ko-KR" altLang="en-US" dirty="0"/>
              <a:t>최대 주행 거리 </a:t>
            </a:r>
            <a:r>
              <a:rPr lang="en-US" altLang="ko-KR" dirty="0"/>
              <a:t>4</a:t>
            </a:r>
          </a:p>
          <a:p>
            <a:pPr>
              <a:lnSpc>
                <a:spcPct val="200000"/>
              </a:lnSpc>
            </a:pPr>
            <a:r>
              <a:rPr lang="ko-KR" altLang="en-US" dirty="0"/>
              <a:t>표지판 도달 여부 </a:t>
            </a:r>
            <a:r>
              <a:rPr lang="en-US" altLang="ko-KR" dirty="0"/>
              <a:t>X</a:t>
            </a:r>
          </a:p>
          <a:p>
            <a:pPr>
              <a:lnSpc>
                <a:spcPct val="200000"/>
              </a:lnSpc>
            </a:pPr>
            <a:r>
              <a:rPr lang="ko-KR" altLang="en-US" dirty="0"/>
              <a:t>해당 </a:t>
            </a:r>
            <a:r>
              <a:rPr lang="en-US" altLang="ko-KR" dirty="0"/>
              <a:t>node </a:t>
            </a:r>
            <a:r>
              <a:rPr lang="ko-KR" altLang="en-US" dirty="0"/>
              <a:t>값 </a:t>
            </a:r>
            <a:r>
              <a:rPr lang="en-US" altLang="ko-KR" dirty="0"/>
              <a:t>* 0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0D3C357-5F0C-99F2-816A-4418E01197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9623172"/>
              </p:ext>
            </p:extLst>
          </p:nvPr>
        </p:nvGraphicFramePr>
        <p:xfrm>
          <a:off x="5096256" y="1748155"/>
          <a:ext cx="304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150488484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72432873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81688025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6525714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4437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415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70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5750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875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34337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676A06E-7F72-AC42-CE89-3A6A85B648F9}"/>
              </a:ext>
            </a:extLst>
          </p:cNvPr>
          <p:cNvSpPr txBox="1"/>
          <p:nvPr/>
        </p:nvSpPr>
        <p:spPr>
          <a:xfrm>
            <a:off x="5254752" y="4098730"/>
            <a:ext cx="2731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표지판 맵</a:t>
            </a:r>
          </a:p>
        </p:txBody>
      </p:sp>
    </p:spTree>
    <p:extLst>
      <p:ext uri="{BB962C8B-B14F-4D97-AF65-F5344CB8AC3E}">
        <p14:creationId xmlns:p14="http://schemas.microsoft.com/office/powerpoint/2010/main" val="1805866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62D7D-7C9C-87CA-56EC-7D00F41F7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FBE396-6E38-2E99-3968-6D7887A56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latinLnBrk="1"/>
            <a:r>
              <a:rPr lang="ko-KR" altLang="ko-KR" b="0" i="0" dirty="0"/>
              <a:t>표지판 도달 여부</a:t>
            </a:r>
            <a:endParaRPr lang="ko-KR" altLang="ko-KR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C7189C1-735B-CD39-A1AA-2D785E29B8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</p:spPr>
        <p:txBody>
          <a:bodyPr numCol="2"/>
          <a:lstStyle/>
          <a:p>
            <a:pPr>
              <a:lnSpc>
                <a:spcPct val="200000"/>
              </a:lnSpc>
            </a:pPr>
            <a:r>
              <a:rPr lang="ko-KR" altLang="en-US" dirty="0"/>
              <a:t>출발좌표 </a:t>
            </a:r>
            <a:r>
              <a:rPr lang="en-US" altLang="ko-KR" dirty="0"/>
              <a:t>(0, 4)</a:t>
            </a:r>
          </a:p>
          <a:p>
            <a:pPr>
              <a:lnSpc>
                <a:spcPct val="200000"/>
              </a:lnSpc>
            </a:pPr>
            <a:r>
              <a:rPr lang="ko-KR" altLang="en-US" dirty="0"/>
              <a:t>최대 주행 거리 </a:t>
            </a:r>
            <a:r>
              <a:rPr lang="en-US" altLang="ko-KR" dirty="0"/>
              <a:t>1</a:t>
            </a:r>
          </a:p>
          <a:p>
            <a:pPr>
              <a:lnSpc>
                <a:spcPct val="200000"/>
              </a:lnSpc>
            </a:pPr>
            <a:r>
              <a:rPr lang="ko-KR" altLang="en-US" dirty="0"/>
              <a:t>표지판 도달 여부 </a:t>
            </a:r>
            <a:r>
              <a:rPr lang="en-US" altLang="ko-KR" dirty="0"/>
              <a:t>X</a:t>
            </a:r>
          </a:p>
          <a:p>
            <a:pPr>
              <a:lnSpc>
                <a:spcPct val="200000"/>
              </a:lnSpc>
            </a:pPr>
            <a:r>
              <a:rPr lang="ko-KR" altLang="en-US" dirty="0"/>
              <a:t>해당 </a:t>
            </a:r>
            <a:r>
              <a:rPr lang="en-US" altLang="ko-KR" dirty="0"/>
              <a:t>node </a:t>
            </a:r>
            <a:r>
              <a:rPr lang="ko-KR" altLang="en-US" dirty="0"/>
              <a:t>값 </a:t>
            </a:r>
            <a:r>
              <a:rPr lang="en-US" altLang="ko-KR" dirty="0"/>
              <a:t>* 0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26280EC-BFA5-2C2A-6CC7-26A0AE5DAC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1644797"/>
              </p:ext>
            </p:extLst>
          </p:nvPr>
        </p:nvGraphicFramePr>
        <p:xfrm>
          <a:off x="5096256" y="1748155"/>
          <a:ext cx="304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150488484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72432873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81688025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6525714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4437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415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70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5750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875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34337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63A2953-9C7C-7BF2-0551-CC0F86D7FAAC}"/>
              </a:ext>
            </a:extLst>
          </p:cNvPr>
          <p:cNvSpPr txBox="1"/>
          <p:nvPr/>
        </p:nvSpPr>
        <p:spPr>
          <a:xfrm>
            <a:off x="5254752" y="4098730"/>
            <a:ext cx="2731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표지판 맵</a:t>
            </a:r>
          </a:p>
        </p:txBody>
      </p:sp>
    </p:spTree>
    <p:extLst>
      <p:ext uri="{BB962C8B-B14F-4D97-AF65-F5344CB8AC3E}">
        <p14:creationId xmlns:p14="http://schemas.microsoft.com/office/powerpoint/2010/main" val="248909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3D238-03D6-AA0E-A6DE-3947A78DF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2C95A5-ADE6-32F7-D61D-3BEF3BBF4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latinLnBrk="1"/>
            <a:r>
              <a:rPr lang="ko-KR" altLang="ko-KR" b="0" i="0" dirty="0"/>
              <a:t>표지판 계산</a:t>
            </a:r>
            <a:endParaRPr lang="ko-KR" altLang="ko-KR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4ABBEB3-509E-EC7E-0749-FE3E722D23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</p:spPr>
        <p:txBody>
          <a:bodyPr numCol="2"/>
          <a:lstStyle/>
          <a:p>
            <a:pPr>
              <a:lnSpc>
                <a:spcPct val="200000"/>
              </a:lnSpc>
            </a:pPr>
            <a:r>
              <a:rPr lang="en-US" altLang="ko-KR" dirty="0"/>
              <a:t>1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개수 계산</a:t>
            </a:r>
            <a:endParaRPr lang="en-US" altLang="ko-KR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0C0719B-A26B-5AF2-1D80-831132808E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4540471"/>
              </p:ext>
            </p:extLst>
          </p:nvPr>
        </p:nvGraphicFramePr>
        <p:xfrm>
          <a:off x="5096256" y="1748155"/>
          <a:ext cx="304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150488484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72432873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81688025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6525714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4437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415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70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5750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875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34337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419D6B0-D2C8-E782-7E49-ED6C483DD1BB}"/>
              </a:ext>
            </a:extLst>
          </p:cNvPr>
          <p:cNvSpPr txBox="1"/>
          <p:nvPr/>
        </p:nvSpPr>
        <p:spPr>
          <a:xfrm>
            <a:off x="5254752" y="4098730"/>
            <a:ext cx="2731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표지판 맵</a:t>
            </a:r>
          </a:p>
        </p:txBody>
      </p:sp>
    </p:spTree>
    <p:extLst>
      <p:ext uri="{BB962C8B-B14F-4D97-AF65-F5344CB8AC3E}">
        <p14:creationId xmlns:p14="http://schemas.microsoft.com/office/powerpoint/2010/main" val="772710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4440B0-CD65-9530-2455-13C6A61A3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문제점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60A9EC-ED20-91D8-67CB-063A0DC698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입력 데이터 </a:t>
            </a:r>
            <a:r>
              <a:rPr lang="en-US" altLang="ko-KR" dirty="0"/>
              <a:t>2</a:t>
            </a:r>
            <a:r>
              <a:rPr lang="ko-KR" altLang="en-US" dirty="0"/>
              <a:t>에서 시간이 오래 걸림</a:t>
            </a:r>
            <a:endParaRPr lang="en-US" altLang="ko-KR" dirty="0"/>
          </a:p>
          <a:p>
            <a:pPr lvl="1"/>
            <a:r>
              <a:rPr lang="en-US" altLang="ko-KR" dirty="0"/>
              <a:t>N = 99999</a:t>
            </a:r>
          </a:p>
          <a:p>
            <a:pPr lvl="1"/>
            <a:r>
              <a:rPr lang="en-US" altLang="ko-KR" dirty="0"/>
              <a:t>M = 99999</a:t>
            </a:r>
          </a:p>
          <a:p>
            <a:pPr lvl="1"/>
            <a:r>
              <a:rPr lang="en-US" altLang="ko-KR" dirty="0"/>
              <a:t>Tests = [[0, 0, 199997, 1]]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2795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3D238-03D6-AA0E-A6DE-3947A78DF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2C95A5-ADE6-32F7-D61D-3BEF3BBF4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latinLnBrk="1"/>
            <a:r>
              <a:rPr lang="ko-KR" altLang="en-US" dirty="0"/>
              <a:t>수정 내용</a:t>
            </a:r>
            <a:endParaRPr lang="ko-KR" altLang="ko-KR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4ABBEB3-509E-EC7E-0749-FE3E722D23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</p:spPr>
        <p:txBody>
          <a:bodyPr numCol="1"/>
          <a:lstStyle/>
          <a:p>
            <a:pPr>
              <a:lnSpc>
                <a:spcPct val="200000"/>
              </a:lnSpc>
            </a:pPr>
            <a:r>
              <a:rPr lang="en-US" altLang="ko-KR" dirty="0"/>
              <a:t>Map</a:t>
            </a:r>
            <a:r>
              <a:rPr lang="ko-KR" altLang="en-US" dirty="0"/>
              <a:t>을 생성하지 않음</a:t>
            </a:r>
            <a:endParaRPr lang="en-US" altLang="ko-KR" dirty="0"/>
          </a:p>
          <a:p>
            <a:pPr>
              <a:lnSpc>
                <a:spcPct val="200000"/>
              </a:lnSpc>
            </a:pPr>
            <a:r>
              <a:rPr lang="en-US" altLang="ko-KR" dirty="0"/>
              <a:t>Set</a:t>
            </a:r>
            <a:r>
              <a:rPr lang="ko-KR" altLang="en-US" dirty="0"/>
              <a:t>을 사용해 집합을 활용해</a:t>
            </a:r>
            <a:endParaRPr lang="en-US" altLang="ko-KR" dirty="0"/>
          </a:p>
          <a:p>
            <a:pPr>
              <a:lnSpc>
                <a:spcPct val="200000"/>
              </a:lnSpc>
            </a:pPr>
            <a:endParaRPr lang="en-US" altLang="ko-KR" dirty="0"/>
          </a:p>
          <a:p>
            <a:pPr>
              <a:lnSpc>
                <a:spcPct val="200000"/>
              </a:lnSpc>
            </a:pPr>
            <a:endParaRPr lang="en-US" altLang="ko-KR" dirty="0"/>
          </a:p>
          <a:p>
            <a:pPr>
              <a:lnSpc>
                <a:spcPct val="200000"/>
              </a:lnSpc>
            </a:pPr>
            <a:r>
              <a:rPr lang="en-US" altLang="ko-KR" dirty="0"/>
              <a:t>BFS</a:t>
            </a:r>
            <a:r>
              <a:rPr lang="ko-KR" altLang="en-US" dirty="0"/>
              <a:t>를 사용하면 입력 데이터 </a:t>
            </a:r>
            <a:r>
              <a:rPr lang="en-US" altLang="ko-KR" dirty="0"/>
              <a:t>2</a:t>
            </a:r>
            <a:r>
              <a:rPr lang="ko-KR" altLang="en-US" dirty="0"/>
              <a:t>에서 시간이 오래 걸림</a:t>
            </a:r>
            <a:endParaRPr lang="en-US" altLang="ko-KR" dirty="0"/>
          </a:p>
          <a:p>
            <a:pPr>
              <a:lnSpc>
                <a:spcPct val="200000"/>
              </a:lnSpc>
            </a:pPr>
            <a:endParaRPr lang="en-US" altLang="ko-KR" dirty="0"/>
          </a:p>
          <a:p>
            <a:pPr>
              <a:lnSpc>
                <a:spcPct val="200000"/>
              </a:lnSpc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413710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1C20A-C86C-F2C4-4CA2-CF981BE55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0047BB-910F-20E5-FA68-07BAFACDA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latinLnBrk="1"/>
            <a:r>
              <a:rPr lang="ko-KR" altLang="en-US" dirty="0"/>
              <a:t>다른 사람 풀이</a:t>
            </a:r>
            <a:endParaRPr lang="ko-KR" altLang="ko-KR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07E9779-09F3-73BF-8B6D-47DB41CCD9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</p:spPr>
        <p:txBody>
          <a:bodyPr numCol="2"/>
          <a:lstStyle/>
          <a:p>
            <a:pPr>
              <a:lnSpc>
                <a:spcPct val="200000"/>
              </a:lnSpc>
            </a:pPr>
            <a:r>
              <a:rPr lang="ko-KR" altLang="en-US" dirty="0"/>
              <a:t>개요</a:t>
            </a:r>
            <a:endParaRPr lang="en-US" altLang="ko-KR" dirty="0"/>
          </a:p>
          <a:p>
            <a:pPr lvl="1">
              <a:lnSpc>
                <a:spcPct val="200000"/>
              </a:lnSpc>
            </a:pPr>
            <a:r>
              <a:rPr lang="en-US" altLang="ko-KR" dirty="0"/>
              <a:t>Flag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인 데이터로 </a:t>
            </a:r>
            <a:r>
              <a:rPr lang="en-US" altLang="ko-KR" dirty="0"/>
              <a:t>map </a:t>
            </a:r>
            <a:r>
              <a:rPr lang="ko-KR" altLang="en-US" dirty="0"/>
              <a:t>데이터 저장</a:t>
            </a:r>
            <a:endParaRPr lang="en-US" altLang="ko-KR" dirty="0"/>
          </a:p>
          <a:p>
            <a:pPr lvl="1">
              <a:lnSpc>
                <a:spcPct val="200000"/>
              </a:lnSpc>
            </a:pPr>
            <a:r>
              <a:rPr lang="en-US" altLang="ko-KR" dirty="0"/>
              <a:t>Map </a:t>
            </a:r>
            <a:r>
              <a:rPr lang="ko-KR" altLang="en-US" dirty="0"/>
              <a:t>데이터로 표지판 개수 계산</a:t>
            </a:r>
            <a:endParaRPr lang="en-US" altLang="ko-KR" dirty="0"/>
          </a:p>
          <a:p>
            <a:pPr lvl="1">
              <a:lnSpc>
                <a:spcPct val="200000"/>
              </a:lnSpc>
            </a:pPr>
            <a:r>
              <a:rPr lang="ko-KR" altLang="en-US" dirty="0"/>
              <a:t>제한 범위 계산</a:t>
            </a:r>
            <a:endParaRPr lang="en-US" altLang="ko-KR" dirty="0"/>
          </a:p>
          <a:p>
            <a:pPr lvl="1">
              <a:lnSpc>
                <a:spcPct val="200000"/>
              </a:lnSpc>
            </a:pPr>
            <a:r>
              <a:rPr lang="en-US" altLang="ko-KR" dirty="0"/>
              <a:t>Flag 0</a:t>
            </a:r>
            <a:r>
              <a:rPr lang="ko-KR" altLang="en-US" dirty="0"/>
              <a:t>인 데이터로 </a:t>
            </a:r>
            <a:r>
              <a:rPr lang="en-US" altLang="ko-KR" dirty="0"/>
              <a:t>map </a:t>
            </a:r>
            <a:r>
              <a:rPr lang="ko-KR" altLang="en-US" dirty="0"/>
              <a:t>데이터 계산</a:t>
            </a:r>
            <a:endParaRPr lang="en-US" altLang="ko-KR" dirty="0"/>
          </a:p>
          <a:p>
            <a:pPr lvl="1">
              <a:lnSpc>
                <a:spcPct val="200000"/>
              </a:lnSpc>
            </a:pPr>
            <a:r>
              <a:rPr lang="ko-KR" altLang="en-US" dirty="0"/>
              <a:t>계산된 개수에 차이</a:t>
            </a: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1B81ABC-49F4-1B50-EF02-502AB91BD6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48" b="47615"/>
          <a:stretch/>
        </p:blipFill>
        <p:spPr>
          <a:xfrm>
            <a:off x="4332671" y="0"/>
            <a:ext cx="481132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365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1C20A-C86C-F2C4-4CA2-CF981BE55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0047BB-910F-20E5-FA68-07BAFACDA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latinLnBrk="1"/>
            <a:r>
              <a:rPr lang="ko-KR" altLang="en-US" dirty="0"/>
              <a:t>다른 사람 풀이</a:t>
            </a:r>
            <a:endParaRPr lang="ko-KR" altLang="ko-KR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07E9779-09F3-73BF-8B6D-47DB41CCD9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</p:spPr>
        <p:txBody>
          <a:bodyPr numCol="2"/>
          <a:lstStyle/>
          <a:p>
            <a:pPr>
              <a:lnSpc>
                <a:spcPct val="200000"/>
              </a:lnSpc>
            </a:pPr>
            <a:r>
              <a:rPr lang="ko-KR" altLang="en-US" dirty="0"/>
              <a:t>개요</a:t>
            </a:r>
            <a:endParaRPr lang="en-US" altLang="ko-KR" dirty="0"/>
          </a:p>
          <a:p>
            <a:pPr lvl="1">
              <a:lnSpc>
                <a:spcPct val="200000"/>
              </a:lnSpc>
            </a:pPr>
            <a:r>
              <a:rPr lang="en-US" altLang="ko-KR" dirty="0"/>
              <a:t>Flag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인 데이터로 </a:t>
            </a:r>
            <a:r>
              <a:rPr lang="en-US" altLang="ko-KR" dirty="0"/>
              <a:t>map </a:t>
            </a:r>
            <a:r>
              <a:rPr lang="ko-KR" altLang="en-US" dirty="0"/>
              <a:t>데이터 저장</a:t>
            </a:r>
            <a:endParaRPr lang="en-US" altLang="ko-KR" dirty="0"/>
          </a:p>
          <a:p>
            <a:pPr lvl="1">
              <a:lnSpc>
                <a:spcPct val="200000"/>
              </a:lnSpc>
            </a:pPr>
            <a:r>
              <a:rPr lang="en-US" altLang="ko-KR" dirty="0"/>
              <a:t>Map </a:t>
            </a:r>
            <a:r>
              <a:rPr lang="ko-KR" altLang="en-US" dirty="0"/>
              <a:t>데이터로 표지판 개수 계산</a:t>
            </a:r>
            <a:endParaRPr lang="en-US" altLang="ko-KR" dirty="0"/>
          </a:p>
          <a:p>
            <a:pPr lvl="1">
              <a:lnSpc>
                <a:spcPct val="200000"/>
              </a:lnSpc>
            </a:pPr>
            <a:r>
              <a:rPr lang="ko-KR" altLang="en-US" dirty="0"/>
              <a:t>제한 범위 계산</a:t>
            </a:r>
            <a:endParaRPr lang="en-US" altLang="ko-KR" dirty="0"/>
          </a:p>
          <a:p>
            <a:pPr lvl="1">
              <a:lnSpc>
                <a:spcPct val="200000"/>
              </a:lnSpc>
            </a:pPr>
            <a:r>
              <a:rPr lang="en-US" altLang="ko-KR" dirty="0"/>
              <a:t>Flag 0</a:t>
            </a:r>
            <a:r>
              <a:rPr lang="ko-KR" altLang="en-US" dirty="0"/>
              <a:t>인 데이터로 </a:t>
            </a:r>
            <a:r>
              <a:rPr lang="en-US" altLang="ko-KR" dirty="0"/>
              <a:t>map </a:t>
            </a:r>
            <a:r>
              <a:rPr lang="ko-KR" altLang="en-US" dirty="0"/>
              <a:t>데이터 계산</a:t>
            </a:r>
            <a:endParaRPr lang="en-US" altLang="ko-KR" dirty="0"/>
          </a:p>
          <a:p>
            <a:pPr lvl="1">
              <a:lnSpc>
                <a:spcPct val="200000"/>
              </a:lnSpc>
            </a:pPr>
            <a:r>
              <a:rPr lang="ko-KR" altLang="en-US" dirty="0"/>
              <a:t>계산된 개수에 차이</a:t>
            </a: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1B81ABC-49F4-1B50-EF02-502AB91BD6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485" t="50000"/>
          <a:stretch/>
        </p:blipFill>
        <p:spPr>
          <a:xfrm>
            <a:off x="4242816" y="0"/>
            <a:ext cx="490118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5464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90BCD-BB6F-DC24-6B46-DC3E486F0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80C534-E151-1287-58B1-5867FB0AC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latinLnBrk="1"/>
            <a:r>
              <a:rPr lang="ko-KR" altLang="en-US" dirty="0"/>
              <a:t>다른 사람 풀이</a:t>
            </a:r>
            <a:endParaRPr lang="ko-KR" altLang="ko-KR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CD8F27B-2B0C-311F-535F-928A251274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</p:spPr>
        <p:txBody>
          <a:bodyPr numCol="2"/>
          <a:lstStyle/>
          <a:p>
            <a:pPr>
              <a:lnSpc>
                <a:spcPct val="200000"/>
              </a:lnSpc>
            </a:pPr>
            <a:r>
              <a:rPr lang="en-US" altLang="ko-KR" dirty="0"/>
              <a:t>Map</a:t>
            </a:r>
            <a:r>
              <a:rPr lang="ko-KR" altLang="en-US" dirty="0"/>
              <a:t>을 </a:t>
            </a:r>
            <a:r>
              <a:rPr lang="en-US" altLang="ko-KR" dirty="0"/>
              <a:t>45</a:t>
            </a:r>
            <a:r>
              <a:rPr lang="ko-KR" altLang="en-US" dirty="0"/>
              <a:t>도 기울여 계산</a:t>
            </a:r>
            <a:endParaRPr lang="en-US" altLang="ko-KR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79A00D0-5D54-757A-7320-8FB0612BAD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1018120"/>
              </p:ext>
            </p:extLst>
          </p:nvPr>
        </p:nvGraphicFramePr>
        <p:xfrm>
          <a:off x="780288" y="2343835"/>
          <a:ext cx="304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150488484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72432873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81688025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6525714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4437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415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70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5750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875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343372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90E5561-0F67-866E-F7AF-DF71D46602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921111"/>
              </p:ext>
            </p:extLst>
          </p:nvPr>
        </p:nvGraphicFramePr>
        <p:xfrm>
          <a:off x="4666690" y="982886"/>
          <a:ext cx="416561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561">
                  <a:extLst>
                    <a:ext uri="{9D8B030D-6E8A-4147-A177-3AD203B41FA5}">
                      <a16:colId xmlns:a16="http://schemas.microsoft.com/office/drawing/2014/main" val="205910733"/>
                    </a:ext>
                  </a:extLst>
                </a:gridCol>
                <a:gridCol w="416561">
                  <a:extLst>
                    <a:ext uri="{9D8B030D-6E8A-4147-A177-3AD203B41FA5}">
                      <a16:colId xmlns:a16="http://schemas.microsoft.com/office/drawing/2014/main" val="449211190"/>
                    </a:ext>
                  </a:extLst>
                </a:gridCol>
                <a:gridCol w="416561">
                  <a:extLst>
                    <a:ext uri="{9D8B030D-6E8A-4147-A177-3AD203B41FA5}">
                      <a16:colId xmlns:a16="http://schemas.microsoft.com/office/drawing/2014/main" val="1816820695"/>
                    </a:ext>
                  </a:extLst>
                </a:gridCol>
                <a:gridCol w="416561">
                  <a:extLst>
                    <a:ext uri="{9D8B030D-6E8A-4147-A177-3AD203B41FA5}">
                      <a16:colId xmlns:a16="http://schemas.microsoft.com/office/drawing/2014/main" val="2386907239"/>
                    </a:ext>
                  </a:extLst>
                </a:gridCol>
                <a:gridCol w="416561">
                  <a:extLst>
                    <a:ext uri="{9D8B030D-6E8A-4147-A177-3AD203B41FA5}">
                      <a16:colId xmlns:a16="http://schemas.microsoft.com/office/drawing/2014/main" val="1094852354"/>
                    </a:ext>
                  </a:extLst>
                </a:gridCol>
                <a:gridCol w="416561">
                  <a:extLst>
                    <a:ext uri="{9D8B030D-6E8A-4147-A177-3AD203B41FA5}">
                      <a16:colId xmlns:a16="http://schemas.microsoft.com/office/drawing/2014/main" val="4012890957"/>
                    </a:ext>
                  </a:extLst>
                </a:gridCol>
                <a:gridCol w="416561">
                  <a:extLst>
                    <a:ext uri="{9D8B030D-6E8A-4147-A177-3AD203B41FA5}">
                      <a16:colId xmlns:a16="http://schemas.microsoft.com/office/drawing/2014/main" val="1504884840"/>
                    </a:ext>
                  </a:extLst>
                </a:gridCol>
                <a:gridCol w="416561">
                  <a:extLst>
                    <a:ext uri="{9D8B030D-6E8A-4147-A177-3AD203B41FA5}">
                      <a16:colId xmlns:a16="http://schemas.microsoft.com/office/drawing/2014/main" val="2724328737"/>
                    </a:ext>
                  </a:extLst>
                </a:gridCol>
                <a:gridCol w="416561">
                  <a:extLst>
                    <a:ext uri="{9D8B030D-6E8A-4147-A177-3AD203B41FA5}">
                      <a16:colId xmlns:a16="http://schemas.microsoft.com/office/drawing/2014/main" val="3816880251"/>
                    </a:ext>
                  </a:extLst>
                </a:gridCol>
                <a:gridCol w="416561">
                  <a:extLst>
                    <a:ext uri="{9D8B030D-6E8A-4147-A177-3AD203B41FA5}">
                      <a16:colId xmlns:a16="http://schemas.microsoft.com/office/drawing/2014/main" val="26525714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346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9309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8417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963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4437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415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70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5750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875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3433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444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90BCD-BB6F-DC24-6B46-DC3E486F0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80C534-E151-1287-58B1-5867FB0AC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latinLnBrk="1"/>
            <a:r>
              <a:rPr lang="ko-KR" altLang="en-US" dirty="0"/>
              <a:t>다른 사람 풀이</a:t>
            </a:r>
            <a:endParaRPr lang="ko-KR" altLang="ko-KR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CD8F27B-2B0C-311F-535F-928A251274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</p:spPr>
        <p:txBody>
          <a:bodyPr numCol="2"/>
          <a:lstStyle/>
          <a:p>
            <a:pPr>
              <a:lnSpc>
                <a:spcPct val="200000"/>
              </a:lnSpc>
            </a:pPr>
            <a:r>
              <a:rPr lang="ko-KR" altLang="en-US" dirty="0"/>
              <a:t>표지판 계산</a:t>
            </a:r>
            <a:endParaRPr lang="en-US" altLang="ko-KR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90E5561-0F67-866E-F7AF-DF71D46602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8392300"/>
              </p:ext>
            </p:extLst>
          </p:nvPr>
        </p:nvGraphicFramePr>
        <p:xfrm>
          <a:off x="5471362" y="1933575"/>
          <a:ext cx="208280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561">
                  <a:extLst>
                    <a:ext uri="{9D8B030D-6E8A-4147-A177-3AD203B41FA5}">
                      <a16:colId xmlns:a16="http://schemas.microsoft.com/office/drawing/2014/main" val="1816820695"/>
                    </a:ext>
                  </a:extLst>
                </a:gridCol>
                <a:gridCol w="416561">
                  <a:extLst>
                    <a:ext uri="{9D8B030D-6E8A-4147-A177-3AD203B41FA5}">
                      <a16:colId xmlns:a16="http://schemas.microsoft.com/office/drawing/2014/main" val="2386907239"/>
                    </a:ext>
                  </a:extLst>
                </a:gridCol>
                <a:gridCol w="416561">
                  <a:extLst>
                    <a:ext uri="{9D8B030D-6E8A-4147-A177-3AD203B41FA5}">
                      <a16:colId xmlns:a16="http://schemas.microsoft.com/office/drawing/2014/main" val="1094852354"/>
                    </a:ext>
                  </a:extLst>
                </a:gridCol>
                <a:gridCol w="416561">
                  <a:extLst>
                    <a:ext uri="{9D8B030D-6E8A-4147-A177-3AD203B41FA5}">
                      <a16:colId xmlns:a16="http://schemas.microsoft.com/office/drawing/2014/main" val="4012890957"/>
                    </a:ext>
                  </a:extLst>
                </a:gridCol>
                <a:gridCol w="416561">
                  <a:extLst>
                    <a:ext uri="{9D8B030D-6E8A-4147-A177-3AD203B41FA5}">
                      <a16:colId xmlns:a16="http://schemas.microsoft.com/office/drawing/2014/main" val="15048848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8417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963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4437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415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70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62647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75EC9-FC17-B1A9-F78D-1D21567EF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5129CA-9817-BA0C-902A-A1CECFD97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latinLnBrk="1"/>
            <a:r>
              <a:rPr lang="ko-KR" altLang="en-US" dirty="0"/>
              <a:t>다른 사람 풀이</a:t>
            </a:r>
            <a:endParaRPr lang="ko-KR" altLang="ko-KR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47D2FDC-7144-E728-9A20-B96CF0CF0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</p:spPr>
        <p:txBody>
          <a:bodyPr numCol="2"/>
          <a:lstStyle/>
          <a:p>
            <a:pPr>
              <a:lnSpc>
                <a:spcPct val="200000"/>
              </a:lnSpc>
            </a:pPr>
            <a:r>
              <a:rPr lang="ko-KR" altLang="en-US" dirty="0"/>
              <a:t>제한 범위 계산</a:t>
            </a:r>
            <a:endParaRPr lang="en-US" altLang="ko-KR" dirty="0"/>
          </a:p>
          <a:p>
            <a:pPr lvl="1">
              <a:lnSpc>
                <a:spcPct val="200000"/>
              </a:lnSpc>
            </a:pPr>
            <a:r>
              <a:rPr lang="en-US" altLang="ko-KR" dirty="0"/>
              <a:t>X’</a:t>
            </a:r>
            <a:r>
              <a:rPr lang="ko-KR" altLang="en-US" dirty="0"/>
              <a:t> </a:t>
            </a:r>
            <a:r>
              <a:rPr lang="en-US" altLang="ko-KR" dirty="0"/>
              <a:t>=</a:t>
            </a:r>
            <a:r>
              <a:rPr lang="ko-KR" altLang="en-US" dirty="0"/>
              <a:t> </a:t>
            </a:r>
            <a:r>
              <a:rPr lang="en-US" altLang="ko-KR" dirty="0"/>
              <a:t>x – y + m</a:t>
            </a:r>
          </a:p>
          <a:p>
            <a:pPr lvl="1">
              <a:lnSpc>
                <a:spcPct val="200000"/>
              </a:lnSpc>
            </a:pPr>
            <a:r>
              <a:rPr lang="en-US" altLang="ko-KR" dirty="0"/>
              <a:t>Y’ = x + y</a:t>
            </a:r>
          </a:p>
          <a:p>
            <a:pPr lvl="1">
              <a:lnSpc>
                <a:spcPct val="200000"/>
              </a:lnSpc>
            </a:pPr>
            <a:endParaRPr lang="en-US" altLang="ko-KR" dirty="0"/>
          </a:p>
          <a:p>
            <a:pPr>
              <a:lnSpc>
                <a:spcPct val="200000"/>
              </a:lnSpc>
            </a:pPr>
            <a:r>
              <a:rPr lang="ko-KR" altLang="en-US" dirty="0"/>
              <a:t>연립 방정식</a:t>
            </a:r>
            <a:endParaRPr lang="en-US" altLang="ko-KR" dirty="0"/>
          </a:p>
          <a:p>
            <a:pPr lvl="1">
              <a:lnSpc>
                <a:spcPct val="200000"/>
              </a:lnSpc>
            </a:pPr>
            <a:r>
              <a:rPr lang="en-US" altLang="ko-KR" dirty="0"/>
              <a:t>2x = X’ + Y’ – m</a:t>
            </a:r>
          </a:p>
          <a:p>
            <a:pPr lvl="1">
              <a:lnSpc>
                <a:spcPct val="200000"/>
              </a:lnSpc>
            </a:pPr>
            <a:r>
              <a:rPr lang="en-US" altLang="ko-KR" dirty="0"/>
              <a:t>2y = Y’ – X’ + 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7948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CA755-B07C-3040-E4C5-DBA6DFA39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78A5AA-13C7-3797-ADF2-DCE231D38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latinLnBrk="1"/>
            <a:r>
              <a:rPr lang="ko-KR" altLang="en-US" dirty="0"/>
              <a:t>다른 사람 풀이</a:t>
            </a:r>
            <a:endParaRPr lang="ko-KR" altLang="ko-KR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6FDF788-CABF-5A97-BDCB-EA4AF522C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</p:spPr>
        <p:txBody>
          <a:bodyPr numCol="2"/>
          <a:lstStyle/>
          <a:p>
            <a:pPr>
              <a:lnSpc>
                <a:spcPct val="200000"/>
              </a:lnSpc>
            </a:pPr>
            <a:r>
              <a:rPr lang="en-US" altLang="ko-KR" dirty="0"/>
              <a:t>Flag 0</a:t>
            </a:r>
            <a:r>
              <a:rPr lang="ko-KR" altLang="en-US" dirty="0"/>
              <a:t>인 데이터로 </a:t>
            </a:r>
            <a:r>
              <a:rPr lang="en-US" altLang="ko-KR" dirty="0"/>
              <a:t>map </a:t>
            </a:r>
            <a:r>
              <a:rPr lang="ko-KR" altLang="en-US" dirty="0"/>
              <a:t>데이터 계산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636D7B1F-7155-5396-90B8-5717EB614E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806180"/>
              </p:ext>
            </p:extLst>
          </p:nvPr>
        </p:nvGraphicFramePr>
        <p:xfrm>
          <a:off x="5581090" y="2529255"/>
          <a:ext cx="208280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561">
                  <a:extLst>
                    <a:ext uri="{9D8B030D-6E8A-4147-A177-3AD203B41FA5}">
                      <a16:colId xmlns:a16="http://schemas.microsoft.com/office/drawing/2014/main" val="1816820695"/>
                    </a:ext>
                  </a:extLst>
                </a:gridCol>
                <a:gridCol w="416561">
                  <a:extLst>
                    <a:ext uri="{9D8B030D-6E8A-4147-A177-3AD203B41FA5}">
                      <a16:colId xmlns:a16="http://schemas.microsoft.com/office/drawing/2014/main" val="2386907239"/>
                    </a:ext>
                  </a:extLst>
                </a:gridCol>
                <a:gridCol w="416561">
                  <a:extLst>
                    <a:ext uri="{9D8B030D-6E8A-4147-A177-3AD203B41FA5}">
                      <a16:colId xmlns:a16="http://schemas.microsoft.com/office/drawing/2014/main" val="1094852354"/>
                    </a:ext>
                  </a:extLst>
                </a:gridCol>
                <a:gridCol w="416561">
                  <a:extLst>
                    <a:ext uri="{9D8B030D-6E8A-4147-A177-3AD203B41FA5}">
                      <a16:colId xmlns:a16="http://schemas.microsoft.com/office/drawing/2014/main" val="4012890957"/>
                    </a:ext>
                  </a:extLst>
                </a:gridCol>
                <a:gridCol w="416561">
                  <a:extLst>
                    <a:ext uri="{9D8B030D-6E8A-4147-A177-3AD203B41FA5}">
                      <a16:colId xmlns:a16="http://schemas.microsoft.com/office/drawing/2014/main" val="15048848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8417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963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4437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415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700011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CCC463A6-1BAE-2C9D-8038-195F2AAE90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5781359"/>
              </p:ext>
            </p:extLst>
          </p:nvPr>
        </p:nvGraphicFramePr>
        <p:xfrm>
          <a:off x="780288" y="2343835"/>
          <a:ext cx="304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150488484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72432873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81688025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6525714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4437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415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70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5750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875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3433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85079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4656D-6F8D-2916-DEE7-BB36D86F8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35F641-CF74-E163-820E-038D7A271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latinLnBrk="1"/>
            <a:r>
              <a:rPr lang="ko-KR" altLang="en-US" dirty="0"/>
              <a:t>다른 사람 풀이</a:t>
            </a:r>
            <a:endParaRPr lang="ko-KR" altLang="ko-KR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24001E0-A1FA-BA46-5F29-7F109C09C9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</p:spPr>
        <p:txBody>
          <a:bodyPr numCol="2"/>
          <a:lstStyle/>
          <a:p>
            <a:pPr>
              <a:lnSpc>
                <a:spcPct val="200000"/>
              </a:lnSpc>
            </a:pPr>
            <a:r>
              <a:rPr lang="en-US" altLang="ko-KR" dirty="0"/>
              <a:t>Flag 0</a:t>
            </a:r>
            <a:r>
              <a:rPr lang="ko-KR" altLang="en-US" dirty="0"/>
              <a:t>인 데이터로 </a:t>
            </a:r>
            <a:r>
              <a:rPr lang="en-US" altLang="ko-KR" dirty="0"/>
              <a:t>map </a:t>
            </a:r>
            <a:r>
              <a:rPr lang="ko-KR" altLang="en-US" dirty="0"/>
              <a:t>데이터 계산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B56856B-2A6C-B18C-1631-71B267B015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1800975"/>
              </p:ext>
            </p:extLst>
          </p:nvPr>
        </p:nvGraphicFramePr>
        <p:xfrm>
          <a:off x="5581090" y="2529255"/>
          <a:ext cx="208280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561">
                  <a:extLst>
                    <a:ext uri="{9D8B030D-6E8A-4147-A177-3AD203B41FA5}">
                      <a16:colId xmlns:a16="http://schemas.microsoft.com/office/drawing/2014/main" val="1816820695"/>
                    </a:ext>
                  </a:extLst>
                </a:gridCol>
                <a:gridCol w="416561">
                  <a:extLst>
                    <a:ext uri="{9D8B030D-6E8A-4147-A177-3AD203B41FA5}">
                      <a16:colId xmlns:a16="http://schemas.microsoft.com/office/drawing/2014/main" val="2386907239"/>
                    </a:ext>
                  </a:extLst>
                </a:gridCol>
                <a:gridCol w="416561">
                  <a:extLst>
                    <a:ext uri="{9D8B030D-6E8A-4147-A177-3AD203B41FA5}">
                      <a16:colId xmlns:a16="http://schemas.microsoft.com/office/drawing/2014/main" val="1094852354"/>
                    </a:ext>
                  </a:extLst>
                </a:gridCol>
                <a:gridCol w="416561">
                  <a:extLst>
                    <a:ext uri="{9D8B030D-6E8A-4147-A177-3AD203B41FA5}">
                      <a16:colId xmlns:a16="http://schemas.microsoft.com/office/drawing/2014/main" val="4012890957"/>
                    </a:ext>
                  </a:extLst>
                </a:gridCol>
                <a:gridCol w="416561">
                  <a:extLst>
                    <a:ext uri="{9D8B030D-6E8A-4147-A177-3AD203B41FA5}">
                      <a16:colId xmlns:a16="http://schemas.microsoft.com/office/drawing/2014/main" val="15048848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8417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963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4437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415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700011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18C8E85-EA85-0FA5-3681-AB10469FE7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3495329"/>
              </p:ext>
            </p:extLst>
          </p:nvPr>
        </p:nvGraphicFramePr>
        <p:xfrm>
          <a:off x="780288" y="2343835"/>
          <a:ext cx="304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150488484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72432873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81688025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6525714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4437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415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70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5750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875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3433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310133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439</Words>
  <Application>Microsoft Office PowerPoint</Application>
  <PresentationFormat>화면 슬라이드 쇼(16:9)</PresentationFormat>
  <Paragraphs>217</Paragraphs>
  <Slides>16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8" baseType="lpstr">
      <vt:lpstr>Arial</vt:lpstr>
      <vt:lpstr>Simple Light</vt:lpstr>
      <vt:lpstr>12주차</vt:lpstr>
      <vt:lpstr>문제 분석</vt:lpstr>
      <vt:lpstr>이동 가능한 node 탐색</vt:lpstr>
      <vt:lpstr>표지판 도달 여부</vt:lpstr>
      <vt:lpstr>표지판 도달 여부</vt:lpstr>
      <vt:lpstr>표지판 도달 여부</vt:lpstr>
      <vt:lpstr>표지판 계산</vt:lpstr>
      <vt:lpstr>문제점</vt:lpstr>
      <vt:lpstr>수정 내용</vt:lpstr>
      <vt:lpstr>다른 사람 풀이</vt:lpstr>
      <vt:lpstr>다른 사람 풀이</vt:lpstr>
      <vt:lpstr>다른 사람 풀이</vt:lpstr>
      <vt:lpstr>다른 사람 풀이</vt:lpstr>
      <vt:lpstr>다른 사람 풀이</vt:lpstr>
      <vt:lpstr>다른 사람 풀이</vt:lpstr>
      <vt:lpstr>다른 사람 풀이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이진원</cp:lastModifiedBy>
  <cp:revision>9</cp:revision>
  <dcterms:modified xsi:type="dcterms:W3CDTF">2025-03-26T14:12:07Z</dcterms:modified>
</cp:coreProperties>
</file>