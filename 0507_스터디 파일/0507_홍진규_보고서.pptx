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2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FBC770-403E-475E-A2E3-1C80C0FB0423}" type="datetime1">
              <a:rPr lang="ko-KR" altLang="en-US" smtClean="0"/>
              <a:t>2025-05-07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0DBFD7B-1402-401C-B286-54B893D03A4C}" type="datetime1">
              <a:rPr lang="ko-KR" altLang="en-US" smtClean="0"/>
              <a:t>2025-05-07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B16F60C3-5F0E-4C74-8A10-3C6342DF72CE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6F418F7-86C1-49FF-AD10-315C89EABDB6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FE75DD57-A933-4CF7-BD22-DDB2380C1618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83833429-AC63-412A-AA05-50A0CAB567A8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2AFB61CE-22F1-4937-8687-025B237EBB03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734FC7D7-0958-47C3-9C09-A6A48B7FD496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 sz="18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 sz="16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 sz="14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 sz="1400">
                <a:solidFill>
                  <a:schemeClr val="tx2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DBE2D092-1E7F-4E5E-8EFE-840944FCD807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C73D0BD8-2627-4610-A2CF-D0CA0958F2F4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 algn="l"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52D5A49B-9191-4DEB-A0F8-7CA9C61B9C1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  <a:lvl2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2pPr>
            <a:lvl3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3pPr>
            <a:lvl4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4pPr>
            <a:lvl5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083EC3D-47E3-4D28-BD42-E64EB1B25696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011EA711-EE13-4EC1-AA96-434F5207432A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50" charset="-127"/>
                <a:ea typeface="Malgun Gothic" panose="020B0503020000020004" pitchFamily="50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직사각형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직사각형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1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직사각형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altLang="ko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ROS</a:t>
            </a:r>
            <a:r>
              <a:rPr lang="en-US" altLang="ko" dirty="0"/>
              <a:t>2</a:t>
            </a:r>
            <a:r>
              <a:rPr lang="ko-KR" altLang="en-US" dirty="0"/>
              <a:t> 시험 대비 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일단 요약 및 정리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그림 5" descr="로고 클로즈업&#10;&#10;자동 생성되는 설명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06" y="696713"/>
            <a:ext cx="11029616" cy="1188720"/>
          </a:xfrm>
        </p:spPr>
        <p:txBody>
          <a:bodyPr rtlCol="0"/>
          <a:lstStyle/>
          <a:p>
            <a:pPr rtl="0"/>
            <a:r>
              <a:rPr lang="en-US" altLang="ko-KR" dirty="0"/>
              <a:t>ROS2</a:t>
            </a:r>
            <a:r>
              <a:rPr lang="ko-KR" altLang="en-US" dirty="0"/>
              <a:t>란 무엇인가</a:t>
            </a:r>
            <a:r>
              <a:rPr lang="en-US" altLang="ko-KR" dirty="0"/>
              <a:t>? </a:t>
            </a:r>
            <a:endParaRPr lang="ko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31D3D9-A890-E8CD-1CCF-DD9423C47C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 (Robot Operating System)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로봇 개발을 위한 </a:t>
            </a: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미들웨어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프레임워크.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ROS2의 등장 이유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실시간성, 보안성 강화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여러 로봇 지원을 위한 DDS (Data Distribution Service) 기반 통신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ROS1과 ROS2 차이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ROS1: 싱글 마스터 구조 → ROS2: 멀티 노드 통신 가능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ROS2: Python과 C++ 모두 지원, 플랫폼 독립적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32D6B-6460-D429-D3E3-B616D669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ROS2 </a:t>
            </a:r>
            <a:r>
              <a:rPr lang="ko-KR" altLang="en-US" dirty="0"/>
              <a:t>기본 구조 및 명령어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9FDBB-8176-5E39-4DC6-2E237FA8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87C059-D7AB-0022-FD8A-87B9E53BC2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코드/설정/파일들을 모아놓은 단위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실행 단위, 각 기능을 수행하는 독립적인 프로세스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Publisher ↔ Subscriber 간 메시지 전달 채널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요청(Request) ↔ 응답(Response) 구조</a:t>
            </a:r>
          </a:p>
        </p:txBody>
      </p:sp>
    </p:spTree>
    <p:extLst>
      <p:ext uri="{BB962C8B-B14F-4D97-AF65-F5344CB8AC3E}">
        <p14:creationId xmlns:p14="http://schemas.microsoft.com/office/powerpoint/2010/main" val="38528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894C5-4DE4-D5BB-566F-55E6E8DC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</a:t>
            </a:r>
            <a:r>
              <a:rPr lang="ko-KR" altLang="en-US" dirty="0"/>
              <a:t>코드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A56F87-3B40-ABD7-EF72-AA0C6625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패키지 생성 </a:t>
            </a:r>
            <a:r>
              <a:rPr lang="en-US" altLang="ko-KR" dirty="0"/>
              <a:t>(Python 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ros2 pkg create --build-type </a:t>
            </a:r>
            <a:r>
              <a:rPr lang="en-US" altLang="ko-KR" dirty="0" err="1"/>
              <a:t>ament_python</a:t>
            </a:r>
            <a:r>
              <a:rPr lang="en-US" altLang="ko-KR" dirty="0"/>
              <a:t> </a:t>
            </a:r>
            <a:r>
              <a:rPr lang="en-US" altLang="ko-KR" dirty="0" err="1"/>
              <a:t>my_pkg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노드 실행</a:t>
            </a:r>
          </a:p>
          <a:p>
            <a:r>
              <a:rPr lang="en-US" altLang="ko-KR" dirty="0"/>
              <a:t>ros2 run </a:t>
            </a:r>
            <a:r>
              <a:rPr lang="en-US" altLang="ko-KR" dirty="0" err="1"/>
              <a:t>my_pkg</a:t>
            </a:r>
            <a:r>
              <a:rPr lang="en-US" altLang="ko-KR" dirty="0"/>
              <a:t> </a:t>
            </a:r>
            <a:r>
              <a:rPr lang="en-US" altLang="ko-KR" dirty="0" err="1"/>
              <a:t>my_node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토픽 확인</a:t>
            </a:r>
          </a:p>
          <a:p>
            <a:r>
              <a:rPr lang="en-US" altLang="ko-KR" dirty="0"/>
              <a:t>ros2 topic list</a:t>
            </a:r>
          </a:p>
          <a:p>
            <a:r>
              <a:rPr lang="en-US" altLang="ko-KR" dirty="0"/>
              <a:t>ros2 topic echo /</a:t>
            </a:r>
            <a:r>
              <a:rPr lang="en-US" altLang="ko-KR" dirty="0" err="1"/>
              <a:t>topic_name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# </a:t>
            </a:r>
            <a:r>
              <a:rPr lang="ko-KR" altLang="en-US" dirty="0"/>
              <a:t>서비스 확인</a:t>
            </a:r>
          </a:p>
          <a:p>
            <a:r>
              <a:rPr lang="en-US" altLang="ko-KR" dirty="0"/>
              <a:t>ros2 service list</a:t>
            </a:r>
          </a:p>
          <a:p>
            <a:r>
              <a:rPr lang="en-US" altLang="ko-KR" dirty="0"/>
              <a:t>ros2 service call /</a:t>
            </a:r>
            <a:r>
              <a:rPr lang="en-US" altLang="ko-KR" dirty="0" err="1"/>
              <a:t>service_name</a:t>
            </a:r>
            <a:r>
              <a:rPr lang="en-US" altLang="ko-KR" dirty="0"/>
              <a:t> </a:t>
            </a:r>
            <a:r>
              <a:rPr lang="en-US" altLang="ko-KR" dirty="0" err="1"/>
              <a:t>std_srvs</a:t>
            </a:r>
            <a:r>
              <a:rPr lang="en-US" altLang="ko-KR" dirty="0"/>
              <a:t>/</a:t>
            </a:r>
            <a:r>
              <a:rPr lang="en-US" altLang="ko-KR" dirty="0" err="1"/>
              <a:t>srv</a:t>
            </a:r>
            <a:r>
              <a:rPr lang="en-US" altLang="ko-KR" dirty="0"/>
              <a:t>/Empty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64FD3-BB67-AC2F-7564-334E400B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0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ED9C3-A188-0BD0-CEC4-F3BEC04E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27348"/>
            <a:ext cx="11029615" cy="4448002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rclpy</a:t>
            </a:r>
            <a:r>
              <a:rPr lang="en-US" altLang="ko-KR" sz="1400" dirty="0"/>
              <a:t>  # ROS2 Python </a:t>
            </a:r>
            <a:r>
              <a:rPr lang="ko-KR" altLang="en-US" sz="1400" dirty="0"/>
              <a:t>클라이언트 라이브러리</a:t>
            </a:r>
          </a:p>
          <a:p>
            <a:r>
              <a:rPr lang="en-US" altLang="ko-KR" sz="1400" dirty="0"/>
              <a:t>from </a:t>
            </a:r>
            <a:r>
              <a:rPr lang="en-US" altLang="ko-KR" sz="1400" dirty="0" err="1"/>
              <a:t>rclpy.node</a:t>
            </a:r>
            <a:r>
              <a:rPr lang="en-US" altLang="ko-KR" sz="1400" dirty="0"/>
              <a:t> import Node  # ROS2 </a:t>
            </a:r>
            <a:r>
              <a:rPr lang="ko-KR" altLang="en-US" sz="1400" dirty="0"/>
              <a:t>노드 클래스</a:t>
            </a:r>
          </a:p>
          <a:p>
            <a:r>
              <a:rPr lang="en-US" altLang="ko-KR" sz="1400" dirty="0"/>
              <a:t>from std_msgs.msg import String  # String </a:t>
            </a:r>
            <a:r>
              <a:rPr lang="ko-KR" altLang="en-US" sz="1400" dirty="0"/>
              <a:t>타입 메시지 사용</a:t>
            </a:r>
          </a:p>
          <a:p>
            <a:r>
              <a:rPr lang="en-US" altLang="ko-KR" sz="1400" dirty="0"/>
              <a:t>class Talker(Node):  # Node</a:t>
            </a:r>
            <a:r>
              <a:rPr lang="ko-KR" altLang="en-US" sz="1400" dirty="0"/>
              <a:t>를 상속받아 사용자 노드 생성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def __</a:t>
            </a:r>
            <a:r>
              <a:rPr lang="en-US" altLang="ko-KR" sz="1400" dirty="0" err="1"/>
              <a:t>init</a:t>
            </a:r>
            <a:r>
              <a:rPr lang="en-US" altLang="ko-KR" sz="1400" dirty="0"/>
              <a:t>__(self):</a:t>
            </a:r>
          </a:p>
          <a:p>
            <a:r>
              <a:rPr lang="en-US" altLang="ko-KR" sz="1400" dirty="0"/>
              <a:t>        super().__</a:t>
            </a:r>
            <a:r>
              <a:rPr lang="en-US" altLang="ko-KR" sz="1400" dirty="0" err="1"/>
              <a:t>init</a:t>
            </a:r>
            <a:r>
              <a:rPr lang="en-US" altLang="ko-KR" sz="1400" dirty="0"/>
              <a:t>__('talker')  # </a:t>
            </a:r>
            <a:r>
              <a:rPr lang="ko-KR" altLang="en-US" sz="1400" dirty="0"/>
              <a:t>노드 이름 설정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self.publisher</a:t>
            </a:r>
            <a:r>
              <a:rPr lang="en-US" altLang="ko-KR" sz="1400" dirty="0"/>
              <a:t>_ = </a:t>
            </a:r>
            <a:r>
              <a:rPr lang="en-US" altLang="ko-KR" sz="1400" dirty="0" err="1"/>
              <a:t>self.create_publisher</a:t>
            </a:r>
            <a:r>
              <a:rPr lang="en-US" altLang="ko-KR" sz="1400" dirty="0"/>
              <a:t>(String, 'chatter', 10)</a:t>
            </a:r>
          </a:p>
          <a:p>
            <a:r>
              <a:rPr lang="en-US" altLang="ko-KR" sz="1400" dirty="0"/>
              <a:t>        # 'chatter'</a:t>
            </a:r>
            <a:r>
              <a:rPr lang="ko-KR" altLang="en-US" sz="1400" dirty="0"/>
              <a:t>라는 토픽으로 </a:t>
            </a:r>
            <a:r>
              <a:rPr lang="en-US" altLang="ko-KR" sz="1400" dirty="0"/>
              <a:t>String </a:t>
            </a:r>
            <a:r>
              <a:rPr lang="ko-KR" altLang="en-US" sz="1400" dirty="0"/>
              <a:t>메시지를 발행할 퍼블리셔 생성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# </a:t>
            </a:r>
            <a:r>
              <a:rPr lang="ko-KR" altLang="en-US" sz="1400" dirty="0"/>
              <a:t>큐 사이즈는 </a:t>
            </a:r>
            <a:r>
              <a:rPr lang="en-US" altLang="ko-KR" sz="1400" dirty="0"/>
              <a:t>10 (</a:t>
            </a:r>
            <a:r>
              <a:rPr lang="ko-KR" altLang="en-US" sz="1400" dirty="0"/>
              <a:t>메시지가 쌓일 수 있는 버퍼 크기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timer_period</a:t>
            </a:r>
            <a:r>
              <a:rPr lang="en-US" altLang="ko-KR" sz="1400" dirty="0"/>
              <a:t> = 1  # 1</a:t>
            </a:r>
            <a:r>
              <a:rPr lang="ko-KR" altLang="en-US" sz="1400" dirty="0"/>
              <a:t>초마다 실행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self.timer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self.create_timer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timer_period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self.timer_callback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# </a:t>
            </a:r>
            <a:r>
              <a:rPr lang="ko-KR" altLang="en-US" sz="1400" dirty="0"/>
              <a:t>타이머 설정</a:t>
            </a:r>
            <a:r>
              <a:rPr lang="en-US" altLang="ko-KR" sz="1400" dirty="0"/>
              <a:t>: 1</a:t>
            </a:r>
            <a:r>
              <a:rPr lang="ko-KR" altLang="en-US" sz="1400" dirty="0"/>
              <a:t>초마다 </a:t>
            </a:r>
            <a:r>
              <a:rPr lang="en-US" altLang="ko-KR" sz="1400" dirty="0" err="1"/>
              <a:t>timer_callback</a:t>
            </a:r>
            <a:r>
              <a:rPr lang="en-US" altLang="ko-KR" sz="1400" dirty="0"/>
              <a:t> </a:t>
            </a:r>
            <a:r>
              <a:rPr lang="ko-KR" altLang="en-US" sz="1400" dirty="0"/>
              <a:t>함수 실행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91ED8-1B77-9EB3-2F3D-FA81DB26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41359B-4EF8-C434-98C8-9F624B850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1192" y="1065683"/>
            <a:ext cx="6253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talker.py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(문자열을 1초마다 발행하는 노드) 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1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67E7F-B720-ED17-CB09-C08DA350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D6A47-8D3E-0095-0D62-D4CFA578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def </a:t>
            </a:r>
            <a:r>
              <a:rPr lang="en-US" altLang="ko-KR" dirty="0" err="1"/>
              <a:t>timer_callback</a:t>
            </a:r>
            <a:r>
              <a:rPr lang="en-US" altLang="ko-KR" dirty="0"/>
              <a:t>(self):</a:t>
            </a:r>
          </a:p>
          <a:p>
            <a:r>
              <a:rPr lang="en-US" altLang="ko-KR" dirty="0"/>
              <a:t>        msg = String()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msg.data</a:t>
            </a:r>
            <a:r>
              <a:rPr lang="en-US" altLang="ko-KR" dirty="0"/>
              <a:t> = '</a:t>
            </a:r>
            <a:r>
              <a:rPr lang="ko-KR" altLang="en-US" dirty="0"/>
              <a:t>안녕하세요 </a:t>
            </a:r>
            <a:r>
              <a:rPr lang="en-US" altLang="ko-KR" dirty="0"/>
              <a:t>ROS2!'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self.publisher_.publish</a:t>
            </a:r>
            <a:r>
              <a:rPr lang="en-US" altLang="ko-KR" dirty="0"/>
              <a:t>(msg)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self.get_logger</a:t>
            </a:r>
            <a:r>
              <a:rPr lang="en-US" altLang="ko-KR" dirty="0"/>
              <a:t>().info(f'</a:t>
            </a:r>
            <a:r>
              <a:rPr lang="ko-KR" altLang="en-US" dirty="0"/>
              <a:t>발행</a:t>
            </a:r>
            <a:r>
              <a:rPr lang="en-US" altLang="ko-KR" dirty="0"/>
              <a:t>: "{</a:t>
            </a:r>
            <a:r>
              <a:rPr lang="en-US" altLang="ko-KR" dirty="0" err="1"/>
              <a:t>msg.data</a:t>
            </a:r>
            <a:r>
              <a:rPr lang="en-US" altLang="ko-KR" dirty="0"/>
              <a:t>}"')</a:t>
            </a:r>
          </a:p>
          <a:p>
            <a:r>
              <a:rPr lang="en-US" altLang="ko-KR" dirty="0"/>
              <a:t>        # </a:t>
            </a:r>
            <a:r>
              <a:rPr lang="ko-KR" altLang="en-US" dirty="0"/>
              <a:t>콘솔에도 메시지 출력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노드 실행 흐름</a:t>
            </a:r>
          </a:p>
          <a:p>
            <a:r>
              <a:rPr lang="en-US" altLang="ko-KR" dirty="0" err="1"/>
              <a:t>rclpy.init</a:t>
            </a:r>
            <a:r>
              <a:rPr lang="en-US" altLang="ko-KR" dirty="0"/>
              <a:t>()             # ROS2 </a:t>
            </a:r>
            <a:r>
              <a:rPr lang="ko-KR" altLang="en-US" dirty="0"/>
              <a:t>시스템 초기화</a:t>
            </a:r>
          </a:p>
          <a:p>
            <a:r>
              <a:rPr lang="en-US" altLang="ko-KR" dirty="0"/>
              <a:t>node = Talker()          # Talker </a:t>
            </a:r>
            <a:r>
              <a:rPr lang="ko-KR" altLang="en-US" dirty="0"/>
              <a:t>노드 객체 생성</a:t>
            </a:r>
          </a:p>
          <a:p>
            <a:r>
              <a:rPr lang="en-US" altLang="ko-KR" dirty="0" err="1"/>
              <a:t>rclpy.spin</a:t>
            </a:r>
            <a:r>
              <a:rPr lang="en-US" altLang="ko-KR" dirty="0"/>
              <a:t>(node)         # </a:t>
            </a:r>
            <a:r>
              <a:rPr lang="ko-KR" altLang="en-US" dirty="0"/>
              <a:t>노드가 계속 실행되도록 루프 대기</a:t>
            </a:r>
          </a:p>
          <a:p>
            <a:r>
              <a:rPr lang="en-US" altLang="ko-KR" dirty="0" err="1"/>
              <a:t>rclpy.shutdown</a:t>
            </a:r>
            <a:r>
              <a:rPr lang="en-US" altLang="ko-KR" dirty="0"/>
              <a:t>()         # </a:t>
            </a:r>
            <a:r>
              <a:rPr lang="ko-KR" altLang="en-US" dirty="0"/>
              <a:t>노드 종료 시 시스템 종료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115365-10C3-E3DC-6194-6A0D6C32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02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285AFD-98C5-96D3-7D23-AB644D691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rclpy</a:t>
            </a:r>
            <a:endParaRPr lang="en-US" altLang="ko-KR" dirty="0"/>
          </a:p>
          <a:p>
            <a:r>
              <a:rPr lang="en-US" altLang="ko-KR" dirty="0"/>
              <a:t>from </a:t>
            </a:r>
            <a:r>
              <a:rPr lang="en-US" altLang="ko-KR" dirty="0" err="1"/>
              <a:t>rclpy.node</a:t>
            </a:r>
            <a:r>
              <a:rPr lang="en-US" altLang="ko-KR" dirty="0"/>
              <a:t> import Node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doosan_interfaces.srv</a:t>
            </a:r>
            <a:r>
              <a:rPr lang="en-US" altLang="ko-KR" dirty="0"/>
              <a:t> import </a:t>
            </a:r>
            <a:r>
              <a:rPr lang="en-US" altLang="ko-KR" dirty="0" err="1"/>
              <a:t>MoveToPose</a:t>
            </a:r>
            <a:r>
              <a:rPr lang="en-US" altLang="ko-KR" dirty="0"/>
              <a:t>  # </a:t>
            </a:r>
            <a:r>
              <a:rPr lang="en-US" altLang="ko-KR" dirty="0" err="1"/>
              <a:t>doosan</a:t>
            </a:r>
            <a:r>
              <a:rPr lang="en-US" altLang="ko-KR" dirty="0"/>
              <a:t> SDK</a:t>
            </a:r>
            <a:r>
              <a:rPr lang="ko-KR" altLang="en-US" dirty="0"/>
              <a:t>가 제공하는 서비스 정의 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class </a:t>
            </a:r>
            <a:r>
              <a:rPr lang="en-US" altLang="ko-KR" dirty="0" err="1"/>
              <a:t>ArmPoseClient</a:t>
            </a:r>
            <a:r>
              <a:rPr lang="en-US" altLang="ko-KR" dirty="0"/>
              <a:t>(Node):</a:t>
            </a:r>
          </a:p>
          <a:p>
            <a:r>
              <a:rPr lang="en-US" altLang="ko-KR" dirty="0"/>
              <a:t>    def __</a:t>
            </a:r>
            <a:r>
              <a:rPr lang="en-US" altLang="ko-KR" dirty="0" err="1"/>
              <a:t>init</a:t>
            </a:r>
            <a:r>
              <a:rPr lang="en-US" altLang="ko-KR" dirty="0"/>
              <a:t>__(self):</a:t>
            </a:r>
          </a:p>
          <a:p>
            <a:r>
              <a:rPr lang="en-US" altLang="ko-KR" dirty="0"/>
              <a:t>        super().__</a:t>
            </a:r>
            <a:r>
              <a:rPr lang="en-US" altLang="ko-KR" dirty="0" err="1"/>
              <a:t>init</a:t>
            </a:r>
            <a:r>
              <a:rPr lang="en-US" altLang="ko-KR" dirty="0"/>
              <a:t>__('</a:t>
            </a:r>
            <a:r>
              <a:rPr lang="en-US" altLang="ko-KR" dirty="0" err="1"/>
              <a:t>arm_pose_client</a:t>
            </a:r>
            <a:r>
              <a:rPr lang="en-US" altLang="ko-KR" dirty="0"/>
              <a:t>')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self.cli</a:t>
            </a:r>
            <a:r>
              <a:rPr lang="en-US" altLang="ko-KR" dirty="0"/>
              <a:t> = </a:t>
            </a:r>
            <a:r>
              <a:rPr lang="en-US" altLang="ko-KR" dirty="0" err="1"/>
              <a:t>self.create_client</a:t>
            </a:r>
            <a:r>
              <a:rPr lang="en-US" altLang="ko-KR" dirty="0"/>
              <a:t>(</a:t>
            </a:r>
            <a:r>
              <a:rPr lang="en-US" altLang="ko-KR" dirty="0" err="1"/>
              <a:t>MoveToPose</a:t>
            </a:r>
            <a:r>
              <a:rPr lang="en-US" altLang="ko-KR" dirty="0"/>
              <a:t>, '</a:t>
            </a:r>
            <a:r>
              <a:rPr lang="en-US" altLang="ko-KR" dirty="0" err="1"/>
              <a:t>move_to_pose</a:t>
            </a:r>
            <a:r>
              <a:rPr lang="en-US" altLang="ko-KR" dirty="0"/>
              <a:t>')</a:t>
            </a:r>
          </a:p>
          <a:p>
            <a:r>
              <a:rPr lang="en-US" altLang="ko-KR" dirty="0"/>
              <a:t>        # '</a:t>
            </a:r>
            <a:r>
              <a:rPr lang="en-US" altLang="ko-KR" dirty="0" err="1"/>
              <a:t>move_to_pose</a:t>
            </a:r>
            <a:r>
              <a:rPr lang="en-US" altLang="ko-KR" dirty="0"/>
              <a:t>'</a:t>
            </a:r>
            <a:r>
              <a:rPr lang="ko-KR" altLang="en-US" dirty="0"/>
              <a:t>라는 서비스 이름을 가진 클라이언트 생성</a:t>
            </a:r>
          </a:p>
          <a:p>
            <a:r>
              <a:rPr lang="ko-KR" altLang="en-US" dirty="0"/>
              <a:t>        </a:t>
            </a:r>
            <a:r>
              <a:rPr lang="en-US" altLang="ko-KR" dirty="0"/>
              <a:t>while not </a:t>
            </a:r>
            <a:r>
              <a:rPr lang="en-US" altLang="ko-KR" dirty="0" err="1"/>
              <a:t>self.cli.wait_for_service</a:t>
            </a:r>
            <a:r>
              <a:rPr lang="en-US" altLang="ko-KR" dirty="0"/>
              <a:t>(</a:t>
            </a:r>
            <a:r>
              <a:rPr lang="en-US" altLang="ko-KR" dirty="0" err="1"/>
              <a:t>timeout_sec</a:t>
            </a:r>
            <a:r>
              <a:rPr lang="en-US" altLang="ko-KR" dirty="0"/>
              <a:t>=1.0):</a:t>
            </a:r>
          </a:p>
          <a:p>
            <a:r>
              <a:rPr lang="en-US" altLang="ko-KR" dirty="0"/>
              <a:t>            </a:t>
            </a:r>
            <a:r>
              <a:rPr lang="en-US" altLang="ko-KR" dirty="0" err="1"/>
              <a:t>self.get_logger</a:t>
            </a:r>
            <a:r>
              <a:rPr lang="en-US" altLang="ko-KR" dirty="0"/>
              <a:t>().info('</a:t>
            </a:r>
            <a:r>
              <a:rPr lang="ko-KR" altLang="en-US" dirty="0" err="1"/>
              <a:t>로봇팔</a:t>
            </a:r>
            <a:r>
              <a:rPr lang="ko-KR" altLang="en-US" dirty="0"/>
              <a:t> 서비스 대기 중</a:t>
            </a:r>
            <a:r>
              <a:rPr lang="en-US" altLang="ko-KR" dirty="0"/>
              <a:t>...')</a:t>
            </a:r>
          </a:p>
          <a:p>
            <a:endParaRPr lang="en-US" altLang="ko-KR" dirty="0"/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</a:t>
            </a:r>
            <a:r>
              <a:rPr lang="en-US" altLang="ko-KR" dirty="0"/>
              <a:t> = </a:t>
            </a:r>
            <a:r>
              <a:rPr lang="en-US" altLang="ko-KR" dirty="0" err="1"/>
              <a:t>MoveToPose.Request</a:t>
            </a:r>
            <a:r>
              <a:rPr lang="en-US" altLang="ko-KR" dirty="0"/>
              <a:t>()  # </a:t>
            </a:r>
            <a:r>
              <a:rPr lang="ko-KR" altLang="en-US" dirty="0"/>
              <a:t>요청 객체 생성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0F7EB-FA6D-CDAD-8EB9-D44538CC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33A731F-434E-2C2E-06AE-8E88C8A14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1192" y="1034906"/>
            <a:ext cx="77941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move_arm_pose_client.py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(서비스 클라이언트)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5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6703D-3390-6EA3-1834-DFCD086C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13B75-90B8-C739-0447-DE0B0D77D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def </a:t>
            </a:r>
            <a:r>
              <a:rPr lang="en-US" altLang="ko-KR" dirty="0" err="1"/>
              <a:t>send_request</a:t>
            </a:r>
            <a:r>
              <a:rPr lang="en-US" altLang="ko-KR" dirty="0"/>
              <a:t>(self):</a:t>
            </a:r>
          </a:p>
          <a:p>
            <a:r>
              <a:rPr lang="en-US" altLang="ko-KR" dirty="0"/>
              <a:t>        # </a:t>
            </a:r>
            <a:r>
              <a:rPr lang="ko-KR" altLang="en-US" dirty="0"/>
              <a:t>실제 이동할 위치</a:t>
            </a:r>
            <a:r>
              <a:rPr lang="en-US" altLang="ko-KR" dirty="0"/>
              <a:t>(x, y, z) </a:t>
            </a:r>
            <a:r>
              <a:rPr lang="ko-KR" altLang="en-US" dirty="0"/>
              <a:t>및 자세</a:t>
            </a:r>
            <a:r>
              <a:rPr lang="en-US" altLang="ko-KR" dirty="0"/>
              <a:t>(</a:t>
            </a:r>
            <a:r>
              <a:rPr lang="en-US" altLang="ko-KR" dirty="0" err="1"/>
              <a:t>rx</a:t>
            </a:r>
            <a:r>
              <a:rPr lang="en-US" altLang="ko-KR" dirty="0"/>
              <a:t>, </a:t>
            </a:r>
            <a:r>
              <a:rPr lang="en-US" altLang="ko-KR" dirty="0" err="1"/>
              <a:t>ry</a:t>
            </a:r>
            <a:r>
              <a:rPr lang="en-US" altLang="ko-KR" dirty="0"/>
              <a:t>, </a:t>
            </a:r>
            <a:r>
              <a:rPr lang="en-US" altLang="ko-KR" dirty="0" err="1"/>
              <a:t>rz</a:t>
            </a:r>
            <a:r>
              <a:rPr lang="en-US" altLang="ko-KR" dirty="0"/>
              <a:t>) </a:t>
            </a:r>
            <a:r>
              <a:rPr lang="ko-KR" altLang="en-US" dirty="0"/>
              <a:t>지정 </a:t>
            </a:r>
            <a:r>
              <a:rPr lang="en-US" altLang="ko-KR" dirty="0"/>
              <a:t>(</a:t>
            </a:r>
            <a:r>
              <a:rPr lang="ko-KR" altLang="en-US" dirty="0"/>
              <a:t>단위</a:t>
            </a:r>
            <a:r>
              <a:rPr lang="en-US" altLang="ko-KR" dirty="0"/>
              <a:t>: m, rad)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self.req.x</a:t>
            </a:r>
            <a:r>
              <a:rPr lang="en-US" altLang="ko-KR" dirty="0"/>
              <a:t> = 0.4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self.req.y</a:t>
            </a:r>
            <a:r>
              <a:rPr lang="en-US" altLang="ko-KR" dirty="0"/>
              <a:t> = 0.0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self.req.z</a:t>
            </a:r>
            <a:r>
              <a:rPr lang="en-US" altLang="ko-KR" dirty="0"/>
              <a:t> = 0.3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self.req.rx</a:t>
            </a:r>
            <a:r>
              <a:rPr lang="en-US" altLang="ko-KR" dirty="0"/>
              <a:t> = 0.0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self.req.ry</a:t>
            </a:r>
            <a:r>
              <a:rPr lang="en-US" altLang="ko-KR" dirty="0"/>
              <a:t> = 1.57  # 90</a:t>
            </a:r>
            <a:r>
              <a:rPr lang="ko-KR" altLang="en-US" dirty="0"/>
              <a:t>도</a:t>
            </a:r>
          </a:p>
          <a:p>
            <a:r>
              <a:rPr lang="ko-KR" altLang="en-US" dirty="0"/>
              <a:t>        </a:t>
            </a:r>
            <a:r>
              <a:rPr lang="en-US" altLang="ko-KR" dirty="0" err="1"/>
              <a:t>self.req.rz</a:t>
            </a:r>
            <a:r>
              <a:rPr lang="en-US" altLang="ko-KR" dirty="0"/>
              <a:t> = 0.0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1283B-7B03-3FEC-A783-AEF43955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33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C22BF-9ED4-EA0C-72E1-ACE2579B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D1052A-876E-6700-E346-6C0C4311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비동기로 서비스 요청</a:t>
            </a:r>
          </a:p>
          <a:p>
            <a:r>
              <a:rPr lang="ko-KR" altLang="en-US" dirty="0"/>
              <a:t>        </a:t>
            </a:r>
            <a:r>
              <a:rPr lang="en-US" altLang="ko-KR" dirty="0"/>
              <a:t>future = </a:t>
            </a:r>
            <a:r>
              <a:rPr lang="en-US" altLang="ko-KR" dirty="0" err="1"/>
              <a:t>self.cli.call_async</a:t>
            </a:r>
            <a:r>
              <a:rPr lang="en-US" altLang="ko-KR" dirty="0"/>
              <a:t>(</a:t>
            </a:r>
            <a:r>
              <a:rPr lang="en-US" altLang="ko-KR" dirty="0" err="1"/>
              <a:t>self.req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rclpy.spin_until_future_complete</a:t>
            </a:r>
            <a:r>
              <a:rPr lang="en-US" altLang="ko-KR" dirty="0"/>
              <a:t>(self, future)</a:t>
            </a:r>
          </a:p>
          <a:p>
            <a:endParaRPr lang="en-US" altLang="ko-KR" dirty="0"/>
          </a:p>
          <a:p>
            <a:r>
              <a:rPr lang="en-US" altLang="ko-KR" dirty="0"/>
              <a:t>        # </a:t>
            </a:r>
            <a:r>
              <a:rPr lang="ko-KR" altLang="en-US" dirty="0"/>
              <a:t>응답 결과 출력</a:t>
            </a:r>
          </a:p>
          <a:p>
            <a:r>
              <a:rPr lang="ko-KR" altLang="en-US" dirty="0"/>
              <a:t>        </a:t>
            </a:r>
            <a:r>
              <a:rPr lang="en-US" altLang="ko-KR" dirty="0"/>
              <a:t>if </a:t>
            </a:r>
            <a:r>
              <a:rPr lang="en-US" altLang="ko-KR" dirty="0" err="1"/>
              <a:t>future.result</a:t>
            </a:r>
            <a:r>
              <a:rPr lang="en-US" altLang="ko-KR" dirty="0"/>
              <a:t>() is not None:</a:t>
            </a:r>
          </a:p>
          <a:p>
            <a:r>
              <a:rPr lang="en-US" altLang="ko-KR" dirty="0"/>
              <a:t>            </a:t>
            </a:r>
            <a:r>
              <a:rPr lang="en-US" altLang="ko-KR" dirty="0" err="1"/>
              <a:t>self.get_logger</a:t>
            </a:r>
            <a:r>
              <a:rPr lang="en-US" altLang="ko-KR" dirty="0"/>
              <a:t>().info('</a:t>
            </a:r>
            <a:r>
              <a:rPr lang="ko-KR" altLang="en-US" dirty="0" err="1"/>
              <a:t>로봇팔</a:t>
            </a:r>
            <a:r>
              <a:rPr lang="ko-KR" altLang="en-US" dirty="0"/>
              <a:t> 이동 성공</a:t>
            </a:r>
            <a:r>
              <a:rPr lang="en-US" altLang="ko-KR" dirty="0"/>
              <a:t>!')</a:t>
            </a:r>
          </a:p>
          <a:p>
            <a:r>
              <a:rPr lang="en-US" altLang="ko-KR" dirty="0"/>
              <a:t>        else:</a:t>
            </a:r>
          </a:p>
          <a:p>
            <a:r>
              <a:rPr lang="en-US" altLang="ko-KR" dirty="0"/>
              <a:t>            </a:t>
            </a:r>
            <a:r>
              <a:rPr lang="en-US" altLang="ko-KR" dirty="0" err="1"/>
              <a:t>self.get_logger</a:t>
            </a:r>
            <a:r>
              <a:rPr lang="en-US" altLang="ko-KR" dirty="0"/>
              <a:t>().error('</a:t>
            </a:r>
            <a:r>
              <a:rPr lang="ko-KR" altLang="en-US" dirty="0"/>
              <a:t>서비스 호출 실패</a:t>
            </a:r>
            <a:r>
              <a:rPr lang="en-US" altLang="ko-KR" dirty="0"/>
              <a:t>')</a:t>
            </a:r>
          </a:p>
          <a:p>
            <a:endParaRPr lang="en-US" altLang="ko-KR" dirty="0"/>
          </a:p>
          <a:p>
            <a:r>
              <a:rPr lang="en-US" altLang="ko-KR" dirty="0" err="1"/>
              <a:t>rclpy.init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arm_client</a:t>
            </a:r>
            <a:r>
              <a:rPr lang="en-US" altLang="ko-KR" dirty="0"/>
              <a:t> = </a:t>
            </a:r>
            <a:r>
              <a:rPr lang="en-US" altLang="ko-KR" dirty="0" err="1"/>
              <a:t>ArmPoseClient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arm_client.send_request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rclpy.shutdown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EBFB8-F084-9755-46E9-CDDB6F89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403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2F124-6C6D-E22A-CBD0-3518B755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6B72F-ACD1-93B1-518E-2528A7971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b="1" dirty="0"/>
              <a:t>1. ROS2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Robot Operating System 2 (ROS2)</a:t>
            </a:r>
            <a:br>
              <a:rPr lang="ko-KR" altLang="en-US" dirty="0"/>
            </a:br>
            <a:r>
              <a:rPr lang="ko-KR" altLang="en-US" dirty="0"/>
              <a:t>→ 로봇 소프트웨어를 개발하기 위한 </a:t>
            </a:r>
            <a:r>
              <a:rPr lang="ko-KR" altLang="en-US" b="1" dirty="0"/>
              <a:t>프레임워크</a:t>
            </a:r>
            <a:r>
              <a:rPr lang="en-US" altLang="ko-KR" b="1" dirty="0"/>
              <a:t>(</a:t>
            </a:r>
            <a:r>
              <a:rPr lang="ko-KR" altLang="en-US" b="1" dirty="0"/>
              <a:t>미들웨어</a:t>
            </a:r>
            <a:r>
              <a:rPr lang="en-US" altLang="ko-KR" b="1" dirty="0"/>
              <a:t>)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ROS1 → ROS2 </a:t>
            </a:r>
            <a:r>
              <a:rPr lang="ko-KR" altLang="en-US" b="1" dirty="0"/>
              <a:t>발전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실시간성 향상</a:t>
            </a:r>
            <a:r>
              <a:rPr lang="en-US" altLang="ko-KR" dirty="0"/>
              <a:t>, </a:t>
            </a:r>
            <a:r>
              <a:rPr lang="ko-KR" altLang="en-US" dirty="0"/>
              <a:t>보안 강화</a:t>
            </a:r>
            <a:r>
              <a:rPr lang="en-US" altLang="ko-KR" dirty="0"/>
              <a:t>, </a:t>
            </a:r>
            <a:r>
              <a:rPr lang="ko-KR" altLang="en-US" dirty="0"/>
              <a:t>멀티 플랫폼 지원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DDS(Data Distribution Service) </a:t>
            </a:r>
            <a:r>
              <a:rPr lang="ko-KR" altLang="en-US" dirty="0"/>
              <a:t>기반 통신 구조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79F91-6351-8F51-8162-CADFD9F7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27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9D4E8-B733-E23B-1DB9-CDE2C0E4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38E839A-5C06-D61C-37FC-6A9E157FE4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3061176"/>
          <a:ext cx="11029950" cy="219456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381903658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1483637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구성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62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Node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기능을 수행하는 실행 단위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작은 독립 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65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Topic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Node </a:t>
                      </a:r>
                      <a:r>
                        <a:rPr lang="ko-KR" altLang="en-US"/>
                        <a:t>간 데이터 주고받는 채널 </a:t>
                      </a:r>
                      <a:r>
                        <a:rPr lang="en-US" altLang="ko-KR"/>
                        <a:t>(Publish/Subscribe)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6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Service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Request) ↔ </a:t>
                      </a:r>
                      <a:r>
                        <a:rPr lang="ko-KR" altLang="en-US"/>
                        <a:t>응답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Response) </a:t>
                      </a:r>
                      <a:r>
                        <a:rPr lang="ko-KR" altLang="en-US"/>
                        <a:t>구조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566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Message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Topic/Service</a:t>
                      </a:r>
                      <a:r>
                        <a:rPr lang="ko-KR" altLang="en-US"/>
                        <a:t>에 전달되는 데이터 구조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7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Package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노드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메시지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실행파일 등을 묶은 단위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890585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00BA6D-7EEA-1530-17C1-744B865B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006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A7301-08F5-8D4B-E7DD-C51064E4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ROS2 </a:t>
            </a:r>
            <a:r>
              <a:rPr lang="ko-KR" altLang="en-US" dirty="0"/>
              <a:t>실습 흐름 </a:t>
            </a:r>
            <a:r>
              <a:rPr lang="en-US" altLang="ko-KR" dirty="0"/>
              <a:t>(Python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FCDAEE-10DD-238F-770D-FBEC0148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562ACEF-B0A5-436F-919E-43CF6A16D0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49895"/>
            <a:ext cx="479490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패키지 생성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ros2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pkg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create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--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build-type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ament_python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my_pkg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ko-KR" altLang="ko-K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노드 작성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파일에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클래스 작성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빌드 및 실행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colcon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build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ros2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run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my_pkg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my_node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ko-KR" sz="1000" dirty="0">
              <a:solidFill>
                <a:schemeClr val="tx1"/>
              </a:solidFill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ko-KR" sz="1000" dirty="0">
              <a:solidFill>
                <a:schemeClr val="tx1"/>
              </a:solidFill>
              <a:latin typeface="Arial Unicode MS" panose="020B06040202020202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ko-KR" altLang="ko-K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통신 확인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ros2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topic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echo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ros2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service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call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078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D9CD8-7FEB-3C4C-CD60-18B695EE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. ROS2</a:t>
            </a:r>
            <a:r>
              <a:rPr lang="ko-KR" altLang="en-US" dirty="0"/>
              <a:t>과 </a:t>
            </a:r>
            <a:r>
              <a:rPr lang="en-US" altLang="ko-KR" dirty="0"/>
              <a:t>ROS1</a:t>
            </a:r>
            <a:r>
              <a:rPr lang="ko-KR" altLang="en-US" dirty="0"/>
              <a:t>의 차이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01DDE0FD-B988-2939-ED6A-BA14ADE2AF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3244056"/>
          <a:ext cx="11029950" cy="182880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2403377616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42347829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84984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66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통신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자체 </a:t>
                      </a:r>
                      <a:r>
                        <a:rPr lang="en-US"/>
                        <a:t>TCP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DDS </a:t>
                      </a:r>
                      <a:r>
                        <a:rPr lang="ko-KR" altLang="en-US"/>
                        <a:t>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플랫폼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 </a:t>
                      </a:r>
                      <a:r>
                        <a:rPr lang="ko-KR" altLang="en-US"/>
                        <a:t>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Windows, macOS, RTOS </a:t>
                      </a:r>
                      <a:r>
                        <a:rPr lang="ko-KR" altLang="en-US"/>
                        <a:t>지원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733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싱글 마스터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멀티 노드 분산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89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실시간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 (RT </a:t>
                      </a:r>
                      <a:r>
                        <a:rPr lang="ko-KR" altLang="en-US" dirty="0"/>
                        <a:t>가능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622934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4CE5C-E719-7E97-15EB-94B5BC58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10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10A48-7530-6105-692B-71F06659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시험 대비 요약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DD5E4FA7-E91F-107E-FE14-8AABC63940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5" y="3061176"/>
          <a:ext cx="11029950" cy="2194560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1259619503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1165021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내용 요약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22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핵심 개념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Node, Topic, Service, Package </a:t>
                      </a:r>
                      <a:r>
                        <a:rPr lang="ko-KR" altLang="en-US"/>
                        <a:t>구조 이해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257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실습 흐름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패키지 생성 → 노드 작성 → 실행 및 통신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66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자주 나오는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토픽 통신 구조</a:t>
                      </a:r>
                      <a:r>
                        <a:rPr lang="en-US" altLang="ko-KR"/>
                        <a:t>, ROS2</a:t>
                      </a:r>
                      <a:r>
                        <a:rPr lang="ko-KR" altLang="en-US"/>
                        <a:t>와 </a:t>
                      </a:r>
                      <a:r>
                        <a:rPr lang="en-US" altLang="ko-KR"/>
                        <a:t>ROS1 </a:t>
                      </a:r>
                      <a:r>
                        <a:rPr lang="ko-KR" altLang="en-US"/>
                        <a:t>차이</a:t>
                      </a:r>
                      <a:r>
                        <a:rPr lang="en-US" altLang="ko-KR"/>
                        <a:t>, QoS </a:t>
                      </a:r>
                      <a:r>
                        <a:rPr lang="ko-KR" altLang="en-US"/>
                        <a:t>설정 개념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477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로봇팔 실습 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서비스 요청 방식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좌표 단위 </a:t>
                      </a:r>
                      <a:r>
                        <a:rPr lang="en-US" altLang="ko-KR"/>
                        <a:t>(m, rad), </a:t>
                      </a:r>
                      <a:r>
                        <a:rPr lang="ko-KR" altLang="en-US"/>
                        <a:t>안전 영역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473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rqt_graph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사용하면 노드 간 연결 시각화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39878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08AB8-919C-8AC6-7E13-18AAF706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B84B-3C5C-49DE-A4B3-1562819E64F9}" type="datetime1">
              <a:rPr lang="ko-KR" altLang="en-US" smtClean="0"/>
              <a:t>2025-05-07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75642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93_TF33552983" id="{F7E6EDE5-4D39-4CA7-9A7F-B210D5351F6C}" vid="{24018303-16E8-468E-9E09-DF107F74376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{B421561B-02AE-4A6D-9821-BCFFB8A15FD6}tf33552983_win32</Template>
  <TotalTime>10</TotalTime>
  <Words>1031</Words>
  <Application>Microsoft Office PowerPoint</Application>
  <PresentationFormat>와이드스크린</PresentationFormat>
  <Paragraphs>160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Arial Unicode MS</vt:lpstr>
      <vt:lpstr>Malgun Gothic</vt:lpstr>
      <vt:lpstr>Arial</vt:lpstr>
      <vt:lpstr>Calibri</vt:lpstr>
      <vt:lpstr>Wingdings 2</vt:lpstr>
      <vt:lpstr>DividendVTI</vt:lpstr>
      <vt:lpstr>ROS2 시험 대비 </vt:lpstr>
      <vt:lpstr>ROS2란 무엇인가? </vt:lpstr>
      <vt:lpstr>ROS2 기본 구조 및 명령어</vt:lpstr>
      <vt:lpstr>#코드 예시</vt:lpstr>
      <vt:lpstr>talker.py (문자열을 1초마다 발행하는 노드) </vt:lpstr>
      <vt:lpstr>PowerPoint 프레젠테이션</vt:lpstr>
      <vt:lpstr>move_arm_pose_client.py (서비스 클라이언트) </vt:lpstr>
      <vt:lpstr>PowerPoint 프레젠테이션</vt:lpstr>
      <vt:lpstr>PowerPoint 프레젠테이션</vt:lpstr>
      <vt:lpstr>PowerPoint 프레젠테이션</vt:lpstr>
      <vt:lpstr>PowerPoint 프레젠테이션</vt:lpstr>
      <vt:lpstr>3. ROS2 실습 흐름 (Python 기준)</vt:lpstr>
      <vt:lpstr>. ROS2과 ROS1의 차이</vt:lpstr>
      <vt:lpstr>시험 대비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진규 홍</dc:creator>
  <cp:lastModifiedBy>진규 홍</cp:lastModifiedBy>
  <cp:revision>1</cp:revision>
  <dcterms:created xsi:type="dcterms:W3CDTF">2025-05-07T13:09:59Z</dcterms:created>
  <dcterms:modified xsi:type="dcterms:W3CDTF">2025-05-07T13:20:45Z</dcterms:modified>
</cp:coreProperties>
</file>