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329" r:id="rId3"/>
    <p:sldId id="330" r:id="rId4"/>
    <p:sldId id="331" r:id="rId5"/>
    <p:sldId id="33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0BD7A26-066B-4B3D-9AAD-BC859025958D}">
          <p14:sldIdLst>
            <p14:sldId id="256"/>
          </p14:sldIdLst>
        </p14:section>
        <p14:section name="정리" id="{3FDB0115-E0FF-4F06-B93B-B0183B21978F}">
          <p14:sldIdLst>
            <p14:sldId id="329"/>
            <p14:sldId id="330"/>
            <p14:sldId id="331"/>
          </p14:sldIdLst>
        </p14:section>
        <p14:section name="webcam" id="{F9DCAD67-7B97-47EF-A19E-8FE0284C284A}">
          <p14:sldIdLst>
            <p14:sldId id="332"/>
          </p14:sldIdLst>
        </p14:section>
        <p14:section name="미사용" id="{6D90AE2C-E872-4982-99E2-C9537628A7E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49"/>
    <a:srgbClr val="1E505B"/>
    <a:srgbClr val="1F2532"/>
    <a:srgbClr val="5B513F"/>
    <a:srgbClr val="A87F52"/>
    <a:srgbClr val="B9956F"/>
    <a:srgbClr val="FFAB40"/>
    <a:srgbClr val="BAAD99"/>
    <a:srgbClr val="E0DCD4"/>
    <a:srgbClr val="C6C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99A75-615F-B14C-AFDF-2AA715EF414C}" v="99" dt="2025-04-30T04:52:54.894"/>
    <p1510:client id="{887223BD-8D3B-43FF-9664-0A1B73139422}" v="371" dt="2025-04-30T10:11:02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7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7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원" userId="S::afleejw@office365.kunsan.ac.kr::3bd7cbf4-3df0-49eb-91af-e927c077234e" providerId="AD" clId="Web-{43899A75-615F-B14C-AFDF-2AA715EF414C}"/>
    <pc:docChg chg="addSld modSld sldOrd modSection">
      <pc:chgData name="이진원" userId="S::afleejw@office365.kunsan.ac.kr::3bd7cbf4-3df0-49eb-91af-e927c077234e" providerId="AD" clId="Web-{43899A75-615F-B14C-AFDF-2AA715EF414C}" dt="2025-04-30T04:52:54.894" v="80"/>
      <pc:docMkLst>
        <pc:docMk/>
      </pc:docMkLst>
      <pc:sldChg chg="mod setBg">
        <pc:chgData name="이진원" userId="S::afleejw@office365.kunsan.ac.kr::3bd7cbf4-3df0-49eb-91af-e927c077234e" providerId="AD" clId="Web-{43899A75-615F-B14C-AFDF-2AA715EF414C}" dt="2025-04-30T04:12:23.849" v="46"/>
        <pc:sldMkLst>
          <pc:docMk/>
          <pc:sldMk cId="4015700786" sldId="297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4"/>
        <pc:sldMkLst>
          <pc:docMk/>
          <pc:sldMk cId="3454336430" sldId="307"/>
        </pc:sldMkLst>
      </pc:sldChg>
      <pc:sldChg chg="modSp mod ord setBg">
        <pc:chgData name="이진원" userId="S::afleejw@office365.kunsan.ac.kr::3bd7cbf4-3df0-49eb-91af-e927c077234e" providerId="AD" clId="Web-{43899A75-615F-B14C-AFDF-2AA715EF414C}" dt="2025-04-30T04:12:23.849" v="47"/>
        <pc:sldMkLst>
          <pc:docMk/>
          <pc:sldMk cId="4109389878" sldId="309"/>
        </pc:sldMkLst>
        <pc:spChg chg="mod">
          <ac:chgData name="이진원" userId="S::afleejw@office365.kunsan.ac.kr::3bd7cbf4-3df0-49eb-91af-e927c077234e" providerId="AD" clId="Web-{43899A75-615F-B14C-AFDF-2AA715EF414C}" dt="2025-04-30T04:11:37.894" v="26" actId="20577"/>
          <ac:spMkLst>
            <pc:docMk/>
            <pc:sldMk cId="4109389878" sldId="309"/>
            <ac:spMk id="3" creationId="{0DDCACA7-5282-4C3A-4684-E9DB905869FF}"/>
          </ac:spMkLst>
        </pc:spChg>
      </pc:sldChg>
      <pc:sldChg chg="mod setBg">
        <pc:chgData name="이진원" userId="S::afleejw@office365.kunsan.ac.kr::3bd7cbf4-3df0-49eb-91af-e927c077234e" providerId="AD" clId="Web-{43899A75-615F-B14C-AFDF-2AA715EF414C}" dt="2025-04-30T04:12:23.849" v="53"/>
        <pc:sldMkLst>
          <pc:docMk/>
          <pc:sldMk cId="2790619258" sldId="310"/>
        </pc:sldMkLst>
      </pc:sldChg>
      <pc:sldChg chg="modSp mod setBg">
        <pc:chgData name="이진원" userId="S::afleejw@office365.kunsan.ac.kr::3bd7cbf4-3df0-49eb-91af-e927c077234e" providerId="AD" clId="Web-{43899A75-615F-B14C-AFDF-2AA715EF414C}" dt="2025-04-30T04:12:23.849" v="52"/>
        <pc:sldMkLst>
          <pc:docMk/>
          <pc:sldMk cId="2258388989" sldId="311"/>
        </pc:sldMkLst>
        <pc:spChg chg="mod">
          <ac:chgData name="이진원" userId="S::afleejw@office365.kunsan.ac.kr::3bd7cbf4-3df0-49eb-91af-e927c077234e" providerId="AD" clId="Web-{43899A75-615F-B14C-AFDF-2AA715EF414C}" dt="2025-04-30T02:51:56.626" v="5" actId="20577"/>
          <ac:spMkLst>
            <pc:docMk/>
            <pc:sldMk cId="2258388989" sldId="311"/>
            <ac:spMk id="3" creationId="{B291427D-B8AA-D2A5-2055-CA76B156D91D}"/>
          </ac:spMkLst>
        </pc:spChg>
      </pc:sldChg>
      <pc:sldChg chg="mod setBg">
        <pc:chgData name="이진원" userId="S::afleejw@office365.kunsan.ac.kr::3bd7cbf4-3df0-49eb-91af-e927c077234e" providerId="AD" clId="Web-{43899A75-615F-B14C-AFDF-2AA715EF414C}" dt="2025-04-30T04:12:23.849" v="59"/>
        <pc:sldMkLst>
          <pc:docMk/>
          <pc:sldMk cId="2148200255" sldId="312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8"/>
        <pc:sldMkLst>
          <pc:docMk/>
          <pc:sldMk cId="2391179366" sldId="313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7"/>
        <pc:sldMkLst>
          <pc:docMk/>
          <pc:sldMk cId="2234810063" sldId="315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6"/>
        <pc:sldMkLst>
          <pc:docMk/>
          <pc:sldMk cId="832416191" sldId="316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5"/>
        <pc:sldMkLst>
          <pc:docMk/>
          <pc:sldMk cId="4250191911" sldId="317"/>
        </pc:sldMkLst>
      </pc:sldChg>
      <pc:sldChg chg="modSp add mod ord replId setBg">
        <pc:chgData name="이진원" userId="S::afleejw@office365.kunsan.ac.kr::3bd7cbf4-3df0-49eb-91af-e927c077234e" providerId="AD" clId="Web-{43899A75-615F-B14C-AFDF-2AA715EF414C}" dt="2025-04-30T04:48:56.558" v="74" actId="20577"/>
        <pc:sldMkLst>
          <pc:docMk/>
          <pc:sldMk cId="3722113786" sldId="318"/>
        </pc:sldMkLst>
        <pc:spChg chg="mod">
          <ac:chgData name="이진원" userId="S::afleejw@office365.kunsan.ac.kr::3bd7cbf4-3df0-49eb-91af-e927c077234e" providerId="AD" clId="Web-{43899A75-615F-B14C-AFDF-2AA715EF414C}" dt="2025-04-30T04:48:56.558" v="74" actId="20577"/>
          <ac:spMkLst>
            <pc:docMk/>
            <pc:sldMk cId="3722113786" sldId="318"/>
            <ac:spMk id="3" creationId="{5BFD79E4-2FEE-E40A-28AE-58D41FBB5270}"/>
          </ac:spMkLst>
        </pc:spChg>
      </pc:sldChg>
      <pc:sldChg chg="modSp add mod replId setBg">
        <pc:chgData name="이진원" userId="S::afleejw@office365.kunsan.ac.kr::3bd7cbf4-3df0-49eb-91af-e927c077234e" providerId="AD" clId="Web-{43899A75-615F-B14C-AFDF-2AA715EF414C}" dt="2025-04-30T04:12:44.334" v="62" actId="20577"/>
        <pc:sldMkLst>
          <pc:docMk/>
          <pc:sldMk cId="2406688692" sldId="319"/>
        </pc:sldMkLst>
        <pc:spChg chg="mod">
          <ac:chgData name="이진원" userId="S::afleejw@office365.kunsan.ac.kr::3bd7cbf4-3df0-49eb-91af-e927c077234e" providerId="AD" clId="Web-{43899A75-615F-B14C-AFDF-2AA715EF414C}" dt="2025-04-30T04:12:44.334" v="62" actId="20577"/>
          <ac:spMkLst>
            <pc:docMk/>
            <pc:sldMk cId="2406688692" sldId="319"/>
            <ac:spMk id="3" creationId="{8DCBD9C6-FDEB-D444-EA96-D828B8D70C69}"/>
          </ac:spMkLst>
        </pc:spChg>
      </pc:sldChg>
      <pc:sldChg chg="modSp add mod ord replId setBg">
        <pc:chgData name="이진원" userId="S::afleejw@office365.kunsan.ac.kr::3bd7cbf4-3df0-49eb-91af-e927c077234e" providerId="AD" clId="Web-{43899A75-615F-B14C-AFDF-2AA715EF414C}" dt="2025-04-30T04:12:36.850" v="60"/>
        <pc:sldMkLst>
          <pc:docMk/>
          <pc:sldMk cId="929340174" sldId="320"/>
        </pc:sldMkLst>
        <pc:spChg chg="mod">
          <ac:chgData name="이진원" userId="S::afleejw@office365.kunsan.ac.kr::3bd7cbf4-3df0-49eb-91af-e927c077234e" providerId="AD" clId="Web-{43899A75-615F-B14C-AFDF-2AA715EF414C}" dt="2025-04-30T02:53:46.431" v="22" actId="20577"/>
          <ac:spMkLst>
            <pc:docMk/>
            <pc:sldMk cId="929340174" sldId="320"/>
            <ac:spMk id="3" creationId="{BFF7819B-9D48-A42B-101E-B6A494632D8C}"/>
          </ac:spMkLst>
        </pc:spChg>
      </pc:sldChg>
      <pc:sldChg chg="modSp add mod replId setBg">
        <pc:chgData name="이진원" userId="S::afleejw@office365.kunsan.ac.kr::3bd7cbf4-3df0-49eb-91af-e927c077234e" providerId="AD" clId="Web-{43899A75-615F-B14C-AFDF-2AA715EF414C}" dt="2025-04-30T04:12:23.849" v="48"/>
        <pc:sldMkLst>
          <pc:docMk/>
          <pc:sldMk cId="2487523757" sldId="321"/>
        </pc:sldMkLst>
        <pc:spChg chg="mod">
          <ac:chgData name="이진원" userId="S::afleejw@office365.kunsan.ac.kr::3bd7cbf4-3df0-49eb-91af-e927c077234e" providerId="AD" clId="Web-{43899A75-615F-B14C-AFDF-2AA715EF414C}" dt="2025-04-30T04:11:46.895" v="30" actId="20577"/>
          <ac:spMkLst>
            <pc:docMk/>
            <pc:sldMk cId="2487523757" sldId="321"/>
            <ac:spMk id="3" creationId="{73C5830C-3F16-F3F5-E6B5-D5B7671AC187}"/>
          </ac:spMkLst>
        </pc:spChg>
      </pc:sldChg>
      <pc:sldChg chg="addSp modSp new">
        <pc:chgData name="이진원" userId="S::afleejw@office365.kunsan.ac.kr::3bd7cbf4-3df0-49eb-91af-e927c077234e" providerId="AD" clId="Web-{43899A75-615F-B14C-AFDF-2AA715EF414C}" dt="2025-04-30T04:52:04.627" v="76"/>
        <pc:sldMkLst>
          <pc:docMk/>
          <pc:sldMk cId="3454959999" sldId="322"/>
        </pc:sldMkLst>
        <pc:picChg chg="add mod">
          <ac:chgData name="이진원" userId="S::afleejw@office365.kunsan.ac.kr::3bd7cbf4-3df0-49eb-91af-e927c077234e" providerId="AD" clId="Web-{43899A75-615F-B14C-AFDF-2AA715EF414C}" dt="2025-04-30T04:52:04.627" v="76"/>
          <ac:picMkLst>
            <pc:docMk/>
            <pc:sldMk cId="3454959999" sldId="322"/>
            <ac:picMk id="4" creationId="{2434A9A3-7948-A555-55AF-590AA5C3ECD9}"/>
          </ac:picMkLst>
        </pc:picChg>
      </pc:sldChg>
      <pc:sldChg chg="addSp modSp new">
        <pc:chgData name="이진원" userId="S::afleejw@office365.kunsan.ac.kr::3bd7cbf4-3df0-49eb-91af-e927c077234e" providerId="AD" clId="Web-{43899A75-615F-B14C-AFDF-2AA715EF414C}" dt="2025-04-30T04:52:35.128" v="78"/>
        <pc:sldMkLst>
          <pc:docMk/>
          <pc:sldMk cId="854374154" sldId="323"/>
        </pc:sldMkLst>
        <pc:picChg chg="add mod">
          <ac:chgData name="이진원" userId="S::afleejw@office365.kunsan.ac.kr::3bd7cbf4-3df0-49eb-91af-e927c077234e" providerId="AD" clId="Web-{43899A75-615F-B14C-AFDF-2AA715EF414C}" dt="2025-04-30T04:52:35.128" v="78"/>
          <ac:picMkLst>
            <pc:docMk/>
            <pc:sldMk cId="854374154" sldId="323"/>
            <ac:picMk id="4" creationId="{7D621928-D405-CF8D-91B4-E626A6C5D001}"/>
          </ac:picMkLst>
        </pc:picChg>
      </pc:sldChg>
      <pc:sldChg chg="addSp modSp new">
        <pc:chgData name="이진원" userId="S::afleejw@office365.kunsan.ac.kr::3bd7cbf4-3df0-49eb-91af-e927c077234e" providerId="AD" clId="Web-{43899A75-615F-B14C-AFDF-2AA715EF414C}" dt="2025-04-30T04:52:54.894" v="80"/>
        <pc:sldMkLst>
          <pc:docMk/>
          <pc:sldMk cId="135952935" sldId="324"/>
        </pc:sldMkLst>
        <pc:picChg chg="add mod">
          <ac:chgData name="이진원" userId="S::afleejw@office365.kunsan.ac.kr::3bd7cbf4-3df0-49eb-91af-e927c077234e" providerId="AD" clId="Web-{43899A75-615F-B14C-AFDF-2AA715EF414C}" dt="2025-04-30T04:52:54.894" v="80"/>
          <ac:picMkLst>
            <pc:docMk/>
            <pc:sldMk cId="135952935" sldId="324"/>
            <ac:picMk id="4" creationId="{E14BA34F-5FA3-6971-3EA1-502E195CB71B}"/>
          </ac:picMkLst>
        </pc:picChg>
      </pc:sldChg>
    </pc:docChg>
  </pc:docChgLst>
  <pc:docChgLst>
    <pc:chgData name="이진원" userId="3bd7cbf4-3df0-49eb-91af-e927c077234e" providerId="ADAL" clId="{F1F38236-C9DC-4C17-85F8-D9180B517CDC}"/>
    <pc:docChg chg="undo redo custSel addSld delSld modSld sldOrd addSection modSection">
      <pc:chgData name="이진원" userId="3bd7cbf4-3df0-49eb-91af-e927c077234e" providerId="ADAL" clId="{F1F38236-C9DC-4C17-85F8-D9180B517CDC}" dt="2025-04-15T13:01:06.803" v="1061" actId="20577"/>
      <pc:docMkLst>
        <pc:docMk/>
      </pc:docMkLst>
      <pc:sldChg chg="modSp mod">
        <pc:chgData name="이진원" userId="3bd7cbf4-3df0-49eb-91af-e927c077234e" providerId="ADAL" clId="{F1F38236-C9DC-4C17-85F8-D9180B517CDC}" dt="2025-04-15T13:01:06.803" v="1061" actId="20577"/>
        <pc:sldMkLst>
          <pc:docMk/>
          <pc:sldMk cId="0" sldId="256"/>
        </pc:sldMkLst>
        <pc:spChg chg="mod">
          <ac:chgData name="이진원" userId="3bd7cbf4-3df0-49eb-91af-e927c077234e" providerId="ADAL" clId="{F1F38236-C9DC-4C17-85F8-D9180B517CDC}" dt="2025-04-15T13:01:06.803" v="1061" actId="20577"/>
          <ac:spMkLst>
            <pc:docMk/>
            <pc:sldMk cId="0" sldId="256"/>
            <ac:spMk id="56" creationId="{00000000-0000-0000-0000-000000000000}"/>
          </ac:spMkLst>
        </pc:spChg>
      </pc:sldChg>
      <pc:sldChg chg="modSp del">
        <pc:chgData name="이진원" userId="3bd7cbf4-3df0-49eb-91af-e927c077234e" providerId="ADAL" clId="{F1F38236-C9DC-4C17-85F8-D9180B517CDC}" dt="2025-04-15T12:59:40.321" v="1057" actId="47"/>
        <pc:sldMkLst>
          <pc:docMk/>
          <pc:sldMk cId="2438184075" sldId="278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42844423" sldId="288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656264709" sldId="289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64794814" sldId="290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048507928" sldId="292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923101334" sldId="294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1073546466" sldId="295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000365658" sldId="296"/>
        </pc:sldMkLst>
      </pc:sldChg>
      <pc:sldChg chg="modSp mod">
        <pc:chgData name="이진원" userId="3bd7cbf4-3df0-49eb-91af-e927c077234e" providerId="ADAL" clId="{F1F38236-C9DC-4C17-85F8-D9180B517CDC}" dt="2025-04-15T09:25:09.301" v="213" actId="20577"/>
        <pc:sldMkLst>
          <pc:docMk/>
          <pc:sldMk cId="4015700786" sldId="297"/>
        </pc:sldMkLst>
      </pc:sldChg>
      <pc:sldChg chg="modSp new mod">
        <pc:chgData name="이진원" userId="3bd7cbf4-3df0-49eb-91af-e927c077234e" providerId="ADAL" clId="{F1F38236-C9DC-4C17-85F8-D9180B517CDC}" dt="2025-04-15T12:56:39.770" v="1050"/>
        <pc:sldMkLst>
          <pc:docMk/>
          <pc:sldMk cId="3804362507" sldId="298"/>
        </pc:sldMkLst>
      </pc:sldChg>
      <pc:sldChg chg="modSp add mod">
        <pc:chgData name="이진원" userId="3bd7cbf4-3df0-49eb-91af-e927c077234e" providerId="ADAL" clId="{F1F38236-C9DC-4C17-85F8-D9180B517CDC}" dt="2025-04-15T12:56:24.598" v="1049"/>
        <pc:sldMkLst>
          <pc:docMk/>
          <pc:sldMk cId="1056514874" sldId="299"/>
        </pc:sldMkLst>
      </pc:sldChg>
      <pc:sldChg chg="modSp add del mod">
        <pc:chgData name="이진원" userId="3bd7cbf4-3df0-49eb-91af-e927c077234e" providerId="ADAL" clId="{F1F38236-C9DC-4C17-85F8-D9180B517CDC}" dt="2025-04-15T09:44:18.594" v="302" actId="47"/>
        <pc:sldMkLst>
          <pc:docMk/>
          <pc:sldMk cId="691502923" sldId="300"/>
        </pc:sldMkLst>
      </pc:sldChg>
      <pc:sldChg chg="modSp add del mod">
        <pc:chgData name="이진원" userId="3bd7cbf4-3df0-49eb-91af-e927c077234e" providerId="ADAL" clId="{F1F38236-C9DC-4C17-85F8-D9180B517CDC}" dt="2025-04-15T09:44:19.237" v="303" actId="47"/>
        <pc:sldMkLst>
          <pc:docMk/>
          <pc:sldMk cId="3387896531" sldId="301"/>
        </pc:sldMkLst>
      </pc:sldChg>
      <pc:sldChg chg="modSp add del mod">
        <pc:chgData name="이진원" userId="3bd7cbf4-3df0-49eb-91af-e927c077234e" providerId="ADAL" clId="{F1F38236-C9DC-4C17-85F8-D9180B517CDC}" dt="2025-04-15T09:44:19.875" v="304" actId="47"/>
        <pc:sldMkLst>
          <pc:docMk/>
          <pc:sldMk cId="4269969514" sldId="302"/>
        </pc:sldMkLst>
      </pc:sldChg>
      <pc:sldChg chg="modSp add mod setBg">
        <pc:chgData name="이진원" userId="3bd7cbf4-3df0-49eb-91af-e927c077234e" providerId="ADAL" clId="{F1F38236-C9DC-4C17-85F8-D9180B517CDC}" dt="2025-04-15T12:56:39.770" v="1050"/>
        <pc:sldMkLst>
          <pc:docMk/>
          <pc:sldMk cId="1310745664" sldId="303"/>
        </pc:sldMkLst>
      </pc:sldChg>
      <pc:sldChg chg="modSp add mod ord">
        <pc:chgData name="이진원" userId="3bd7cbf4-3df0-49eb-91af-e927c077234e" providerId="ADAL" clId="{F1F38236-C9DC-4C17-85F8-D9180B517CDC}" dt="2025-04-15T12:56:39.770" v="1050"/>
        <pc:sldMkLst>
          <pc:docMk/>
          <pc:sldMk cId="1354741956" sldId="304"/>
        </pc:sldMkLst>
      </pc:sldChg>
      <pc:sldChg chg="add del">
        <pc:chgData name="이진원" userId="3bd7cbf4-3df0-49eb-91af-e927c077234e" providerId="ADAL" clId="{F1F38236-C9DC-4C17-85F8-D9180B517CDC}" dt="2025-04-15T09:44:15.293" v="301" actId="47"/>
        <pc:sldMkLst>
          <pc:docMk/>
          <pc:sldMk cId="3123015293" sldId="305"/>
        </pc:sldMkLst>
      </pc:sldChg>
      <pc:sldChg chg="modSp add mod ord">
        <pc:chgData name="이진원" userId="3bd7cbf4-3df0-49eb-91af-e927c077234e" providerId="ADAL" clId="{F1F38236-C9DC-4C17-85F8-D9180B517CDC}" dt="2025-04-15T12:56:39.770" v="1050"/>
        <pc:sldMkLst>
          <pc:docMk/>
          <pc:sldMk cId="3650245015" sldId="305"/>
        </pc:sldMkLst>
      </pc:sldChg>
      <pc:sldChg chg="modSp add del mod">
        <pc:chgData name="이진원" userId="3bd7cbf4-3df0-49eb-91af-e927c077234e" providerId="ADAL" clId="{F1F38236-C9DC-4C17-85F8-D9180B517CDC}" dt="2025-04-15T09:44:15.293" v="301" actId="47"/>
        <pc:sldMkLst>
          <pc:docMk/>
          <pc:sldMk cId="193780475" sldId="306"/>
        </pc:sldMkLst>
      </pc:sldChg>
      <pc:sldChg chg="modSp add mod">
        <pc:chgData name="이진원" userId="3bd7cbf4-3df0-49eb-91af-e927c077234e" providerId="ADAL" clId="{F1F38236-C9DC-4C17-85F8-D9180B517CDC}" dt="2025-04-15T12:56:39.770" v="1050"/>
        <pc:sldMkLst>
          <pc:docMk/>
          <pc:sldMk cId="1773265993" sldId="306"/>
        </pc:sldMkLst>
      </pc:sldChg>
      <pc:sldChg chg="modSp add mod">
        <pc:chgData name="이진원" userId="3bd7cbf4-3df0-49eb-91af-e927c077234e" providerId="ADAL" clId="{F1F38236-C9DC-4C17-85F8-D9180B517CDC}" dt="2025-04-15T12:34:08.429" v="862" actId="20577"/>
        <pc:sldMkLst>
          <pc:docMk/>
          <pc:sldMk cId="3454336430" sldId="307"/>
        </pc:sldMkLst>
      </pc:sldChg>
      <pc:sldChg chg="modSp add mod">
        <pc:chgData name="이진원" userId="3bd7cbf4-3df0-49eb-91af-e927c077234e" providerId="ADAL" clId="{F1F38236-C9DC-4C17-85F8-D9180B517CDC}" dt="2025-04-15T12:56:39.770" v="1050"/>
        <pc:sldMkLst>
          <pc:docMk/>
          <pc:sldMk cId="861959104" sldId="308"/>
        </pc:sldMkLst>
      </pc:sldChg>
      <pc:sldChg chg="modSp add mod">
        <pc:chgData name="이진원" userId="3bd7cbf4-3df0-49eb-91af-e927c077234e" providerId="ADAL" clId="{F1F38236-C9DC-4C17-85F8-D9180B517CDC}" dt="2025-04-15T12:56:39.770" v="1050"/>
        <pc:sldMkLst>
          <pc:docMk/>
          <pc:sldMk cId="66107584" sldId="309"/>
        </pc:sldMkLst>
      </pc:sldChg>
      <pc:sldChg chg="addSp delSp modSp add mod">
        <pc:chgData name="이진원" userId="3bd7cbf4-3df0-49eb-91af-e927c077234e" providerId="ADAL" clId="{F1F38236-C9DC-4C17-85F8-D9180B517CDC}" dt="2025-04-15T12:59:15.399" v="1056" actId="13782"/>
        <pc:sldMkLst>
          <pc:docMk/>
          <pc:sldMk cId="2950601618" sldId="310"/>
        </pc:sldMkLst>
      </pc:sldChg>
    </pc:docChg>
  </pc:docChgLst>
  <pc:docChgLst>
    <pc:chgData name="이진원" userId="3bd7cbf4-3df0-49eb-91af-e927c077234e" providerId="ADAL" clId="{887223BD-8D3B-43FF-9664-0A1B73139422}"/>
    <pc:docChg chg="undo custSel addSld delSld modSld sldOrd addSection delSection modSection">
      <pc:chgData name="이진원" userId="3bd7cbf4-3df0-49eb-91af-e927c077234e" providerId="ADAL" clId="{887223BD-8D3B-43FF-9664-0A1B73139422}" dt="2025-04-30T10:11:25.098" v="4513" actId="14100"/>
      <pc:docMkLst>
        <pc:docMk/>
      </pc:docMkLst>
      <pc:sldChg chg="modSp mod">
        <pc:chgData name="이진원" userId="3bd7cbf4-3df0-49eb-91af-e927c077234e" providerId="ADAL" clId="{887223BD-8D3B-43FF-9664-0A1B73139422}" dt="2025-04-29T15:06:56.268" v="1" actId="20577"/>
        <pc:sldMkLst>
          <pc:docMk/>
          <pc:sldMk cId="0" sldId="256"/>
        </pc:sldMkLst>
        <pc:spChg chg="mod">
          <ac:chgData name="이진원" userId="3bd7cbf4-3df0-49eb-91af-e927c077234e" providerId="ADAL" clId="{887223BD-8D3B-43FF-9664-0A1B73139422}" dt="2025-04-29T15:06:56.268" v="1" actId="20577"/>
          <ac:spMkLst>
            <pc:docMk/>
            <pc:sldMk cId="0" sldId="256"/>
            <ac:spMk id="56" creationId="{00000000-0000-0000-0000-000000000000}"/>
          </ac:spMkLst>
        </pc:spChg>
      </pc:sldChg>
      <pc:sldChg chg="modSp del mod">
        <pc:chgData name="이진원" userId="3bd7cbf4-3df0-49eb-91af-e927c077234e" providerId="ADAL" clId="{887223BD-8D3B-43FF-9664-0A1B73139422}" dt="2025-04-30T09:24:30.718" v="3303" actId="47"/>
        <pc:sldMkLst>
          <pc:docMk/>
          <pc:sldMk cId="4015700786" sldId="297"/>
        </pc:sldMkLst>
        <pc:spChg chg="mod">
          <ac:chgData name="이진원" userId="3bd7cbf4-3df0-49eb-91af-e927c077234e" providerId="ADAL" clId="{887223BD-8D3B-43FF-9664-0A1B73139422}" dt="2025-04-29T15:09:27.760" v="55" actId="20577"/>
          <ac:spMkLst>
            <pc:docMk/>
            <pc:sldMk cId="4015700786" sldId="297"/>
            <ac:spMk id="2" creationId="{EE0D2540-7685-0B55-E71A-B4C2735B1CC3}"/>
          </ac:spMkLst>
        </pc:spChg>
        <pc:spChg chg="mod">
          <ac:chgData name="이진원" userId="3bd7cbf4-3df0-49eb-91af-e927c077234e" providerId="ADAL" clId="{887223BD-8D3B-43FF-9664-0A1B73139422}" dt="2025-04-29T17:09:24.862" v="2167" actId="27636"/>
          <ac:spMkLst>
            <pc:docMk/>
            <pc:sldMk cId="4015700786" sldId="297"/>
            <ac:spMk id="3" creationId="{7D4FD9C9-0DA0-3939-2123-CB12B5BAD5B6}"/>
          </ac:spMkLst>
        </pc:spChg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3804362507" sldId="298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1056514874" sldId="299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1310745664" sldId="303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1354741956" sldId="304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3650245015" sldId="305"/>
        </pc:sldMkLst>
      </pc:sldChg>
      <pc:sldChg chg="del">
        <pc:chgData name="이진원" userId="3bd7cbf4-3df0-49eb-91af-e927c077234e" providerId="ADAL" clId="{887223BD-8D3B-43FF-9664-0A1B73139422}" dt="2025-04-29T15:09:15.451" v="13" actId="47"/>
        <pc:sldMkLst>
          <pc:docMk/>
          <pc:sldMk cId="1773265993" sldId="306"/>
        </pc:sldMkLst>
      </pc:sldChg>
      <pc:sldChg chg="addSp delSp modSp mod">
        <pc:chgData name="이진원" userId="3bd7cbf4-3df0-49eb-91af-e927c077234e" providerId="ADAL" clId="{887223BD-8D3B-43FF-9664-0A1B73139422}" dt="2025-04-30T09:46:31.523" v="3686" actId="1076"/>
        <pc:sldMkLst>
          <pc:docMk/>
          <pc:sldMk cId="3454336430" sldId="307"/>
        </pc:sldMkLst>
        <pc:spChg chg="mod">
          <ac:chgData name="이진원" userId="3bd7cbf4-3df0-49eb-91af-e927c077234e" providerId="ADAL" clId="{887223BD-8D3B-43FF-9664-0A1B73139422}" dt="2025-04-29T15:12:44.154" v="160" actId="20577"/>
          <ac:spMkLst>
            <pc:docMk/>
            <pc:sldMk cId="3454336430" sldId="307"/>
            <ac:spMk id="2" creationId="{3D5D8BE6-69C2-40C3-4E29-AFACFB02A007}"/>
          </ac:spMkLst>
        </pc:spChg>
        <pc:spChg chg="add del mod">
          <ac:chgData name="이진원" userId="3bd7cbf4-3df0-49eb-91af-e927c077234e" providerId="ADAL" clId="{887223BD-8D3B-43FF-9664-0A1B73139422}" dt="2025-04-30T09:44:47.113" v="3670" actId="12084"/>
          <ac:spMkLst>
            <pc:docMk/>
            <pc:sldMk cId="3454336430" sldId="307"/>
            <ac:spMk id="3" creationId="{63915675-DE70-013F-9D1A-3995F9F11627}"/>
          </ac:spMkLst>
        </pc:spChg>
        <pc:graphicFrameChg chg="add mod">
          <ac:chgData name="이진원" userId="3bd7cbf4-3df0-49eb-91af-e927c077234e" providerId="ADAL" clId="{887223BD-8D3B-43FF-9664-0A1B73139422}" dt="2025-04-30T09:44:22.787" v="3668" actId="12084"/>
          <ac:graphicFrameMkLst>
            <pc:docMk/>
            <pc:sldMk cId="3454336430" sldId="307"/>
            <ac:graphicFrameMk id="4" creationId="{B384E78E-4ED0-4336-5C58-FBD85969B10C}"/>
          </ac:graphicFrameMkLst>
        </pc:graphicFrameChg>
        <pc:graphicFrameChg chg="add mod">
          <ac:chgData name="이진원" userId="3bd7cbf4-3df0-49eb-91af-e927c077234e" providerId="ADAL" clId="{887223BD-8D3B-43FF-9664-0A1B73139422}" dt="2025-04-30T09:45:38.539" v="3683" actId="20577"/>
          <ac:graphicFrameMkLst>
            <pc:docMk/>
            <pc:sldMk cId="3454336430" sldId="307"/>
            <ac:graphicFrameMk id="5" creationId="{11A56046-D46B-0700-FB3D-2C75F9BFDF6E}"/>
          </ac:graphicFrameMkLst>
        </pc:graphicFrameChg>
        <pc:picChg chg="add mod">
          <ac:chgData name="이진원" userId="3bd7cbf4-3df0-49eb-91af-e927c077234e" providerId="ADAL" clId="{887223BD-8D3B-43FF-9664-0A1B73139422}" dt="2025-04-30T09:46:31.523" v="3686" actId="1076"/>
          <ac:picMkLst>
            <pc:docMk/>
            <pc:sldMk cId="3454336430" sldId="307"/>
            <ac:picMk id="1026" creationId="{98C1D2BF-688D-D490-8ABE-119AC60933F4}"/>
          </ac:picMkLst>
        </pc:picChg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861959104" sldId="308"/>
        </pc:sldMkLst>
      </pc:sldChg>
      <pc:sldChg chg="modSp add del mod ord">
        <pc:chgData name="이진원" userId="3bd7cbf4-3df0-49eb-91af-e927c077234e" providerId="ADAL" clId="{887223BD-8D3B-43FF-9664-0A1B73139422}" dt="2025-04-29T16:45:46.130" v="2101" actId="47"/>
        <pc:sldMkLst>
          <pc:docMk/>
          <pc:sldMk cId="1423892159" sldId="308"/>
        </pc:sldMkLst>
        <pc:spChg chg="mod">
          <ac:chgData name="이진원" userId="3bd7cbf4-3df0-49eb-91af-e927c077234e" providerId="ADAL" clId="{887223BD-8D3B-43FF-9664-0A1B73139422}" dt="2025-04-29T15:10:10.316" v="94" actId="20577"/>
          <ac:spMkLst>
            <pc:docMk/>
            <pc:sldMk cId="1423892159" sldId="308"/>
            <ac:spMk id="2" creationId="{84E6DBB3-C2C8-F136-EE34-963AFF49B5E7}"/>
          </ac:spMkLst>
        </pc:spChg>
        <pc:spChg chg="mod">
          <ac:chgData name="이진원" userId="3bd7cbf4-3df0-49eb-91af-e927c077234e" providerId="ADAL" clId="{887223BD-8D3B-43FF-9664-0A1B73139422}" dt="2025-04-29T16:23:30.293" v="1051"/>
          <ac:spMkLst>
            <pc:docMk/>
            <pc:sldMk cId="1423892159" sldId="308"/>
            <ac:spMk id="3" creationId="{203BC205-BA8D-CD38-0136-087D15E9BD84}"/>
          </ac:spMkLst>
        </pc:spChg>
      </pc:sldChg>
      <pc:sldChg chg="del">
        <pc:chgData name="이진원" userId="3bd7cbf4-3df0-49eb-91af-e927c077234e" providerId="ADAL" clId="{887223BD-8D3B-43FF-9664-0A1B73139422}" dt="2025-04-29T15:09:14.592" v="12" actId="47"/>
        <pc:sldMkLst>
          <pc:docMk/>
          <pc:sldMk cId="66107584" sldId="309"/>
        </pc:sldMkLst>
      </pc:sldChg>
      <pc:sldChg chg="addSp delSp modSp add del mod">
        <pc:chgData name="이진원" userId="3bd7cbf4-3df0-49eb-91af-e927c077234e" providerId="ADAL" clId="{887223BD-8D3B-43FF-9664-0A1B73139422}" dt="2025-04-30T09:24:20.297" v="3287" actId="47"/>
        <pc:sldMkLst>
          <pc:docMk/>
          <pc:sldMk cId="4109389878" sldId="309"/>
        </pc:sldMkLst>
        <pc:spChg chg="mod">
          <ac:chgData name="이진원" userId="3bd7cbf4-3df0-49eb-91af-e927c077234e" providerId="ADAL" clId="{887223BD-8D3B-43FF-9664-0A1B73139422}" dt="2025-04-30T09:24:10.913" v="3285" actId="20577"/>
          <ac:spMkLst>
            <pc:docMk/>
            <pc:sldMk cId="4109389878" sldId="309"/>
            <ac:spMk id="2" creationId="{4AACDDE6-39A5-49A8-79F3-F9922E2E2287}"/>
          </ac:spMkLst>
        </pc:spChg>
        <pc:spChg chg="del mod">
          <ac:chgData name="이진원" userId="3bd7cbf4-3df0-49eb-91af-e927c077234e" providerId="ADAL" clId="{887223BD-8D3B-43FF-9664-0A1B73139422}" dt="2025-04-30T09:13:29.361" v="2943" actId="12084"/>
          <ac:spMkLst>
            <pc:docMk/>
            <pc:sldMk cId="4109389878" sldId="309"/>
            <ac:spMk id="3" creationId="{0DDCACA7-5282-4C3A-4684-E9DB905869FF}"/>
          </ac:spMkLst>
        </pc:spChg>
        <pc:spChg chg="add mod">
          <ac:chgData name="이진원" userId="3bd7cbf4-3df0-49eb-91af-e927c077234e" providerId="ADAL" clId="{887223BD-8D3B-43FF-9664-0A1B73139422}" dt="2025-04-30T09:24:15.600" v="3286" actId="11529"/>
          <ac:spMkLst>
            <pc:docMk/>
            <pc:sldMk cId="4109389878" sldId="309"/>
            <ac:spMk id="5" creationId="{C3AFDDD1-7106-3CD9-731E-A091AF1C431C}"/>
          </ac:spMkLst>
        </pc:spChg>
        <pc:graphicFrameChg chg="add del mod">
          <ac:chgData name="이진원" userId="3bd7cbf4-3df0-49eb-91af-e927c077234e" providerId="ADAL" clId="{887223BD-8D3B-43FF-9664-0A1B73139422}" dt="2025-04-30T09:24:15.600" v="3286" actId="11529"/>
          <ac:graphicFrameMkLst>
            <pc:docMk/>
            <pc:sldMk cId="4109389878" sldId="309"/>
            <ac:graphicFrameMk id="4" creationId="{ADC33C9E-512A-0A1F-7F8B-F5DFF51F824E}"/>
          </ac:graphicFrameMkLst>
        </pc:graphicFrameChg>
      </pc:sldChg>
      <pc:sldChg chg="modSp add del mod">
        <pc:chgData name="이진원" userId="3bd7cbf4-3df0-49eb-91af-e927c077234e" providerId="ADAL" clId="{887223BD-8D3B-43FF-9664-0A1B73139422}" dt="2025-04-30T10:10:38.387" v="4506" actId="47"/>
        <pc:sldMkLst>
          <pc:docMk/>
          <pc:sldMk cId="2790619258" sldId="310"/>
        </pc:sldMkLst>
        <pc:spChg chg="mod">
          <ac:chgData name="이진원" userId="3bd7cbf4-3df0-49eb-91af-e927c077234e" providerId="ADAL" clId="{887223BD-8D3B-43FF-9664-0A1B73139422}" dt="2025-04-29T15:17:48.186" v="596" actId="113"/>
          <ac:spMkLst>
            <pc:docMk/>
            <pc:sldMk cId="2790619258" sldId="310"/>
            <ac:spMk id="2" creationId="{42937872-51C5-B50F-6687-F94EABFC5640}"/>
          </ac:spMkLst>
        </pc:spChg>
        <pc:spChg chg="mod">
          <ac:chgData name="이진원" userId="3bd7cbf4-3df0-49eb-91af-e927c077234e" providerId="ADAL" clId="{887223BD-8D3B-43FF-9664-0A1B73139422}" dt="2025-04-30T09:48:08.339" v="3720" actId="15"/>
          <ac:spMkLst>
            <pc:docMk/>
            <pc:sldMk cId="2790619258" sldId="310"/>
            <ac:spMk id="3" creationId="{A5385D92-291A-AE1A-8905-DE5F0C94FACA}"/>
          </ac:spMkLst>
        </pc:spChg>
      </pc:sldChg>
      <pc:sldChg chg="del">
        <pc:chgData name="이진원" userId="3bd7cbf4-3df0-49eb-91af-e927c077234e" providerId="ADAL" clId="{887223BD-8D3B-43FF-9664-0A1B73139422}" dt="2025-04-29T15:08:50.807" v="8" actId="18676"/>
        <pc:sldMkLst>
          <pc:docMk/>
          <pc:sldMk cId="2950601618" sldId="310"/>
        </pc:sldMkLst>
      </pc:sldChg>
      <pc:sldChg chg="modSp add del mod">
        <pc:chgData name="이진원" userId="3bd7cbf4-3df0-49eb-91af-e927c077234e" providerId="ADAL" clId="{887223BD-8D3B-43FF-9664-0A1B73139422}" dt="2025-04-30T09:58:37.897" v="4121" actId="47"/>
        <pc:sldMkLst>
          <pc:docMk/>
          <pc:sldMk cId="2258388989" sldId="311"/>
        </pc:sldMkLst>
        <pc:spChg chg="mod">
          <ac:chgData name="이진원" userId="3bd7cbf4-3df0-49eb-91af-e927c077234e" providerId="ADAL" clId="{887223BD-8D3B-43FF-9664-0A1B73139422}" dt="2025-04-30T09:56:47.854" v="4066" actId="20577"/>
          <ac:spMkLst>
            <pc:docMk/>
            <pc:sldMk cId="2258388989" sldId="311"/>
            <ac:spMk id="2" creationId="{4259F5BA-5043-66C8-F5D1-1B0BAA5F5F8D}"/>
          </ac:spMkLst>
        </pc:spChg>
        <pc:spChg chg="mod">
          <ac:chgData name="이진원" userId="3bd7cbf4-3df0-49eb-91af-e927c077234e" providerId="ADAL" clId="{887223BD-8D3B-43FF-9664-0A1B73139422}" dt="2025-04-30T09:57:47.294" v="4081" actId="20577"/>
          <ac:spMkLst>
            <pc:docMk/>
            <pc:sldMk cId="2258388989" sldId="311"/>
            <ac:spMk id="3" creationId="{B291427D-B8AA-D2A5-2055-CA76B156D91D}"/>
          </ac:spMkLst>
        </pc:spChg>
      </pc:sldChg>
      <pc:sldChg chg="add del">
        <pc:chgData name="이진원" userId="3bd7cbf4-3df0-49eb-91af-e927c077234e" providerId="ADAL" clId="{887223BD-8D3B-43FF-9664-0A1B73139422}" dt="2025-04-29T16:22:41.589" v="1042" actId="47"/>
        <pc:sldMkLst>
          <pc:docMk/>
          <pc:sldMk cId="85403903" sldId="312"/>
        </pc:sldMkLst>
      </pc:sldChg>
      <pc:sldChg chg="addSp delSp modSp add mod">
        <pc:chgData name="이진원" userId="3bd7cbf4-3df0-49eb-91af-e927c077234e" providerId="ADAL" clId="{887223BD-8D3B-43FF-9664-0A1B73139422}" dt="2025-04-30T09:41:52.833" v="3661" actId="1076"/>
        <pc:sldMkLst>
          <pc:docMk/>
          <pc:sldMk cId="2148200255" sldId="312"/>
        </pc:sldMkLst>
        <pc:spChg chg="mod">
          <ac:chgData name="이진원" userId="3bd7cbf4-3df0-49eb-91af-e927c077234e" providerId="ADAL" clId="{887223BD-8D3B-43FF-9664-0A1B73139422}" dt="2025-04-30T09:41:19.956" v="3656" actId="20577"/>
          <ac:spMkLst>
            <pc:docMk/>
            <pc:sldMk cId="2148200255" sldId="312"/>
            <ac:spMk id="2" creationId="{BE6D9222-DC2D-4A11-73A6-E74CA4F056AD}"/>
          </ac:spMkLst>
        </pc:spChg>
        <pc:spChg chg="mod">
          <ac:chgData name="이진원" userId="3bd7cbf4-3df0-49eb-91af-e927c077234e" providerId="ADAL" clId="{887223BD-8D3B-43FF-9664-0A1B73139422}" dt="2025-04-29T16:33:36.786" v="1721" actId="1076"/>
          <ac:spMkLst>
            <pc:docMk/>
            <pc:sldMk cId="2148200255" sldId="312"/>
            <ac:spMk id="3" creationId="{20593D60-2F78-BD11-F38F-638FBF158F53}"/>
          </ac:spMkLst>
        </pc:spChg>
        <pc:graphicFrameChg chg="add mod modGraphic">
          <ac:chgData name="이진원" userId="3bd7cbf4-3df0-49eb-91af-e927c077234e" providerId="ADAL" clId="{887223BD-8D3B-43FF-9664-0A1B73139422}" dt="2025-04-30T09:41:52.833" v="3661" actId="1076"/>
          <ac:graphicFrameMkLst>
            <pc:docMk/>
            <pc:sldMk cId="2148200255" sldId="312"/>
            <ac:graphicFrameMk id="4" creationId="{E7A418E0-C9B0-6C1E-8C6D-93C97F440670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27:36.920" v="1422" actId="478"/>
          <ac:graphicFrameMkLst>
            <pc:docMk/>
            <pc:sldMk cId="2148200255" sldId="312"/>
            <ac:graphicFrameMk id="5" creationId="{742C8783-2323-3834-EF84-B1169FFF1CF1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33:20.665" v="1713" actId="478"/>
          <ac:graphicFrameMkLst>
            <pc:docMk/>
            <pc:sldMk cId="2148200255" sldId="312"/>
            <ac:graphicFrameMk id="6" creationId="{1BE80D63-7BFD-3543-4D85-B0947D4C699C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33:20.665" v="1713" actId="478"/>
          <ac:graphicFrameMkLst>
            <pc:docMk/>
            <pc:sldMk cId="2148200255" sldId="312"/>
            <ac:graphicFrameMk id="7" creationId="{CD7D9600-861D-83A1-99E7-1532A8A79A85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32:53.325" v="1709" actId="478"/>
          <ac:graphicFrameMkLst>
            <pc:docMk/>
            <pc:sldMk cId="2148200255" sldId="312"/>
            <ac:graphicFrameMk id="8" creationId="{0AFE85A6-D18C-30FD-B65F-3C02BD86E70A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3:08.169" v="1710" actId="2166"/>
          <ac:graphicFrameMkLst>
            <pc:docMk/>
            <pc:sldMk cId="2148200255" sldId="312"/>
            <ac:graphicFrameMk id="9" creationId="{51EBD6B0-1541-84E2-FD3B-E9FD5BD361BB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3:14.133" v="1711" actId="571"/>
          <ac:graphicFrameMkLst>
            <pc:docMk/>
            <pc:sldMk cId="2148200255" sldId="312"/>
            <ac:graphicFrameMk id="10" creationId="{78831025-B8FE-CDF2-716D-7E7905C7B611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3:28.221" v="1715" actId="20577"/>
          <ac:graphicFrameMkLst>
            <pc:docMk/>
            <pc:sldMk cId="2148200255" sldId="312"/>
            <ac:graphicFrameMk id="11" creationId="{2EAB8768-E4E1-DE37-CD41-73EF53D31B08}"/>
          </ac:graphicFrameMkLst>
        </pc:graphicFrameChg>
      </pc:sldChg>
      <pc:sldChg chg="addSp delSp modSp add mod">
        <pc:chgData name="이진원" userId="3bd7cbf4-3df0-49eb-91af-e927c077234e" providerId="ADAL" clId="{887223BD-8D3B-43FF-9664-0A1B73139422}" dt="2025-04-30T09:42:48.565" v="3663" actId="20577"/>
        <pc:sldMkLst>
          <pc:docMk/>
          <pc:sldMk cId="2391179366" sldId="313"/>
        </pc:sldMkLst>
        <pc:spChg chg="mod">
          <ac:chgData name="이진원" userId="3bd7cbf4-3df0-49eb-91af-e927c077234e" providerId="ADAL" clId="{887223BD-8D3B-43FF-9664-0A1B73139422}" dt="2025-04-30T09:41:22.425" v="3657"/>
          <ac:spMkLst>
            <pc:docMk/>
            <pc:sldMk cId="2391179366" sldId="313"/>
            <ac:spMk id="2" creationId="{4EE4DB08-DA19-ED86-5C6F-3171455D9302}"/>
          </ac:spMkLst>
        </pc:spChg>
        <pc:spChg chg="mod">
          <ac:chgData name="이진원" userId="3bd7cbf4-3df0-49eb-91af-e927c077234e" providerId="ADAL" clId="{887223BD-8D3B-43FF-9664-0A1B73139422}" dt="2025-04-30T09:42:48.565" v="3663" actId="20577"/>
          <ac:spMkLst>
            <pc:docMk/>
            <pc:sldMk cId="2391179366" sldId="313"/>
            <ac:spMk id="3" creationId="{DC587939-D8F6-3CAC-778A-D46A118EAC7E}"/>
          </ac:spMkLst>
        </pc:spChg>
        <pc:graphicFrameChg chg="del mod modGraphic">
          <ac:chgData name="이진원" userId="3bd7cbf4-3df0-49eb-91af-e927c077234e" providerId="ADAL" clId="{887223BD-8D3B-43FF-9664-0A1B73139422}" dt="2025-04-29T16:34:00.958" v="1726" actId="478"/>
          <ac:graphicFrameMkLst>
            <pc:docMk/>
            <pc:sldMk cId="2391179366" sldId="313"/>
            <ac:graphicFrameMk id="4" creationId="{84210097-CE45-57BE-3DF5-3AEB3590D933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28:50.690" v="1483" actId="478"/>
          <ac:graphicFrameMkLst>
            <pc:docMk/>
            <pc:sldMk cId="2391179366" sldId="313"/>
            <ac:graphicFrameMk id="5" creationId="{8DCFF528-B13F-2256-6C93-A77BC14EC156}"/>
          </ac:graphicFrameMkLst>
        </pc:graphicFrameChg>
        <pc:graphicFrameChg chg="del">
          <ac:chgData name="이진원" userId="3bd7cbf4-3df0-49eb-91af-e927c077234e" providerId="ADAL" clId="{887223BD-8D3B-43FF-9664-0A1B73139422}" dt="2025-04-29T16:28:56.480" v="1485" actId="478"/>
          <ac:graphicFrameMkLst>
            <pc:docMk/>
            <pc:sldMk cId="2391179366" sldId="313"/>
            <ac:graphicFrameMk id="6" creationId="{87BEDB58-FA22-AE17-8C67-A67CEDDE724C}"/>
          </ac:graphicFrameMkLst>
        </pc:graphicFrameChg>
        <pc:graphicFrameChg chg="del">
          <ac:chgData name="이진원" userId="3bd7cbf4-3df0-49eb-91af-e927c077234e" providerId="ADAL" clId="{887223BD-8D3B-43FF-9664-0A1B73139422}" dt="2025-04-29T16:28:56.480" v="1485" actId="478"/>
          <ac:graphicFrameMkLst>
            <pc:docMk/>
            <pc:sldMk cId="2391179366" sldId="313"/>
            <ac:graphicFrameMk id="7" creationId="{2C6A5F3F-C67E-F99E-488D-6EC2A9484CE5}"/>
          </ac:graphicFrameMkLst>
        </pc:graphicFrameChg>
        <pc:graphicFrameChg chg="del">
          <ac:chgData name="이진원" userId="3bd7cbf4-3df0-49eb-91af-e927c077234e" providerId="ADAL" clId="{887223BD-8D3B-43FF-9664-0A1B73139422}" dt="2025-04-29T16:28:56.480" v="1485" actId="478"/>
          <ac:graphicFrameMkLst>
            <pc:docMk/>
            <pc:sldMk cId="2391179366" sldId="313"/>
            <ac:graphicFrameMk id="8" creationId="{1EB63585-CBA1-C819-FB55-03AB9B58AD8A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33:46.523" v="1723" actId="478"/>
          <ac:graphicFrameMkLst>
            <pc:docMk/>
            <pc:sldMk cId="2391179366" sldId="313"/>
            <ac:graphicFrameMk id="9" creationId="{CAF33111-0BD0-E819-45CD-BEF9CB3A0F74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34:50.602" v="1743" actId="478"/>
          <ac:graphicFrameMkLst>
            <pc:docMk/>
            <pc:sldMk cId="2391179366" sldId="313"/>
            <ac:graphicFrameMk id="10" creationId="{D3AC119A-57F0-33AD-6DD8-21EE8188F06E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36:29.488" v="1825" actId="478"/>
          <ac:graphicFrameMkLst>
            <pc:docMk/>
            <pc:sldMk cId="2391179366" sldId="313"/>
            <ac:graphicFrameMk id="11" creationId="{790DBD7E-6DA0-7933-8EB8-C085BF91387A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3:47.521" v="1724"/>
          <ac:graphicFrameMkLst>
            <pc:docMk/>
            <pc:sldMk cId="2391179366" sldId="313"/>
            <ac:graphicFrameMk id="12" creationId="{CA4A3ADA-804C-9017-A89B-90EB0AB461B7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5:49.557" v="1808" actId="1076"/>
          <ac:graphicFrameMkLst>
            <pc:docMk/>
            <pc:sldMk cId="2391179366" sldId="313"/>
            <ac:graphicFrameMk id="13" creationId="{1BCD14C9-A614-0810-97DE-E1343E454062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5:56.693" v="1810" actId="1076"/>
          <ac:graphicFrameMkLst>
            <pc:docMk/>
            <pc:sldMk cId="2391179366" sldId="313"/>
            <ac:graphicFrameMk id="14" creationId="{51CA0D75-CFB5-0654-FFF8-7B2A382637F0}"/>
          </ac:graphicFrameMkLst>
        </pc:graphicFrameChg>
        <pc:graphicFrameChg chg="add mod ord modGraphic">
          <ac:chgData name="이진원" userId="3bd7cbf4-3df0-49eb-91af-e927c077234e" providerId="ADAL" clId="{887223BD-8D3B-43FF-9664-0A1B73139422}" dt="2025-04-29T16:36:25.770" v="1824" actId="20577"/>
          <ac:graphicFrameMkLst>
            <pc:docMk/>
            <pc:sldMk cId="2391179366" sldId="313"/>
            <ac:graphicFrameMk id="15" creationId="{56D5B4BC-BA87-CE69-3D39-B8654A0B68C2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6:00.725" v="1811" actId="571"/>
          <ac:graphicFrameMkLst>
            <pc:docMk/>
            <pc:sldMk cId="2391179366" sldId="313"/>
            <ac:graphicFrameMk id="16" creationId="{F4BD3347-FE2D-C149-219D-9BB79C0083B7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6:45.880" v="1836" actId="20577"/>
          <ac:graphicFrameMkLst>
            <pc:docMk/>
            <pc:sldMk cId="2391179366" sldId="313"/>
            <ac:graphicFrameMk id="17" creationId="{1A9A02FE-934E-25CE-5796-EF2425D53416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6:52.424" v="1841" actId="20577"/>
          <ac:graphicFrameMkLst>
            <pc:docMk/>
            <pc:sldMk cId="2391179366" sldId="313"/>
            <ac:graphicFrameMk id="18" creationId="{15738663-2A0C-24EA-D3F2-9A61557D57EA}"/>
          </ac:graphicFrameMkLst>
        </pc:graphicFrameChg>
      </pc:sldChg>
      <pc:sldChg chg="add del">
        <pc:chgData name="이진원" userId="3bd7cbf4-3df0-49eb-91af-e927c077234e" providerId="ADAL" clId="{887223BD-8D3B-43FF-9664-0A1B73139422}" dt="2025-04-29T16:37:44.065" v="1893" actId="47"/>
        <pc:sldMkLst>
          <pc:docMk/>
          <pc:sldMk cId="1859696323" sldId="314"/>
        </pc:sldMkLst>
      </pc:sldChg>
      <pc:sldChg chg="addSp delSp modSp add mod">
        <pc:chgData name="이진원" userId="3bd7cbf4-3df0-49eb-91af-e927c077234e" providerId="ADAL" clId="{887223BD-8D3B-43FF-9664-0A1B73139422}" dt="2025-04-30T09:42:28.801" v="3662" actId="207"/>
        <pc:sldMkLst>
          <pc:docMk/>
          <pc:sldMk cId="2234810063" sldId="315"/>
        </pc:sldMkLst>
        <pc:spChg chg="mod">
          <ac:chgData name="이진원" userId="3bd7cbf4-3df0-49eb-91af-e927c077234e" providerId="ADAL" clId="{887223BD-8D3B-43FF-9664-0A1B73139422}" dt="2025-04-30T09:41:25.035" v="3658"/>
          <ac:spMkLst>
            <pc:docMk/>
            <pc:sldMk cId="2234810063" sldId="315"/>
            <ac:spMk id="2" creationId="{D7512FFF-1636-6D73-5307-97026A93A43E}"/>
          </ac:spMkLst>
        </pc:spChg>
        <pc:spChg chg="mod">
          <ac:chgData name="이진원" userId="3bd7cbf4-3df0-49eb-91af-e927c077234e" providerId="ADAL" clId="{887223BD-8D3B-43FF-9664-0A1B73139422}" dt="2025-04-29T16:43:30.636" v="2065" actId="27636"/>
          <ac:spMkLst>
            <pc:docMk/>
            <pc:sldMk cId="2234810063" sldId="315"/>
            <ac:spMk id="3" creationId="{AD15B236-87F5-4712-EBA2-0268EAED0260}"/>
          </ac:spMkLst>
        </pc:spChg>
        <pc:graphicFrameChg chg="add mod modGraphic">
          <ac:chgData name="이진원" userId="3bd7cbf4-3df0-49eb-91af-e927c077234e" providerId="ADAL" clId="{887223BD-8D3B-43FF-9664-0A1B73139422}" dt="2025-04-29T16:41:06.097" v="2002" actId="1076"/>
          <ac:graphicFrameMkLst>
            <pc:docMk/>
            <pc:sldMk cId="2234810063" sldId="315"/>
            <ac:graphicFrameMk id="4" creationId="{35B1F44E-F3C3-C041-D24A-8A1DA6115B95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1:06.097" v="2002" actId="1076"/>
          <ac:graphicFrameMkLst>
            <pc:docMk/>
            <pc:sldMk cId="2234810063" sldId="315"/>
            <ac:graphicFrameMk id="5" creationId="{82F47912-59B6-DF03-CFDE-4BB2352C1A27}"/>
          </ac:graphicFrameMkLst>
        </pc:graphicFrameChg>
        <pc:graphicFrameChg chg="add mod">
          <ac:chgData name="이진원" userId="3bd7cbf4-3df0-49eb-91af-e927c077234e" providerId="ADAL" clId="{887223BD-8D3B-43FF-9664-0A1B73139422}" dt="2025-04-29T16:40:28.002" v="1995" actId="571"/>
          <ac:graphicFrameMkLst>
            <pc:docMk/>
            <pc:sldMk cId="2234810063" sldId="315"/>
            <ac:graphicFrameMk id="6" creationId="{0689BFB2-27EA-ADA8-7F5E-FC218DB4106D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2:30.942" v="2011" actId="465"/>
          <ac:graphicFrameMkLst>
            <pc:docMk/>
            <pc:sldMk cId="2234810063" sldId="315"/>
            <ac:graphicFrameMk id="7" creationId="{55891078-9D1C-31DA-E966-211A77977AA6}"/>
          </ac:graphicFrameMkLst>
        </pc:graphicFrameChg>
        <pc:graphicFrameChg chg="add mod">
          <ac:chgData name="이진원" userId="3bd7cbf4-3df0-49eb-91af-e927c077234e" providerId="ADAL" clId="{887223BD-8D3B-43FF-9664-0A1B73139422}" dt="2025-04-29T16:40:42.673" v="1998" actId="571"/>
          <ac:graphicFrameMkLst>
            <pc:docMk/>
            <pc:sldMk cId="2234810063" sldId="315"/>
            <ac:graphicFrameMk id="8" creationId="{E6C53C9C-F24A-153D-A07B-54357D17FECD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2:21.540" v="2010" actId="1076"/>
          <ac:graphicFrameMkLst>
            <pc:docMk/>
            <pc:sldMk cId="2234810063" sldId="315"/>
            <ac:graphicFrameMk id="9" creationId="{083D585A-373B-D253-4FF0-6A85F2C1F4CB}"/>
          </ac:graphicFrameMkLst>
        </pc:graphicFrameChg>
        <pc:graphicFrameChg chg="mod modGraphic">
          <ac:chgData name="이진원" userId="3bd7cbf4-3df0-49eb-91af-e927c077234e" providerId="ADAL" clId="{887223BD-8D3B-43FF-9664-0A1B73139422}" dt="2025-04-30T09:42:28.801" v="3662" actId="207"/>
          <ac:graphicFrameMkLst>
            <pc:docMk/>
            <pc:sldMk cId="2234810063" sldId="315"/>
            <ac:graphicFrameMk id="12" creationId="{B77BEE40-0DBC-2AA3-70B7-A2694A02AD40}"/>
          </ac:graphicFrameMkLst>
        </pc:graphicFrameChg>
        <pc:graphicFrameChg chg="del">
          <ac:chgData name="이진원" userId="3bd7cbf4-3df0-49eb-91af-e927c077234e" providerId="ADAL" clId="{887223BD-8D3B-43FF-9664-0A1B73139422}" dt="2025-04-29T16:37:48.440" v="1894" actId="478"/>
          <ac:graphicFrameMkLst>
            <pc:docMk/>
            <pc:sldMk cId="2234810063" sldId="315"/>
            <ac:graphicFrameMk id="13" creationId="{62F83E18-35F1-DD09-CDE7-11E181AD6F4F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4" creationId="{EE9FD564-B724-E6E3-B1CB-158118D02D10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5" creationId="{290FB8AF-4BDE-FCF3-52D9-EFF2B0FC6403}"/>
          </ac:graphicFrameMkLst>
        </pc:graphicFrameChg>
        <pc:graphicFrameChg chg="del">
          <ac:chgData name="이진원" userId="3bd7cbf4-3df0-49eb-91af-e927c077234e" providerId="ADAL" clId="{887223BD-8D3B-43FF-9664-0A1B73139422}" dt="2025-04-29T16:37:48.440" v="1894" actId="478"/>
          <ac:graphicFrameMkLst>
            <pc:docMk/>
            <pc:sldMk cId="2234810063" sldId="315"/>
            <ac:graphicFrameMk id="16" creationId="{FA3E9C60-0562-DC96-5303-28F7A496C28C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7" creationId="{1C65DB48-68EC-6077-287D-E0E436472406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8" creationId="{4604A150-6247-A08E-0799-44BB55B6E2E7}"/>
          </ac:graphicFrameMkLst>
        </pc:graphicFrameChg>
      </pc:sldChg>
      <pc:sldChg chg="addSp delSp modSp add mod">
        <pc:chgData name="이진원" userId="3bd7cbf4-3df0-49eb-91af-e927c077234e" providerId="ADAL" clId="{887223BD-8D3B-43FF-9664-0A1B73139422}" dt="2025-04-30T09:43:27.290" v="3664" actId="207"/>
        <pc:sldMkLst>
          <pc:docMk/>
          <pc:sldMk cId="832416191" sldId="316"/>
        </pc:sldMkLst>
        <pc:spChg chg="mod">
          <ac:chgData name="이진원" userId="3bd7cbf4-3df0-49eb-91af-e927c077234e" providerId="ADAL" clId="{887223BD-8D3B-43FF-9664-0A1B73139422}" dt="2025-04-30T09:41:26.653" v="3659"/>
          <ac:spMkLst>
            <pc:docMk/>
            <pc:sldMk cId="832416191" sldId="316"/>
            <ac:spMk id="2" creationId="{9D90E9B4-87C6-FA8F-0610-4D40DEE388D4}"/>
          </ac:spMkLst>
        </pc:spChg>
        <pc:spChg chg="mod">
          <ac:chgData name="이진원" userId="3bd7cbf4-3df0-49eb-91af-e927c077234e" providerId="ADAL" clId="{887223BD-8D3B-43FF-9664-0A1B73139422}" dt="2025-04-29T16:45:28.764" v="2096" actId="20577"/>
          <ac:spMkLst>
            <pc:docMk/>
            <pc:sldMk cId="832416191" sldId="316"/>
            <ac:spMk id="3" creationId="{1840DD07-C81D-8C44-8C61-2A8AAD3F13BB}"/>
          </ac:spMkLst>
        </pc:spChg>
        <pc:graphicFrameChg chg="mod modGraphic">
          <ac:chgData name="이진원" userId="3bd7cbf4-3df0-49eb-91af-e927c077234e" providerId="ADAL" clId="{887223BD-8D3B-43FF-9664-0A1B73139422}" dt="2025-04-29T16:44:25.481" v="2075" actId="1076"/>
          <ac:graphicFrameMkLst>
            <pc:docMk/>
            <pc:sldMk cId="832416191" sldId="316"/>
            <ac:graphicFrameMk id="4" creationId="{7888C9D6-B2D2-3DE8-D402-591D01B42A9D}"/>
          </ac:graphicFrameMkLst>
        </pc:graphicFrameChg>
        <pc:graphicFrameChg chg="del">
          <ac:chgData name="이진원" userId="3bd7cbf4-3df0-49eb-91af-e927c077234e" providerId="ADAL" clId="{887223BD-8D3B-43FF-9664-0A1B73139422}" dt="2025-04-29T16:44:43.048" v="2079" actId="478"/>
          <ac:graphicFrameMkLst>
            <pc:docMk/>
            <pc:sldMk cId="832416191" sldId="316"/>
            <ac:graphicFrameMk id="5" creationId="{1A0E2D0B-7EBB-5D63-E8EC-6E40FA75DEE2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5:00.029" v="2082" actId="2166"/>
          <ac:graphicFrameMkLst>
            <pc:docMk/>
            <pc:sldMk cId="832416191" sldId="316"/>
            <ac:graphicFrameMk id="6" creationId="{0DF9A5B2-E26C-64D9-4228-E11E419F4B78}"/>
          </ac:graphicFrameMkLst>
        </pc:graphicFrameChg>
        <pc:graphicFrameChg chg="del">
          <ac:chgData name="이진원" userId="3bd7cbf4-3df0-49eb-91af-e927c077234e" providerId="ADAL" clId="{887223BD-8D3B-43FF-9664-0A1B73139422}" dt="2025-04-29T16:44:43.048" v="2079" actId="478"/>
          <ac:graphicFrameMkLst>
            <pc:docMk/>
            <pc:sldMk cId="832416191" sldId="316"/>
            <ac:graphicFrameMk id="7" creationId="{099F7D85-B3D6-BAA4-BF0A-E253AD1AE81C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5:22.151" v="2086" actId="1076"/>
          <ac:graphicFrameMkLst>
            <pc:docMk/>
            <pc:sldMk cId="832416191" sldId="316"/>
            <ac:graphicFrameMk id="8" creationId="{728E90B5-4CC2-744F-17BA-5F4198CED9A8}"/>
          </ac:graphicFrameMkLst>
        </pc:graphicFrameChg>
        <pc:graphicFrameChg chg="del">
          <ac:chgData name="이진원" userId="3bd7cbf4-3df0-49eb-91af-e927c077234e" providerId="ADAL" clId="{887223BD-8D3B-43FF-9664-0A1B73139422}" dt="2025-04-29T16:44:43.048" v="2079" actId="478"/>
          <ac:graphicFrameMkLst>
            <pc:docMk/>
            <pc:sldMk cId="832416191" sldId="316"/>
            <ac:graphicFrameMk id="9" creationId="{F35BDAB1-FB04-28B0-AF69-80A9BB99F2F2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5:38.314" v="2100" actId="20577"/>
          <ac:graphicFrameMkLst>
            <pc:docMk/>
            <pc:sldMk cId="832416191" sldId="316"/>
            <ac:graphicFrameMk id="10" creationId="{2DB913A3-40D6-78E9-339C-D5706D79D693}"/>
          </ac:graphicFrameMkLst>
        </pc:graphicFrameChg>
        <pc:graphicFrameChg chg="modGraphic">
          <ac:chgData name="이진원" userId="3bd7cbf4-3df0-49eb-91af-e927c077234e" providerId="ADAL" clId="{887223BD-8D3B-43FF-9664-0A1B73139422}" dt="2025-04-30T09:43:27.290" v="3664" actId="207"/>
          <ac:graphicFrameMkLst>
            <pc:docMk/>
            <pc:sldMk cId="832416191" sldId="316"/>
            <ac:graphicFrameMk id="12" creationId="{AA1A8368-3CCB-9825-8C7B-0DEE35F615B5}"/>
          </ac:graphicFrameMkLst>
        </pc:graphicFrameChg>
      </pc:sldChg>
      <pc:sldChg chg="add del">
        <pc:chgData name="이진원" userId="3bd7cbf4-3df0-49eb-91af-e927c077234e" providerId="ADAL" clId="{887223BD-8D3B-43FF-9664-0A1B73139422}" dt="2025-04-29T16:43:07.655" v="2037" actId="47"/>
        <pc:sldMkLst>
          <pc:docMk/>
          <pc:sldMk cId="1444505345" sldId="316"/>
        </pc:sldMkLst>
      </pc:sldChg>
      <pc:sldChg chg="addSp delSp modSp new mod">
        <pc:chgData name="이진원" userId="3bd7cbf4-3df0-49eb-91af-e927c077234e" providerId="ADAL" clId="{887223BD-8D3B-43FF-9664-0A1B73139422}" dt="2025-04-30T09:36:53.618" v="3547" actId="1076"/>
        <pc:sldMkLst>
          <pc:docMk/>
          <pc:sldMk cId="4250191911" sldId="317"/>
        </pc:sldMkLst>
        <pc:spChg chg="del mod">
          <ac:chgData name="이진원" userId="3bd7cbf4-3df0-49eb-91af-e927c077234e" providerId="ADAL" clId="{887223BD-8D3B-43FF-9664-0A1B73139422}" dt="2025-04-29T17:09:06.100" v="2165" actId="478"/>
          <ac:spMkLst>
            <pc:docMk/>
            <pc:sldMk cId="4250191911" sldId="317"/>
            <ac:spMk id="2" creationId="{1A6826E2-30F7-E004-70CF-B578AA57B4E4}"/>
          </ac:spMkLst>
        </pc:spChg>
        <pc:spChg chg="del mod">
          <ac:chgData name="이진원" userId="3bd7cbf4-3df0-49eb-91af-e927c077234e" providerId="ADAL" clId="{887223BD-8D3B-43FF-9664-0A1B73139422}" dt="2025-04-29T17:09:06.100" v="2165" actId="478"/>
          <ac:spMkLst>
            <pc:docMk/>
            <pc:sldMk cId="4250191911" sldId="317"/>
            <ac:spMk id="3" creationId="{4366B5B9-C030-FB4B-F6D3-E62116B0357A}"/>
          </ac:spMkLst>
        </pc:spChg>
        <pc:picChg chg="add mod">
          <ac:chgData name="이진원" userId="3bd7cbf4-3df0-49eb-91af-e927c077234e" providerId="ADAL" clId="{887223BD-8D3B-43FF-9664-0A1B73139422}" dt="2025-04-30T09:36:52.030" v="3546" actId="1076"/>
          <ac:picMkLst>
            <pc:docMk/>
            <pc:sldMk cId="4250191911" sldId="317"/>
            <ac:picMk id="3" creationId="{647A8387-8C05-159C-CF06-60821FD8012A}"/>
          </ac:picMkLst>
        </pc:picChg>
        <pc:picChg chg="add del mod">
          <ac:chgData name="이진원" userId="3bd7cbf4-3df0-49eb-91af-e927c077234e" providerId="ADAL" clId="{887223BD-8D3B-43FF-9664-0A1B73139422}" dt="2025-04-30T09:35:53.310" v="3537" actId="478"/>
          <ac:picMkLst>
            <pc:docMk/>
            <pc:sldMk cId="4250191911" sldId="317"/>
            <ac:picMk id="5" creationId="{FE8E7236-A978-20F8-41DC-5D4140C3A116}"/>
          </ac:picMkLst>
        </pc:picChg>
        <pc:picChg chg="add mod">
          <ac:chgData name="이진원" userId="3bd7cbf4-3df0-49eb-91af-e927c077234e" providerId="ADAL" clId="{887223BD-8D3B-43FF-9664-0A1B73139422}" dt="2025-04-29T17:07:43.043" v="2145"/>
          <ac:picMkLst>
            <pc:docMk/>
            <pc:sldMk cId="4250191911" sldId="317"/>
            <ac:picMk id="6" creationId="{5B6FB539-AE5A-85BC-AEC6-E97F5DBE14DB}"/>
          </ac:picMkLst>
        </pc:picChg>
        <pc:picChg chg="add mod ord">
          <ac:chgData name="이진원" userId="3bd7cbf4-3df0-49eb-91af-e927c077234e" providerId="ADAL" clId="{887223BD-8D3B-43FF-9664-0A1B73139422}" dt="2025-04-30T09:36:53.618" v="3547" actId="1076"/>
          <ac:picMkLst>
            <pc:docMk/>
            <pc:sldMk cId="4250191911" sldId="317"/>
            <ac:picMk id="6" creationId="{8E74B84A-6177-5EB0-BF9D-F9F8BA9A3E06}"/>
          </ac:picMkLst>
        </pc:picChg>
        <pc:picChg chg="add mod">
          <ac:chgData name="이진원" userId="3bd7cbf4-3df0-49eb-91af-e927c077234e" providerId="ADAL" clId="{887223BD-8D3B-43FF-9664-0A1B73139422}" dt="2025-04-29T17:07:44.987" v="2150"/>
          <ac:picMkLst>
            <pc:docMk/>
            <pc:sldMk cId="4250191911" sldId="317"/>
            <ac:picMk id="7" creationId="{943EEDB8-3B68-0E39-70C5-B856F35F007F}"/>
          </ac:picMkLst>
        </pc:picChg>
        <pc:picChg chg="add del mod modCrop">
          <ac:chgData name="이진원" userId="3bd7cbf4-3df0-49eb-91af-e927c077234e" providerId="ADAL" clId="{887223BD-8D3B-43FF-9664-0A1B73139422}" dt="2025-04-30T09:36:20.057" v="3543" actId="478"/>
          <ac:picMkLst>
            <pc:docMk/>
            <pc:sldMk cId="4250191911" sldId="317"/>
            <ac:picMk id="9" creationId="{7399FD61-D2BC-BB84-2EB3-3DAA79453E39}"/>
          </ac:picMkLst>
        </pc:picChg>
        <pc:picChg chg="add mod">
          <ac:chgData name="이진원" userId="3bd7cbf4-3df0-49eb-91af-e927c077234e" providerId="ADAL" clId="{887223BD-8D3B-43FF-9664-0A1B73139422}" dt="2025-04-29T17:08:23.333" v="2159" actId="571"/>
          <ac:picMkLst>
            <pc:docMk/>
            <pc:sldMk cId="4250191911" sldId="317"/>
            <ac:picMk id="10" creationId="{38C35770-4EBB-661F-EEC2-F0D342F4C878}"/>
          </ac:picMkLst>
        </pc:picChg>
        <pc:picChg chg="add mod">
          <ac:chgData name="이진원" userId="3bd7cbf4-3df0-49eb-91af-e927c077234e" providerId="ADAL" clId="{887223BD-8D3B-43FF-9664-0A1B73139422}" dt="2025-04-29T17:08:23.333" v="2159" actId="571"/>
          <ac:picMkLst>
            <pc:docMk/>
            <pc:sldMk cId="4250191911" sldId="317"/>
            <ac:picMk id="11" creationId="{59593F0B-675C-0386-1C53-E7B9990F9D2E}"/>
          </ac:picMkLst>
        </pc:picChg>
      </pc:sldChg>
      <pc:sldChg chg="del">
        <pc:chgData name="이진원" userId="3bd7cbf4-3df0-49eb-91af-e927c077234e" providerId="ADAL" clId="{887223BD-8D3B-43FF-9664-0A1B73139422}" dt="2025-04-30T10:03:38.344" v="4357" actId="47"/>
        <pc:sldMkLst>
          <pc:docMk/>
          <pc:sldMk cId="3722113786" sldId="318"/>
        </pc:sldMkLst>
      </pc:sldChg>
      <pc:sldChg chg="del">
        <pc:chgData name="이진원" userId="3bd7cbf4-3df0-49eb-91af-e927c077234e" providerId="ADAL" clId="{887223BD-8D3B-43FF-9664-0A1B73139422}" dt="2025-04-30T10:08:02.995" v="4484" actId="47"/>
        <pc:sldMkLst>
          <pc:docMk/>
          <pc:sldMk cId="2406688692" sldId="319"/>
        </pc:sldMkLst>
      </pc:sldChg>
      <pc:sldChg chg="del">
        <pc:chgData name="이진원" userId="3bd7cbf4-3df0-49eb-91af-e927c077234e" providerId="ADAL" clId="{887223BD-8D3B-43FF-9664-0A1B73139422}" dt="2025-04-30T10:07:01.102" v="4446" actId="47"/>
        <pc:sldMkLst>
          <pc:docMk/>
          <pc:sldMk cId="929340174" sldId="320"/>
        </pc:sldMkLst>
      </pc:sldChg>
      <pc:sldChg chg="modSp del mod">
        <pc:chgData name="이진원" userId="3bd7cbf4-3df0-49eb-91af-e927c077234e" providerId="ADAL" clId="{887223BD-8D3B-43FF-9664-0A1B73139422}" dt="2025-04-30T09:16:05.996" v="2973" actId="47"/>
        <pc:sldMkLst>
          <pc:docMk/>
          <pc:sldMk cId="2487523757" sldId="321"/>
        </pc:sldMkLst>
        <pc:spChg chg="mod">
          <ac:chgData name="이진원" userId="3bd7cbf4-3df0-49eb-91af-e927c077234e" providerId="ADAL" clId="{887223BD-8D3B-43FF-9664-0A1B73139422}" dt="2025-04-30T09:14:59.492" v="2965"/>
          <ac:spMkLst>
            <pc:docMk/>
            <pc:sldMk cId="2487523757" sldId="321"/>
            <ac:spMk id="2" creationId="{5B5E2624-9437-D828-BE25-CD28CA0F1B4B}"/>
          </ac:spMkLst>
        </pc:spChg>
        <pc:spChg chg="mod">
          <ac:chgData name="이진원" userId="3bd7cbf4-3df0-49eb-91af-e927c077234e" providerId="ADAL" clId="{887223BD-8D3B-43FF-9664-0A1B73139422}" dt="2025-04-30T09:15:55.327" v="2971" actId="20577"/>
          <ac:spMkLst>
            <pc:docMk/>
            <pc:sldMk cId="2487523757" sldId="321"/>
            <ac:spMk id="3" creationId="{73C5830C-3F16-F3F5-E6B5-D5B7671AC187}"/>
          </ac:spMkLst>
        </pc:spChg>
      </pc:sldChg>
      <pc:sldChg chg="addSp delSp modSp mod">
        <pc:chgData name="이진원" userId="3bd7cbf4-3df0-49eb-91af-e927c077234e" providerId="ADAL" clId="{887223BD-8D3B-43FF-9664-0A1B73139422}" dt="2025-04-30T10:10:30.257" v="4505" actId="14100"/>
        <pc:sldMkLst>
          <pc:docMk/>
          <pc:sldMk cId="3454959999" sldId="322"/>
        </pc:sldMkLst>
        <pc:spChg chg="del mod">
          <ac:chgData name="이진원" userId="3bd7cbf4-3df0-49eb-91af-e927c077234e" providerId="ADAL" clId="{887223BD-8D3B-43FF-9664-0A1B73139422}" dt="2025-04-30T10:09:47.789" v="4497" actId="478"/>
          <ac:spMkLst>
            <pc:docMk/>
            <pc:sldMk cId="3454959999" sldId="322"/>
            <ac:spMk id="2" creationId="{250F3CE6-56B7-BAE6-88C5-B1ED851E1125}"/>
          </ac:spMkLst>
        </pc:spChg>
        <pc:spChg chg="del">
          <ac:chgData name="이진원" userId="3bd7cbf4-3df0-49eb-91af-e927c077234e" providerId="ADAL" clId="{887223BD-8D3B-43FF-9664-0A1B73139422}" dt="2025-04-30T10:09:47.789" v="4497" actId="478"/>
          <ac:spMkLst>
            <pc:docMk/>
            <pc:sldMk cId="3454959999" sldId="322"/>
            <ac:spMk id="3" creationId="{6C0E117E-96FF-01C0-61D0-1FB2892BF091}"/>
          </ac:spMkLst>
        </pc:spChg>
        <pc:spChg chg="add mod">
          <ac:chgData name="이진원" userId="3bd7cbf4-3df0-49eb-91af-e927c077234e" providerId="ADAL" clId="{887223BD-8D3B-43FF-9664-0A1B73139422}" dt="2025-04-30T10:10:16.131" v="4500" actId="208"/>
          <ac:spMkLst>
            <pc:docMk/>
            <pc:sldMk cId="3454959999" sldId="322"/>
            <ac:spMk id="5" creationId="{57F53A96-DF84-95A9-B74D-85F04266423B}"/>
          </ac:spMkLst>
        </pc:spChg>
        <pc:spChg chg="add mod">
          <ac:chgData name="이진원" userId="3bd7cbf4-3df0-49eb-91af-e927c077234e" providerId="ADAL" clId="{887223BD-8D3B-43FF-9664-0A1B73139422}" dt="2025-04-30T10:10:19.958" v="4501" actId="571"/>
          <ac:spMkLst>
            <pc:docMk/>
            <pc:sldMk cId="3454959999" sldId="322"/>
            <ac:spMk id="6" creationId="{6ABAEACB-AB13-21B8-759C-AFE5A0127D4B}"/>
          </ac:spMkLst>
        </pc:spChg>
        <pc:spChg chg="add mod">
          <ac:chgData name="이진원" userId="3bd7cbf4-3df0-49eb-91af-e927c077234e" providerId="ADAL" clId="{887223BD-8D3B-43FF-9664-0A1B73139422}" dt="2025-04-30T10:10:21.792" v="4503" actId="571"/>
          <ac:spMkLst>
            <pc:docMk/>
            <pc:sldMk cId="3454959999" sldId="322"/>
            <ac:spMk id="8" creationId="{36C5EC33-6049-E0A3-3A25-28F20947E489}"/>
          </ac:spMkLst>
        </pc:spChg>
        <pc:spChg chg="add mod">
          <ac:chgData name="이진원" userId="3bd7cbf4-3df0-49eb-91af-e927c077234e" providerId="ADAL" clId="{887223BD-8D3B-43FF-9664-0A1B73139422}" dt="2025-04-30T10:10:30.257" v="4505" actId="14100"/>
          <ac:spMkLst>
            <pc:docMk/>
            <pc:sldMk cId="3454959999" sldId="322"/>
            <ac:spMk id="9" creationId="{366E3EB2-2E03-4838-A6F9-578A51E7BF65}"/>
          </ac:spMkLst>
        </pc:spChg>
        <pc:picChg chg="add mod">
          <ac:chgData name="이진원" userId="3bd7cbf4-3df0-49eb-91af-e927c077234e" providerId="ADAL" clId="{887223BD-8D3B-43FF-9664-0A1B73139422}" dt="2025-04-30T10:10:21.792" v="4503" actId="571"/>
          <ac:picMkLst>
            <pc:docMk/>
            <pc:sldMk cId="3454959999" sldId="322"/>
            <ac:picMk id="7" creationId="{91B77A8B-CAA2-AFF9-CD2E-2A7D78BF151A}"/>
          </ac:picMkLst>
        </pc:picChg>
      </pc:sldChg>
      <pc:sldChg chg="addSp delSp modSp mod">
        <pc:chgData name="이진원" userId="3bd7cbf4-3df0-49eb-91af-e927c077234e" providerId="ADAL" clId="{887223BD-8D3B-43FF-9664-0A1B73139422}" dt="2025-04-30T10:11:25.098" v="4513" actId="14100"/>
        <pc:sldMkLst>
          <pc:docMk/>
          <pc:sldMk cId="854374154" sldId="323"/>
        </pc:sldMkLst>
        <pc:spChg chg="del mod">
          <ac:chgData name="이진원" userId="3bd7cbf4-3df0-49eb-91af-e927c077234e" providerId="ADAL" clId="{887223BD-8D3B-43FF-9664-0A1B73139422}" dt="2025-04-30T10:09:43.192" v="4496" actId="478"/>
          <ac:spMkLst>
            <pc:docMk/>
            <pc:sldMk cId="854374154" sldId="323"/>
            <ac:spMk id="2" creationId="{6A8BFACD-A4D4-EB50-9BBD-0F73D84FD0ED}"/>
          </ac:spMkLst>
        </pc:spChg>
        <pc:spChg chg="del">
          <ac:chgData name="이진원" userId="3bd7cbf4-3df0-49eb-91af-e927c077234e" providerId="ADAL" clId="{887223BD-8D3B-43FF-9664-0A1B73139422}" dt="2025-04-30T10:09:43.192" v="4496" actId="478"/>
          <ac:spMkLst>
            <pc:docMk/>
            <pc:sldMk cId="854374154" sldId="323"/>
            <ac:spMk id="3" creationId="{F11ECBFC-EA9F-FAFA-1935-FB05B104D7DC}"/>
          </ac:spMkLst>
        </pc:spChg>
        <pc:spChg chg="add mod">
          <ac:chgData name="이진원" userId="3bd7cbf4-3df0-49eb-91af-e927c077234e" providerId="ADAL" clId="{887223BD-8D3B-43FF-9664-0A1B73139422}" dt="2025-04-30T10:11:25.098" v="4513" actId="14100"/>
          <ac:spMkLst>
            <pc:docMk/>
            <pc:sldMk cId="854374154" sldId="323"/>
            <ac:spMk id="5" creationId="{94ED7BF1-C9D7-24CB-2D4B-1E79AA48E9AF}"/>
          </ac:spMkLst>
        </pc:spChg>
      </pc:sldChg>
      <pc:sldChg chg="modSp del mod">
        <pc:chgData name="이진원" userId="3bd7cbf4-3df0-49eb-91af-e927c077234e" providerId="ADAL" clId="{887223BD-8D3B-43FF-9664-0A1B73139422}" dt="2025-04-30T10:09:27.646" v="4495" actId="47"/>
        <pc:sldMkLst>
          <pc:docMk/>
          <pc:sldMk cId="135952935" sldId="324"/>
        </pc:sldMkLst>
        <pc:spChg chg="mod">
          <ac:chgData name="이진원" userId="3bd7cbf4-3df0-49eb-91af-e927c077234e" providerId="ADAL" clId="{887223BD-8D3B-43FF-9664-0A1B73139422}" dt="2025-04-30T09:04:08.302" v="2226" actId="27636"/>
          <ac:spMkLst>
            <pc:docMk/>
            <pc:sldMk cId="135952935" sldId="324"/>
            <ac:spMk id="2" creationId="{FC9AB979-122C-17E7-D340-74407552E22F}"/>
          </ac:spMkLst>
        </pc:spChg>
      </pc:sldChg>
      <pc:sldChg chg="modSp add del mod">
        <pc:chgData name="이진원" userId="3bd7cbf4-3df0-49eb-91af-e927c077234e" providerId="ADAL" clId="{887223BD-8D3B-43FF-9664-0A1B73139422}" dt="2025-04-30T09:16:22.451" v="2974" actId="47"/>
        <pc:sldMkLst>
          <pc:docMk/>
          <pc:sldMk cId="1807828859" sldId="325"/>
        </pc:sldMkLst>
        <pc:spChg chg="mod">
          <ac:chgData name="이진원" userId="3bd7cbf4-3df0-49eb-91af-e927c077234e" providerId="ADAL" clId="{887223BD-8D3B-43FF-9664-0A1B73139422}" dt="2025-04-30T09:09:52.125" v="2609" actId="20577"/>
          <ac:spMkLst>
            <pc:docMk/>
            <pc:sldMk cId="1807828859" sldId="325"/>
            <ac:spMk id="3" creationId="{6DB32327-E80C-E36D-E2ED-61025FBE28C7}"/>
          </ac:spMkLst>
        </pc:spChg>
      </pc:sldChg>
      <pc:sldChg chg="addSp modSp add mod">
        <pc:chgData name="이진원" userId="3bd7cbf4-3df0-49eb-91af-e927c077234e" providerId="ADAL" clId="{887223BD-8D3B-43FF-9664-0A1B73139422}" dt="2025-04-30T09:31:49.473" v="3477" actId="313"/>
        <pc:sldMkLst>
          <pc:docMk/>
          <pc:sldMk cId="120359169" sldId="326"/>
        </pc:sldMkLst>
        <pc:spChg chg="mod">
          <ac:chgData name="이진원" userId="3bd7cbf4-3df0-49eb-91af-e927c077234e" providerId="ADAL" clId="{887223BD-8D3B-43FF-9664-0A1B73139422}" dt="2025-04-30T09:31:48.054" v="3471" actId="20577"/>
          <ac:spMkLst>
            <pc:docMk/>
            <pc:sldMk cId="120359169" sldId="326"/>
            <ac:spMk id="2" creationId="{AA0ED311-5945-9E2B-FAEC-764E6B96D89B}"/>
          </ac:spMkLst>
        </pc:spChg>
        <pc:spChg chg="mod">
          <ac:chgData name="이진원" userId="3bd7cbf4-3df0-49eb-91af-e927c077234e" providerId="ADAL" clId="{887223BD-8D3B-43FF-9664-0A1B73139422}" dt="2025-04-30T09:31:49.473" v="3477" actId="313"/>
          <ac:spMkLst>
            <pc:docMk/>
            <pc:sldMk cId="120359169" sldId="326"/>
            <ac:spMk id="3" creationId="{3669A017-3A69-4F8F-3A8C-1B736D8855D2}"/>
          </ac:spMkLst>
        </pc:spChg>
        <pc:spChg chg="add mod">
          <ac:chgData name="이진원" userId="3bd7cbf4-3df0-49eb-91af-e927c077234e" providerId="ADAL" clId="{887223BD-8D3B-43FF-9664-0A1B73139422}" dt="2025-04-30T09:22:00.164" v="3191" actId="20577"/>
          <ac:spMkLst>
            <pc:docMk/>
            <pc:sldMk cId="120359169" sldId="326"/>
            <ac:spMk id="4" creationId="{10E3F19E-1C8E-D75A-6E0D-27B5DED5F781}"/>
          </ac:spMkLst>
        </pc:spChg>
      </pc:sldChg>
      <pc:sldChg chg="modSp add mod">
        <pc:chgData name="이진원" userId="3bd7cbf4-3df0-49eb-91af-e927c077234e" providerId="ADAL" clId="{887223BD-8D3B-43FF-9664-0A1B73139422}" dt="2025-04-30T09:31:36.420" v="3457" actId="20577"/>
        <pc:sldMkLst>
          <pc:docMk/>
          <pc:sldMk cId="2776933356" sldId="327"/>
        </pc:sldMkLst>
        <pc:spChg chg="mod">
          <ac:chgData name="이진원" userId="3bd7cbf4-3df0-49eb-91af-e927c077234e" providerId="ADAL" clId="{887223BD-8D3B-43FF-9664-0A1B73139422}" dt="2025-04-30T09:31:36.420" v="3457" actId="20577"/>
          <ac:spMkLst>
            <pc:docMk/>
            <pc:sldMk cId="2776933356" sldId="327"/>
            <ac:spMk id="2" creationId="{721056B5-96B7-31C6-77F9-D9D70C4BF6EE}"/>
          </ac:spMkLst>
        </pc:spChg>
      </pc:sldChg>
      <pc:sldChg chg="addSp delSp modSp add mod">
        <pc:chgData name="이진원" userId="3bd7cbf4-3df0-49eb-91af-e927c077234e" providerId="ADAL" clId="{887223BD-8D3B-43FF-9664-0A1B73139422}" dt="2025-04-30T09:32:57.660" v="3520" actId="1076"/>
        <pc:sldMkLst>
          <pc:docMk/>
          <pc:sldMk cId="3715890591" sldId="328"/>
        </pc:sldMkLst>
        <pc:spChg chg="mod">
          <ac:chgData name="이진원" userId="3bd7cbf4-3df0-49eb-91af-e927c077234e" providerId="ADAL" clId="{887223BD-8D3B-43FF-9664-0A1B73139422}" dt="2025-04-30T09:24:29.897" v="3302" actId="20577"/>
          <ac:spMkLst>
            <pc:docMk/>
            <pc:sldMk cId="3715890591" sldId="328"/>
            <ac:spMk id="2" creationId="{BAFF7C9D-830D-02E3-9D9D-345982309C51}"/>
          </ac:spMkLst>
        </pc:spChg>
        <pc:spChg chg="add del mod">
          <ac:chgData name="이진원" userId="3bd7cbf4-3df0-49eb-91af-e927c077234e" providerId="ADAL" clId="{887223BD-8D3B-43FF-9664-0A1B73139422}" dt="2025-04-30T09:26:23.517" v="3364" actId="478"/>
          <ac:spMkLst>
            <pc:docMk/>
            <pc:sldMk cId="3715890591" sldId="328"/>
            <ac:spMk id="3" creationId="{E8B724DA-D3E6-431E-0EFA-21A1860988F6}"/>
          </ac:spMkLst>
        </pc:spChg>
        <pc:spChg chg="add del mod">
          <ac:chgData name="이진원" userId="3bd7cbf4-3df0-49eb-91af-e927c077234e" providerId="ADAL" clId="{887223BD-8D3B-43FF-9664-0A1B73139422}" dt="2025-04-30T09:26:26.040" v="3365" actId="478"/>
          <ac:spMkLst>
            <pc:docMk/>
            <pc:sldMk cId="3715890591" sldId="328"/>
            <ac:spMk id="6" creationId="{8CEFC1B5-010F-5751-9358-81025A7B7526}"/>
          </ac:spMkLst>
        </pc:spChg>
        <pc:spChg chg="add mod">
          <ac:chgData name="이진원" userId="3bd7cbf4-3df0-49eb-91af-e927c077234e" providerId="ADAL" clId="{887223BD-8D3B-43FF-9664-0A1B73139422}" dt="2025-04-30T09:32:57.660" v="3520" actId="1076"/>
          <ac:spMkLst>
            <pc:docMk/>
            <pc:sldMk cId="3715890591" sldId="328"/>
            <ac:spMk id="8" creationId="{BDECFD2B-9EA5-A840-915B-9A63777A35A3}"/>
          </ac:spMkLst>
        </pc:spChg>
        <pc:spChg chg="add mod">
          <ac:chgData name="이진원" userId="3bd7cbf4-3df0-49eb-91af-e927c077234e" providerId="ADAL" clId="{887223BD-8D3B-43FF-9664-0A1B73139422}" dt="2025-04-30T09:32:57.660" v="3520" actId="1076"/>
          <ac:spMkLst>
            <pc:docMk/>
            <pc:sldMk cId="3715890591" sldId="328"/>
            <ac:spMk id="9" creationId="{1399DEDD-1319-0B95-5C15-D5819B609782}"/>
          </ac:spMkLst>
        </pc:spChg>
        <pc:spChg chg="add mod ord">
          <ac:chgData name="이진원" userId="3bd7cbf4-3df0-49eb-91af-e927c077234e" providerId="ADAL" clId="{887223BD-8D3B-43FF-9664-0A1B73139422}" dt="2025-04-30T09:32:46.682" v="3519" actId="20577"/>
          <ac:spMkLst>
            <pc:docMk/>
            <pc:sldMk cId="3715890591" sldId="328"/>
            <ac:spMk id="10" creationId="{F550F9FC-8AED-17B5-E8BC-AB8B863A65E5}"/>
          </ac:spMkLst>
        </pc:spChg>
        <pc:graphicFrameChg chg="add mod modGraphic">
          <ac:chgData name="이진원" userId="3bd7cbf4-3df0-49eb-91af-e927c077234e" providerId="ADAL" clId="{887223BD-8D3B-43FF-9664-0A1B73139422}" dt="2025-04-30T09:32:57.660" v="3520" actId="1076"/>
          <ac:graphicFrameMkLst>
            <pc:docMk/>
            <pc:sldMk cId="3715890591" sldId="328"/>
            <ac:graphicFrameMk id="4" creationId="{A7F3D97F-2956-2E85-1806-C5159B573067}"/>
          </ac:graphicFrameMkLst>
        </pc:graphicFrameChg>
        <pc:graphicFrameChg chg="add mod">
          <ac:chgData name="이진원" userId="3bd7cbf4-3df0-49eb-91af-e927c077234e" providerId="ADAL" clId="{887223BD-8D3B-43FF-9664-0A1B73139422}" dt="2025-04-30T09:32:57.660" v="3520" actId="1076"/>
          <ac:graphicFrameMkLst>
            <pc:docMk/>
            <pc:sldMk cId="3715890591" sldId="328"/>
            <ac:graphicFrameMk id="7" creationId="{ADF3D5E6-3D91-C170-C4E7-2C55933FD36D}"/>
          </ac:graphicFrameMkLst>
        </pc:graphicFrameChg>
      </pc:sldChg>
      <pc:sldChg chg="addSp delSp modSp new mod">
        <pc:chgData name="이진원" userId="3bd7cbf4-3df0-49eb-91af-e927c077234e" providerId="ADAL" clId="{887223BD-8D3B-43FF-9664-0A1B73139422}" dt="2025-04-30T09:41:40.186" v="3660" actId="20577"/>
        <pc:sldMkLst>
          <pc:docMk/>
          <pc:sldMk cId="3563426422" sldId="329"/>
        </pc:sldMkLst>
        <pc:spChg chg="mod">
          <ac:chgData name="이진원" userId="3bd7cbf4-3df0-49eb-91af-e927c077234e" providerId="ADAL" clId="{887223BD-8D3B-43FF-9664-0A1B73139422}" dt="2025-04-30T09:40:54.587" v="3647" actId="20577"/>
          <ac:spMkLst>
            <pc:docMk/>
            <pc:sldMk cId="3563426422" sldId="329"/>
            <ac:spMk id="2" creationId="{0AAD818F-7AD0-1423-6FD6-42F160869423}"/>
          </ac:spMkLst>
        </pc:spChg>
        <pc:spChg chg="del mod">
          <ac:chgData name="이진원" userId="3bd7cbf4-3df0-49eb-91af-e927c077234e" providerId="ADAL" clId="{887223BD-8D3B-43FF-9664-0A1B73139422}" dt="2025-04-30T09:38:29.687" v="3559" actId="12084"/>
          <ac:spMkLst>
            <pc:docMk/>
            <pc:sldMk cId="3563426422" sldId="329"/>
            <ac:spMk id="3" creationId="{EA930AC5-9913-DA76-909E-751756C0E7E6}"/>
          </ac:spMkLst>
        </pc:spChg>
        <pc:graphicFrameChg chg="add mod">
          <ac:chgData name="이진원" userId="3bd7cbf4-3df0-49eb-91af-e927c077234e" providerId="ADAL" clId="{887223BD-8D3B-43FF-9664-0A1B73139422}" dt="2025-04-30T09:41:40.186" v="3660" actId="20577"/>
          <ac:graphicFrameMkLst>
            <pc:docMk/>
            <pc:sldMk cId="3563426422" sldId="329"/>
            <ac:graphicFrameMk id="4" creationId="{F9B8CA93-69F3-4C26-B7E8-213CF1BFCA57}"/>
          </ac:graphicFrameMkLst>
        </pc:graphicFrameChg>
      </pc:sldChg>
      <pc:sldChg chg="modSp add mod">
        <pc:chgData name="이진원" userId="3bd7cbf4-3df0-49eb-91af-e927c077234e" providerId="ADAL" clId="{887223BD-8D3B-43FF-9664-0A1B73139422}" dt="2025-04-30T09:56:07.345" v="4025" actId="207"/>
        <pc:sldMkLst>
          <pc:docMk/>
          <pc:sldMk cId="1460048140" sldId="330"/>
        </pc:sldMkLst>
        <pc:spChg chg="mod">
          <ac:chgData name="이진원" userId="3bd7cbf4-3df0-49eb-91af-e927c077234e" providerId="ADAL" clId="{887223BD-8D3B-43FF-9664-0A1B73139422}" dt="2025-04-30T09:56:07.345" v="4025" actId="207"/>
          <ac:spMkLst>
            <pc:docMk/>
            <pc:sldMk cId="1460048140" sldId="330"/>
            <ac:spMk id="3" creationId="{56ADDDE7-7FCA-75FA-35DE-00BC8BD0C5F0}"/>
          </ac:spMkLst>
        </pc:spChg>
      </pc:sldChg>
      <pc:sldChg chg="modSp add mod">
        <pc:chgData name="이진원" userId="3bd7cbf4-3df0-49eb-91af-e927c077234e" providerId="ADAL" clId="{887223BD-8D3B-43FF-9664-0A1B73139422}" dt="2025-04-30T09:58:29.136" v="4120"/>
        <pc:sldMkLst>
          <pc:docMk/>
          <pc:sldMk cId="3250549007" sldId="331"/>
        </pc:sldMkLst>
        <pc:spChg chg="mod">
          <ac:chgData name="이진원" userId="3bd7cbf4-3df0-49eb-91af-e927c077234e" providerId="ADAL" clId="{887223BD-8D3B-43FF-9664-0A1B73139422}" dt="2025-04-30T09:57:15.362" v="4074"/>
          <ac:spMkLst>
            <pc:docMk/>
            <pc:sldMk cId="3250549007" sldId="331"/>
            <ac:spMk id="2" creationId="{9B1136ED-28CF-5363-A4DD-3FBB5B23838A}"/>
          </ac:spMkLst>
        </pc:spChg>
        <pc:spChg chg="mod">
          <ac:chgData name="이진원" userId="3bd7cbf4-3df0-49eb-91af-e927c077234e" providerId="ADAL" clId="{887223BD-8D3B-43FF-9664-0A1B73139422}" dt="2025-04-30T09:58:29.136" v="4120"/>
          <ac:spMkLst>
            <pc:docMk/>
            <pc:sldMk cId="3250549007" sldId="331"/>
            <ac:spMk id="3" creationId="{0BE849BA-6786-E7A2-4F2B-9B7AD97815B7}"/>
          </ac:spMkLst>
        </pc:spChg>
      </pc:sldChg>
      <pc:sldChg chg="modSp add mod">
        <pc:chgData name="이진원" userId="3bd7cbf4-3df0-49eb-91af-e927c077234e" providerId="ADAL" clId="{887223BD-8D3B-43FF-9664-0A1B73139422}" dt="2025-04-30T10:08:58.017" v="4494" actId="20577"/>
        <pc:sldMkLst>
          <pc:docMk/>
          <pc:sldMk cId="2027205567" sldId="332"/>
        </pc:sldMkLst>
        <pc:spChg chg="mod">
          <ac:chgData name="이진원" userId="3bd7cbf4-3df0-49eb-91af-e927c077234e" providerId="ADAL" clId="{887223BD-8D3B-43FF-9664-0A1B73139422}" dt="2025-04-30T10:08:58.017" v="4494" actId="20577"/>
          <ac:spMkLst>
            <pc:docMk/>
            <pc:sldMk cId="2027205567" sldId="332"/>
            <ac:spMk id="3" creationId="{FC87B30E-DF6F-B2EC-CFBC-B3A82C9BA3DD}"/>
          </ac:spMkLst>
        </pc:spChg>
      </pc:sldChg>
      <pc:sldChg chg="addSp modSp add del mod">
        <pc:chgData name="이진원" userId="3bd7cbf4-3df0-49eb-91af-e927c077234e" providerId="ADAL" clId="{887223BD-8D3B-43FF-9664-0A1B73139422}" dt="2025-04-30T10:06:55.893" v="4445" actId="47"/>
        <pc:sldMkLst>
          <pc:docMk/>
          <pc:sldMk cId="3189529352" sldId="333"/>
        </pc:sldMkLst>
        <pc:spChg chg="mod">
          <ac:chgData name="이진원" userId="3bd7cbf4-3df0-49eb-91af-e927c077234e" providerId="ADAL" clId="{887223BD-8D3B-43FF-9664-0A1B73139422}" dt="2025-04-30T10:05:04.092" v="4390" actId="27636"/>
          <ac:spMkLst>
            <pc:docMk/>
            <pc:sldMk cId="3189529352" sldId="333"/>
            <ac:spMk id="3" creationId="{23AC548F-8F03-6580-53E2-3336D5757611}"/>
          </ac:spMkLst>
        </pc:spChg>
        <pc:spChg chg="add mod">
          <ac:chgData name="이진원" userId="3bd7cbf4-3df0-49eb-91af-e927c077234e" providerId="ADAL" clId="{887223BD-8D3B-43FF-9664-0A1B73139422}" dt="2025-04-30T10:04:48.801" v="4383" actId="27636"/>
          <ac:spMkLst>
            <pc:docMk/>
            <pc:sldMk cId="3189529352" sldId="333"/>
            <ac:spMk id="4" creationId="{8523814A-4815-5FE9-867C-E62354AC4AB0}"/>
          </ac:spMkLst>
        </pc:spChg>
        <pc:spChg chg="add mod">
          <ac:chgData name="이진원" userId="3bd7cbf4-3df0-49eb-91af-e927c077234e" providerId="ADAL" clId="{887223BD-8D3B-43FF-9664-0A1B73139422}" dt="2025-04-30T10:04:54.555" v="4388" actId="6549"/>
          <ac:spMkLst>
            <pc:docMk/>
            <pc:sldMk cId="3189529352" sldId="333"/>
            <ac:spMk id="5" creationId="{455AB35F-04F1-FCCE-A3D4-C64D8F9485D4}"/>
          </ac:spMkLst>
        </pc:spChg>
      </pc:sldChg>
      <pc:sldChg chg="modSp add mod">
        <pc:chgData name="이진원" userId="3bd7cbf4-3df0-49eb-91af-e927c077234e" providerId="ADAL" clId="{887223BD-8D3B-43FF-9664-0A1B73139422}" dt="2025-04-30T10:05:50.680" v="4408" actId="207"/>
        <pc:sldMkLst>
          <pc:docMk/>
          <pc:sldMk cId="824876293" sldId="334"/>
        </pc:sldMkLst>
        <pc:spChg chg="mod">
          <ac:chgData name="이진원" userId="3bd7cbf4-3df0-49eb-91af-e927c077234e" providerId="ADAL" clId="{887223BD-8D3B-43FF-9664-0A1B73139422}" dt="2025-04-30T10:05:50.680" v="4408" actId="207"/>
          <ac:spMkLst>
            <pc:docMk/>
            <pc:sldMk cId="824876293" sldId="334"/>
            <ac:spMk id="3" creationId="{CB3CC30E-EAB6-0E6E-004C-1FEC7E6E4628}"/>
          </ac:spMkLst>
        </pc:spChg>
      </pc:sldChg>
      <pc:sldChg chg="modSp add mod">
        <pc:chgData name="이진원" userId="3bd7cbf4-3df0-49eb-91af-e927c077234e" providerId="ADAL" clId="{887223BD-8D3B-43FF-9664-0A1B73139422}" dt="2025-04-30T10:06:32.358" v="4424" actId="207"/>
        <pc:sldMkLst>
          <pc:docMk/>
          <pc:sldMk cId="3687801265" sldId="335"/>
        </pc:sldMkLst>
        <pc:spChg chg="mod">
          <ac:chgData name="이진원" userId="3bd7cbf4-3df0-49eb-91af-e927c077234e" providerId="ADAL" clId="{887223BD-8D3B-43FF-9664-0A1B73139422}" dt="2025-04-30T10:06:32.358" v="4424" actId="207"/>
          <ac:spMkLst>
            <pc:docMk/>
            <pc:sldMk cId="3687801265" sldId="335"/>
            <ac:spMk id="3" creationId="{2D1F6C4C-3CC1-6872-2AFB-A86450A1B59C}"/>
          </ac:spMkLst>
        </pc:spChg>
      </pc:sldChg>
      <pc:sldChg chg="modSp add mod">
        <pc:chgData name="이진원" userId="3bd7cbf4-3df0-49eb-91af-e927c077234e" providerId="ADAL" clId="{887223BD-8D3B-43FF-9664-0A1B73139422}" dt="2025-04-30T10:06:52.851" v="4444" actId="207"/>
        <pc:sldMkLst>
          <pc:docMk/>
          <pc:sldMk cId="4198250366" sldId="336"/>
        </pc:sldMkLst>
        <pc:spChg chg="mod">
          <ac:chgData name="이진원" userId="3bd7cbf4-3df0-49eb-91af-e927c077234e" providerId="ADAL" clId="{887223BD-8D3B-43FF-9664-0A1B73139422}" dt="2025-04-30T10:06:52.851" v="4444" actId="207"/>
          <ac:spMkLst>
            <pc:docMk/>
            <pc:sldMk cId="4198250366" sldId="336"/>
            <ac:spMk id="3" creationId="{6A1F3B82-C099-F10C-2B20-EE73092D6479}"/>
          </ac:spMkLst>
        </pc:spChg>
      </pc:sldChg>
      <pc:sldChg chg="modSp add mod">
        <pc:chgData name="이진원" userId="3bd7cbf4-3df0-49eb-91af-e927c077234e" providerId="ADAL" clId="{887223BD-8D3B-43FF-9664-0A1B73139422}" dt="2025-04-30T10:08:29.741" v="4490" actId="207"/>
        <pc:sldMkLst>
          <pc:docMk/>
          <pc:sldMk cId="3502260548" sldId="337"/>
        </pc:sldMkLst>
        <pc:spChg chg="mod">
          <ac:chgData name="이진원" userId="3bd7cbf4-3df0-49eb-91af-e927c077234e" providerId="ADAL" clId="{887223BD-8D3B-43FF-9664-0A1B73139422}" dt="2025-04-30T10:08:29.741" v="4490" actId="207"/>
          <ac:spMkLst>
            <pc:docMk/>
            <pc:sldMk cId="3502260548" sldId="337"/>
            <ac:spMk id="3" creationId="{E2875D62-9D6E-B078-A8FD-92AF35DAAEC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E4DD1A-BD3E-4977-A6AD-F9555777D415}" type="doc">
      <dgm:prSet loTypeId="urn:microsoft.com/office/officeart/2005/8/layout/process5" loCatId="process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pPr latinLnBrk="1"/>
          <a:endParaRPr lang="ko-KR" altLang="en-US"/>
        </a:p>
      </dgm:t>
    </dgm:pt>
    <dgm:pt modelId="{D712CB33-979D-4431-921F-F54339BE24C6}">
      <dgm:prSet/>
      <dgm:spPr/>
      <dgm:t>
        <a:bodyPr/>
        <a:lstStyle/>
        <a:p>
          <a:pPr latinLnBrk="1"/>
          <a:r>
            <a:rPr lang="ko-KR" b="0" i="0"/>
            <a:t>전원 인가</a:t>
          </a:r>
          <a:endParaRPr lang="ko-KR"/>
        </a:p>
      </dgm:t>
    </dgm:pt>
    <dgm:pt modelId="{DE8D32CF-7489-43D2-A1EA-36FF95C6FE81}" type="parTrans" cxnId="{1F9DC15B-FCEA-4694-BFC0-668B241642D9}">
      <dgm:prSet/>
      <dgm:spPr/>
      <dgm:t>
        <a:bodyPr/>
        <a:lstStyle/>
        <a:p>
          <a:pPr latinLnBrk="1"/>
          <a:endParaRPr lang="ko-KR" altLang="en-US"/>
        </a:p>
      </dgm:t>
    </dgm:pt>
    <dgm:pt modelId="{36E5EA1C-92D0-4A5C-BD35-E16DD12DE7A3}" type="sibTrans" cxnId="{1F9DC15B-FCEA-4694-BFC0-668B241642D9}">
      <dgm:prSet/>
      <dgm:spPr/>
      <dgm:t>
        <a:bodyPr/>
        <a:lstStyle/>
        <a:p>
          <a:pPr latinLnBrk="1"/>
          <a:endParaRPr lang="ko-KR" altLang="en-US"/>
        </a:p>
      </dgm:t>
    </dgm:pt>
    <dgm:pt modelId="{5B0C371F-6CA0-4D35-A93F-9A8DC707F7CF}">
      <dgm:prSet/>
      <dgm:spPr/>
      <dgm:t>
        <a:bodyPr/>
        <a:lstStyle/>
        <a:p>
          <a:pPr latinLnBrk="1"/>
          <a:r>
            <a:rPr lang="en-US" b="0" i="0"/>
            <a:t>POST </a:t>
          </a:r>
          <a:r>
            <a:rPr lang="ko-KR" b="0" i="0"/>
            <a:t>실행</a:t>
          </a:r>
          <a:endParaRPr lang="ko-KR"/>
        </a:p>
      </dgm:t>
    </dgm:pt>
    <dgm:pt modelId="{D17AF31D-D223-4CE2-8A7B-73B5EBB0F3CE}" type="parTrans" cxnId="{D15C4547-7C17-43A8-ACAC-10D67339FED0}">
      <dgm:prSet/>
      <dgm:spPr/>
      <dgm:t>
        <a:bodyPr/>
        <a:lstStyle/>
        <a:p>
          <a:pPr latinLnBrk="1"/>
          <a:endParaRPr lang="ko-KR" altLang="en-US"/>
        </a:p>
      </dgm:t>
    </dgm:pt>
    <dgm:pt modelId="{5059F0BE-77FA-4983-9525-29BB6AFE3EC4}" type="sibTrans" cxnId="{D15C4547-7C17-43A8-ACAC-10D67339FED0}">
      <dgm:prSet/>
      <dgm:spPr/>
      <dgm:t>
        <a:bodyPr/>
        <a:lstStyle/>
        <a:p>
          <a:pPr latinLnBrk="1"/>
          <a:endParaRPr lang="ko-KR" altLang="en-US"/>
        </a:p>
      </dgm:t>
    </dgm:pt>
    <dgm:pt modelId="{D69F12A7-D46B-4D7D-8520-57C4CB2CAC52}">
      <dgm:prSet/>
      <dgm:spPr/>
      <dgm:t>
        <a:bodyPr/>
        <a:lstStyle/>
        <a:p>
          <a:pPr latinLnBrk="1"/>
          <a:r>
            <a:rPr lang="en-US" b="0" i="0"/>
            <a:t>BIOS </a:t>
          </a:r>
          <a:r>
            <a:rPr lang="ko-KR" b="0" i="0"/>
            <a:t>설정 로드</a:t>
          </a:r>
          <a:endParaRPr lang="ko-KR"/>
        </a:p>
      </dgm:t>
    </dgm:pt>
    <dgm:pt modelId="{FFD78331-B6AB-41AB-870F-9C73C768D5C8}" type="parTrans" cxnId="{0E6A9FB9-1CD0-40C8-822C-A54F949B8ADC}">
      <dgm:prSet/>
      <dgm:spPr/>
      <dgm:t>
        <a:bodyPr/>
        <a:lstStyle/>
        <a:p>
          <a:pPr latinLnBrk="1"/>
          <a:endParaRPr lang="ko-KR" altLang="en-US"/>
        </a:p>
      </dgm:t>
    </dgm:pt>
    <dgm:pt modelId="{4C317B3F-3499-4727-927E-3AB49BCE4952}" type="sibTrans" cxnId="{0E6A9FB9-1CD0-40C8-822C-A54F949B8ADC}">
      <dgm:prSet/>
      <dgm:spPr/>
      <dgm:t>
        <a:bodyPr/>
        <a:lstStyle/>
        <a:p>
          <a:pPr latinLnBrk="1"/>
          <a:endParaRPr lang="ko-KR" altLang="en-US"/>
        </a:p>
      </dgm:t>
    </dgm:pt>
    <dgm:pt modelId="{BA2F4E23-ED82-4EC9-BBDA-FADE49259454}">
      <dgm:prSet/>
      <dgm:spPr/>
      <dgm:t>
        <a:bodyPr/>
        <a:lstStyle/>
        <a:p>
          <a:pPr latinLnBrk="1"/>
          <a:r>
            <a:rPr lang="ko-KR" b="0" i="0"/>
            <a:t>부트 로더 실행</a:t>
          </a:r>
          <a:endParaRPr lang="ko-KR"/>
        </a:p>
      </dgm:t>
    </dgm:pt>
    <dgm:pt modelId="{1FDF0148-4895-4508-95B1-4C3912F63F3B}" type="parTrans" cxnId="{54DB6F4B-F27D-4D90-A297-E4750CEAF3BE}">
      <dgm:prSet/>
      <dgm:spPr/>
      <dgm:t>
        <a:bodyPr/>
        <a:lstStyle/>
        <a:p>
          <a:pPr latinLnBrk="1"/>
          <a:endParaRPr lang="ko-KR" altLang="en-US"/>
        </a:p>
      </dgm:t>
    </dgm:pt>
    <dgm:pt modelId="{48049C36-2662-45D0-9BC4-0BCD8E7FEC42}" type="sibTrans" cxnId="{54DB6F4B-F27D-4D90-A297-E4750CEAF3BE}">
      <dgm:prSet/>
      <dgm:spPr/>
      <dgm:t>
        <a:bodyPr/>
        <a:lstStyle/>
        <a:p>
          <a:pPr latinLnBrk="1"/>
          <a:endParaRPr lang="ko-KR" altLang="en-US"/>
        </a:p>
      </dgm:t>
    </dgm:pt>
    <dgm:pt modelId="{C19FBD1C-C799-4204-A9EF-D67D91982030}">
      <dgm:prSet/>
      <dgm:spPr/>
      <dgm:t>
        <a:bodyPr/>
        <a:lstStyle/>
        <a:p>
          <a:pPr latinLnBrk="1"/>
          <a:r>
            <a:rPr lang="ko-KR" b="0" i="0"/>
            <a:t>운영체제 커널 로드</a:t>
          </a:r>
          <a:endParaRPr lang="ko-KR"/>
        </a:p>
      </dgm:t>
    </dgm:pt>
    <dgm:pt modelId="{D0FC8722-781F-4633-8B82-3C986A819AE3}" type="parTrans" cxnId="{7A62A6CD-90BB-4503-BDA1-C43D2134DCE6}">
      <dgm:prSet/>
      <dgm:spPr/>
      <dgm:t>
        <a:bodyPr/>
        <a:lstStyle/>
        <a:p>
          <a:pPr latinLnBrk="1"/>
          <a:endParaRPr lang="ko-KR" altLang="en-US"/>
        </a:p>
      </dgm:t>
    </dgm:pt>
    <dgm:pt modelId="{4F2D4393-A3A4-4691-A35A-B13787EED546}" type="sibTrans" cxnId="{7A62A6CD-90BB-4503-BDA1-C43D2134DCE6}">
      <dgm:prSet/>
      <dgm:spPr/>
      <dgm:t>
        <a:bodyPr/>
        <a:lstStyle/>
        <a:p>
          <a:pPr latinLnBrk="1"/>
          <a:endParaRPr lang="ko-KR" altLang="en-US"/>
        </a:p>
      </dgm:t>
    </dgm:pt>
    <dgm:pt modelId="{BE38EE2B-B04C-4B6F-A45E-6492C874A2D9}">
      <dgm:prSet/>
      <dgm:spPr/>
      <dgm:t>
        <a:bodyPr/>
        <a:lstStyle/>
        <a:p>
          <a:pPr latinLnBrk="1"/>
          <a:r>
            <a:rPr lang="ko-KR" b="0" i="0"/>
            <a:t>초기 프로세스 실행</a:t>
          </a:r>
          <a:endParaRPr lang="ko-KR"/>
        </a:p>
      </dgm:t>
    </dgm:pt>
    <dgm:pt modelId="{E1DBE5B1-DD79-46C3-9BD8-13B997F5E693}" type="parTrans" cxnId="{DF13341D-D217-4270-B7F6-7DCAE3553F39}">
      <dgm:prSet/>
      <dgm:spPr/>
      <dgm:t>
        <a:bodyPr/>
        <a:lstStyle/>
        <a:p>
          <a:pPr latinLnBrk="1"/>
          <a:endParaRPr lang="ko-KR" altLang="en-US"/>
        </a:p>
      </dgm:t>
    </dgm:pt>
    <dgm:pt modelId="{DF4232D6-F2D0-4D45-B84A-039212498931}" type="sibTrans" cxnId="{DF13341D-D217-4270-B7F6-7DCAE3553F39}">
      <dgm:prSet/>
      <dgm:spPr/>
      <dgm:t>
        <a:bodyPr/>
        <a:lstStyle/>
        <a:p>
          <a:pPr latinLnBrk="1"/>
          <a:endParaRPr lang="ko-KR" altLang="en-US"/>
        </a:p>
      </dgm:t>
    </dgm:pt>
    <dgm:pt modelId="{11ECEF51-9434-4E10-AA04-0D879ECDFB45}">
      <dgm:prSet/>
      <dgm:spPr/>
      <dgm:t>
        <a:bodyPr/>
        <a:lstStyle/>
        <a:p>
          <a:pPr latinLnBrk="1"/>
          <a:r>
            <a:rPr lang="ko-KR" b="0" i="0"/>
            <a:t>사용자 인터페이스 실행</a:t>
          </a:r>
          <a:endParaRPr lang="ko-KR"/>
        </a:p>
      </dgm:t>
    </dgm:pt>
    <dgm:pt modelId="{195A41E8-BC62-478E-A7D8-59F70F98B7BD}" type="parTrans" cxnId="{1E4C23C3-246C-488F-8771-2A29BC2EA8A5}">
      <dgm:prSet/>
      <dgm:spPr/>
      <dgm:t>
        <a:bodyPr/>
        <a:lstStyle/>
        <a:p>
          <a:pPr latinLnBrk="1"/>
          <a:endParaRPr lang="ko-KR" altLang="en-US"/>
        </a:p>
      </dgm:t>
    </dgm:pt>
    <dgm:pt modelId="{C9139B96-93C6-461B-A415-D207010FFD08}" type="sibTrans" cxnId="{1E4C23C3-246C-488F-8771-2A29BC2EA8A5}">
      <dgm:prSet/>
      <dgm:spPr/>
      <dgm:t>
        <a:bodyPr/>
        <a:lstStyle/>
        <a:p>
          <a:pPr latinLnBrk="1"/>
          <a:endParaRPr lang="ko-KR" altLang="en-US"/>
        </a:p>
      </dgm:t>
    </dgm:pt>
    <dgm:pt modelId="{302BF593-AB7E-45BD-BFE8-83E2B021B105}" type="pres">
      <dgm:prSet presAssocID="{64E4DD1A-BD3E-4977-A6AD-F9555777D415}" presName="diagram" presStyleCnt="0">
        <dgm:presLayoutVars>
          <dgm:dir/>
          <dgm:resizeHandles val="exact"/>
        </dgm:presLayoutVars>
      </dgm:prSet>
      <dgm:spPr/>
    </dgm:pt>
    <dgm:pt modelId="{970A7EE7-A7C4-4018-8E32-11952062AC43}" type="pres">
      <dgm:prSet presAssocID="{D712CB33-979D-4431-921F-F54339BE24C6}" presName="node" presStyleLbl="node1" presStyleIdx="0" presStyleCnt="7">
        <dgm:presLayoutVars>
          <dgm:bulletEnabled val="1"/>
        </dgm:presLayoutVars>
      </dgm:prSet>
      <dgm:spPr/>
    </dgm:pt>
    <dgm:pt modelId="{9C11221E-BD93-4440-BE0B-6E0A52FC26C1}" type="pres">
      <dgm:prSet presAssocID="{36E5EA1C-92D0-4A5C-BD35-E16DD12DE7A3}" presName="sibTrans" presStyleLbl="sibTrans2D1" presStyleIdx="0" presStyleCnt="6"/>
      <dgm:spPr/>
    </dgm:pt>
    <dgm:pt modelId="{694BC7BB-5842-415F-BB8D-7C54F0C0CCCB}" type="pres">
      <dgm:prSet presAssocID="{36E5EA1C-92D0-4A5C-BD35-E16DD12DE7A3}" presName="connectorText" presStyleLbl="sibTrans2D1" presStyleIdx="0" presStyleCnt="6"/>
      <dgm:spPr/>
    </dgm:pt>
    <dgm:pt modelId="{94A0FE94-87F0-4560-AC51-4FF4D3A4BC6C}" type="pres">
      <dgm:prSet presAssocID="{5B0C371F-6CA0-4D35-A93F-9A8DC707F7CF}" presName="node" presStyleLbl="node1" presStyleIdx="1" presStyleCnt="7">
        <dgm:presLayoutVars>
          <dgm:bulletEnabled val="1"/>
        </dgm:presLayoutVars>
      </dgm:prSet>
      <dgm:spPr/>
    </dgm:pt>
    <dgm:pt modelId="{7545E7B7-4FB2-4144-BD48-7C88CEC6E9BA}" type="pres">
      <dgm:prSet presAssocID="{5059F0BE-77FA-4983-9525-29BB6AFE3EC4}" presName="sibTrans" presStyleLbl="sibTrans2D1" presStyleIdx="1" presStyleCnt="6"/>
      <dgm:spPr/>
    </dgm:pt>
    <dgm:pt modelId="{5AC753E2-01BB-4E40-8FEF-09CC8D499C3E}" type="pres">
      <dgm:prSet presAssocID="{5059F0BE-77FA-4983-9525-29BB6AFE3EC4}" presName="connectorText" presStyleLbl="sibTrans2D1" presStyleIdx="1" presStyleCnt="6"/>
      <dgm:spPr/>
    </dgm:pt>
    <dgm:pt modelId="{41BD0A0A-140F-421C-8B71-7A768BF56A79}" type="pres">
      <dgm:prSet presAssocID="{D69F12A7-D46B-4D7D-8520-57C4CB2CAC52}" presName="node" presStyleLbl="node1" presStyleIdx="2" presStyleCnt="7">
        <dgm:presLayoutVars>
          <dgm:bulletEnabled val="1"/>
        </dgm:presLayoutVars>
      </dgm:prSet>
      <dgm:spPr/>
    </dgm:pt>
    <dgm:pt modelId="{E720BC87-3C6D-47D4-9147-359BF84C55AC}" type="pres">
      <dgm:prSet presAssocID="{4C317B3F-3499-4727-927E-3AB49BCE4952}" presName="sibTrans" presStyleLbl="sibTrans2D1" presStyleIdx="2" presStyleCnt="6"/>
      <dgm:spPr/>
    </dgm:pt>
    <dgm:pt modelId="{9D9602CB-8EDE-4B5E-8766-25324717D8EC}" type="pres">
      <dgm:prSet presAssocID="{4C317B3F-3499-4727-927E-3AB49BCE4952}" presName="connectorText" presStyleLbl="sibTrans2D1" presStyleIdx="2" presStyleCnt="6"/>
      <dgm:spPr/>
    </dgm:pt>
    <dgm:pt modelId="{1F9A5348-7117-4559-958B-3455C15310EF}" type="pres">
      <dgm:prSet presAssocID="{BA2F4E23-ED82-4EC9-BBDA-FADE49259454}" presName="node" presStyleLbl="node1" presStyleIdx="3" presStyleCnt="7">
        <dgm:presLayoutVars>
          <dgm:bulletEnabled val="1"/>
        </dgm:presLayoutVars>
      </dgm:prSet>
      <dgm:spPr/>
    </dgm:pt>
    <dgm:pt modelId="{C59BA1AB-6DA7-4987-964E-A93B0D65AD1E}" type="pres">
      <dgm:prSet presAssocID="{48049C36-2662-45D0-9BC4-0BCD8E7FEC42}" presName="sibTrans" presStyleLbl="sibTrans2D1" presStyleIdx="3" presStyleCnt="6"/>
      <dgm:spPr/>
    </dgm:pt>
    <dgm:pt modelId="{BE7D341E-090C-4F21-AD5A-489647896FB4}" type="pres">
      <dgm:prSet presAssocID="{48049C36-2662-45D0-9BC4-0BCD8E7FEC42}" presName="connectorText" presStyleLbl="sibTrans2D1" presStyleIdx="3" presStyleCnt="6"/>
      <dgm:spPr/>
    </dgm:pt>
    <dgm:pt modelId="{2C4EB376-806E-4901-BA3C-A6FA07DD1F0A}" type="pres">
      <dgm:prSet presAssocID="{C19FBD1C-C799-4204-A9EF-D67D91982030}" presName="node" presStyleLbl="node1" presStyleIdx="4" presStyleCnt="7">
        <dgm:presLayoutVars>
          <dgm:bulletEnabled val="1"/>
        </dgm:presLayoutVars>
      </dgm:prSet>
      <dgm:spPr/>
    </dgm:pt>
    <dgm:pt modelId="{D2A15DC4-7B17-44E9-8CD7-4F72409A0131}" type="pres">
      <dgm:prSet presAssocID="{4F2D4393-A3A4-4691-A35A-B13787EED546}" presName="sibTrans" presStyleLbl="sibTrans2D1" presStyleIdx="4" presStyleCnt="6"/>
      <dgm:spPr/>
    </dgm:pt>
    <dgm:pt modelId="{A5154857-4456-4B2B-8C95-CA9B8BD3A4BC}" type="pres">
      <dgm:prSet presAssocID="{4F2D4393-A3A4-4691-A35A-B13787EED546}" presName="connectorText" presStyleLbl="sibTrans2D1" presStyleIdx="4" presStyleCnt="6"/>
      <dgm:spPr/>
    </dgm:pt>
    <dgm:pt modelId="{5AD539F1-A105-4350-938B-7835869C4DCE}" type="pres">
      <dgm:prSet presAssocID="{BE38EE2B-B04C-4B6F-A45E-6492C874A2D9}" presName="node" presStyleLbl="node1" presStyleIdx="5" presStyleCnt="7">
        <dgm:presLayoutVars>
          <dgm:bulletEnabled val="1"/>
        </dgm:presLayoutVars>
      </dgm:prSet>
      <dgm:spPr/>
    </dgm:pt>
    <dgm:pt modelId="{0A0E3320-25CE-44A8-9053-46E211FBA411}" type="pres">
      <dgm:prSet presAssocID="{DF4232D6-F2D0-4D45-B84A-039212498931}" presName="sibTrans" presStyleLbl="sibTrans2D1" presStyleIdx="5" presStyleCnt="6"/>
      <dgm:spPr/>
    </dgm:pt>
    <dgm:pt modelId="{A522DCD9-06A2-4B7B-9ACC-44216215A135}" type="pres">
      <dgm:prSet presAssocID="{DF4232D6-F2D0-4D45-B84A-039212498931}" presName="connectorText" presStyleLbl="sibTrans2D1" presStyleIdx="5" presStyleCnt="6"/>
      <dgm:spPr/>
    </dgm:pt>
    <dgm:pt modelId="{85FA455D-3D15-4519-BE9F-07992146BCF0}" type="pres">
      <dgm:prSet presAssocID="{11ECEF51-9434-4E10-AA04-0D879ECDFB45}" presName="node" presStyleLbl="node1" presStyleIdx="6" presStyleCnt="7">
        <dgm:presLayoutVars>
          <dgm:bulletEnabled val="1"/>
        </dgm:presLayoutVars>
      </dgm:prSet>
      <dgm:spPr/>
    </dgm:pt>
  </dgm:ptLst>
  <dgm:cxnLst>
    <dgm:cxn modelId="{C4C80904-BA6C-4909-B04C-194FE198E0DC}" type="presOf" srcId="{5B0C371F-6CA0-4D35-A93F-9A8DC707F7CF}" destId="{94A0FE94-87F0-4560-AC51-4FF4D3A4BC6C}" srcOrd="0" destOrd="0" presId="urn:microsoft.com/office/officeart/2005/8/layout/process5"/>
    <dgm:cxn modelId="{C540421B-A88D-4009-A8E1-3F9CEFBADB1C}" type="presOf" srcId="{11ECEF51-9434-4E10-AA04-0D879ECDFB45}" destId="{85FA455D-3D15-4519-BE9F-07992146BCF0}" srcOrd="0" destOrd="0" presId="urn:microsoft.com/office/officeart/2005/8/layout/process5"/>
    <dgm:cxn modelId="{5EA6F91B-D688-4A94-B40A-9F9B7115BB68}" type="presOf" srcId="{C19FBD1C-C799-4204-A9EF-D67D91982030}" destId="{2C4EB376-806E-4901-BA3C-A6FA07DD1F0A}" srcOrd="0" destOrd="0" presId="urn:microsoft.com/office/officeart/2005/8/layout/process5"/>
    <dgm:cxn modelId="{DF13341D-D217-4270-B7F6-7DCAE3553F39}" srcId="{64E4DD1A-BD3E-4977-A6AD-F9555777D415}" destId="{BE38EE2B-B04C-4B6F-A45E-6492C874A2D9}" srcOrd="5" destOrd="0" parTransId="{E1DBE5B1-DD79-46C3-9BD8-13B997F5E693}" sibTransId="{DF4232D6-F2D0-4D45-B84A-039212498931}"/>
    <dgm:cxn modelId="{4B34ED27-A45B-4340-BC9A-7BD452EE8570}" type="presOf" srcId="{BE38EE2B-B04C-4B6F-A45E-6492C874A2D9}" destId="{5AD539F1-A105-4350-938B-7835869C4DCE}" srcOrd="0" destOrd="0" presId="urn:microsoft.com/office/officeart/2005/8/layout/process5"/>
    <dgm:cxn modelId="{88777E34-6ECB-4701-A7EC-1B1B93AA6F37}" type="presOf" srcId="{48049C36-2662-45D0-9BC4-0BCD8E7FEC42}" destId="{C59BA1AB-6DA7-4987-964E-A93B0D65AD1E}" srcOrd="0" destOrd="0" presId="urn:microsoft.com/office/officeart/2005/8/layout/process5"/>
    <dgm:cxn modelId="{97AC6C36-BE28-4C51-B75D-57125D5BA6A8}" type="presOf" srcId="{D69F12A7-D46B-4D7D-8520-57C4CB2CAC52}" destId="{41BD0A0A-140F-421C-8B71-7A768BF56A79}" srcOrd="0" destOrd="0" presId="urn:microsoft.com/office/officeart/2005/8/layout/process5"/>
    <dgm:cxn modelId="{1F9DC15B-FCEA-4694-BFC0-668B241642D9}" srcId="{64E4DD1A-BD3E-4977-A6AD-F9555777D415}" destId="{D712CB33-979D-4431-921F-F54339BE24C6}" srcOrd="0" destOrd="0" parTransId="{DE8D32CF-7489-43D2-A1EA-36FF95C6FE81}" sibTransId="{36E5EA1C-92D0-4A5C-BD35-E16DD12DE7A3}"/>
    <dgm:cxn modelId="{A64AC360-BA97-43A6-A3D7-74D42AE259C3}" type="presOf" srcId="{4C317B3F-3499-4727-927E-3AB49BCE4952}" destId="{9D9602CB-8EDE-4B5E-8766-25324717D8EC}" srcOrd="1" destOrd="0" presId="urn:microsoft.com/office/officeart/2005/8/layout/process5"/>
    <dgm:cxn modelId="{275A3A44-653B-4E87-A26A-BAB714B8F057}" type="presOf" srcId="{DF4232D6-F2D0-4D45-B84A-039212498931}" destId="{A522DCD9-06A2-4B7B-9ACC-44216215A135}" srcOrd="1" destOrd="0" presId="urn:microsoft.com/office/officeart/2005/8/layout/process5"/>
    <dgm:cxn modelId="{60884A44-1B91-437B-BD63-58660C40286C}" type="presOf" srcId="{5059F0BE-77FA-4983-9525-29BB6AFE3EC4}" destId="{5AC753E2-01BB-4E40-8FEF-09CC8D499C3E}" srcOrd="1" destOrd="0" presId="urn:microsoft.com/office/officeart/2005/8/layout/process5"/>
    <dgm:cxn modelId="{3C3CE445-B7A3-4854-8FC1-9662E0D9BEC7}" type="presOf" srcId="{DF4232D6-F2D0-4D45-B84A-039212498931}" destId="{0A0E3320-25CE-44A8-9053-46E211FBA411}" srcOrd="0" destOrd="0" presId="urn:microsoft.com/office/officeart/2005/8/layout/process5"/>
    <dgm:cxn modelId="{D15C4547-7C17-43A8-ACAC-10D67339FED0}" srcId="{64E4DD1A-BD3E-4977-A6AD-F9555777D415}" destId="{5B0C371F-6CA0-4D35-A93F-9A8DC707F7CF}" srcOrd="1" destOrd="0" parTransId="{D17AF31D-D223-4CE2-8A7B-73B5EBB0F3CE}" sibTransId="{5059F0BE-77FA-4983-9525-29BB6AFE3EC4}"/>
    <dgm:cxn modelId="{54DB6F4B-F27D-4D90-A297-E4750CEAF3BE}" srcId="{64E4DD1A-BD3E-4977-A6AD-F9555777D415}" destId="{BA2F4E23-ED82-4EC9-BBDA-FADE49259454}" srcOrd="3" destOrd="0" parTransId="{1FDF0148-4895-4508-95B1-4C3912F63F3B}" sibTransId="{48049C36-2662-45D0-9BC4-0BCD8E7FEC42}"/>
    <dgm:cxn modelId="{9FF41D52-94DE-4924-B8D7-9E75D5E8AD10}" type="presOf" srcId="{5059F0BE-77FA-4983-9525-29BB6AFE3EC4}" destId="{7545E7B7-4FB2-4144-BD48-7C88CEC6E9BA}" srcOrd="0" destOrd="0" presId="urn:microsoft.com/office/officeart/2005/8/layout/process5"/>
    <dgm:cxn modelId="{40533B75-55DA-49E9-BFDC-F9F126F6863D}" type="presOf" srcId="{48049C36-2662-45D0-9BC4-0BCD8E7FEC42}" destId="{BE7D341E-090C-4F21-AD5A-489647896FB4}" srcOrd="1" destOrd="0" presId="urn:microsoft.com/office/officeart/2005/8/layout/process5"/>
    <dgm:cxn modelId="{7BEDC58A-3DF1-46B8-87C6-9F9209DEE91B}" type="presOf" srcId="{4C317B3F-3499-4727-927E-3AB49BCE4952}" destId="{E720BC87-3C6D-47D4-9147-359BF84C55AC}" srcOrd="0" destOrd="0" presId="urn:microsoft.com/office/officeart/2005/8/layout/process5"/>
    <dgm:cxn modelId="{0E6A9FB9-1CD0-40C8-822C-A54F949B8ADC}" srcId="{64E4DD1A-BD3E-4977-A6AD-F9555777D415}" destId="{D69F12A7-D46B-4D7D-8520-57C4CB2CAC52}" srcOrd="2" destOrd="0" parTransId="{FFD78331-B6AB-41AB-870F-9C73C768D5C8}" sibTransId="{4C317B3F-3499-4727-927E-3AB49BCE4952}"/>
    <dgm:cxn modelId="{37D1DDBA-0467-4514-B33F-683D2CA018BF}" type="presOf" srcId="{4F2D4393-A3A4-4691-A35A-B13787EED546}" destId="{D2A15DC4-7B17-44E9-8CD7-4F72409A0131}" srcOrd="0" destOrd="0" presId="urn:microsoft.com/office/officeart/2005/8/layout/process5"/>
    <dgm:cxn modelId="{1E4C23C3-246C-488F-8771-2A29BC2EA8A5}" srcId="{64E4DD1A-BD3E-4977-A6AD-F9555777D415}" destId="{11ECEF51-9434-4E10-AA04-0D879ECDFB45}" srcOrd="6" destOrd="0" parTransId="{195A41E8-BC62-478E-A7D8-59F70F98B7BD}" sibTransId="{C9139B96-93C6-461B-A415-D207010FFD08}"/>
    <dgm:cxn modelId="{7A62A6CD-90BB-4503-BDA1-C43D2134DCE6}" srcId="{64E4DD1A-BD3E-4977-A6AD-F9555777D415}" destId="{C19FBD1C-C799-4204-A9EF-D67D91982030}" srcOrd="4" destOrd="0" parTransId="{D0FC8722-781F-4633-8B82-3C986A819AE3}" sibTransId="{4F2D4393-A3A4-4691-A35A-B13787EED546}"/>
    <dgm:cxn modelId="{55E696DB-1EB6-4406-B1EC-0219782F058F}" type="presOf" srcId="{4F2D4393-A3A4-4691-A35A-B13787EED546}" destId="{A5154857-4456-4B2B-8C95-CA9B8BD3A4BC}" srcOrd="1" destOrd="0" presId="urn:microsoft.com/office/officeart/2005/8/layout/process5"/>
    <dgm:cxn modelId="{EF12E3E9-93D1-4A22-ADDB-89AD700F2934}" type="presOf" srcId="{BA2F4E23-ED82-4EC9-BBDA-FADE49259454}" destId="{1F9A5348-7117-4559-958B-3455C15310EF}" srcOrd="0" destOrd="0" presId="urn:microsoft.com/office/officeart/2005/8/layout/process5"/>
    <dgm:cxn modelId="{507CE3EE-C407-4FA0-8A10-61332669818F}" type="presOf" srcId="{64E4DD1A-BD3E-4977-A6AD-F9555777D415}" destId="{302BF593-AB7E-45BD-BFE8-83E2B021B105}" srcOrd="0" destOrd="0" presId="urn:microsoft.com/office/officeart/2005/8/layout/process5"/>
    <dgm:cxn modelId="{BB80FDF2-1FD6-4472-9947-DEF6268B34DB}" type="presOf" srcId="{36E5EA1C-92D0-4A5C-BD35-E16DD12DE7A3}" destId="{9C11221E-BD93-4440-BE0B-6E0A52FC26C1}" srcOrd="0" destOrd="0" presId="urn:microsoft.com/office/officeart/2005/8/layout/process5"/>
    <dgm:cxn modelId="{26D375FA-27CC-4987-AB3A-F5BC202CA98D}" type="presOf" srcId="{D712CB33-979D-4431-921F-F54339BE24C6}" destId="{970A7EE7-A7C4-4018-8E32-11952062AC43}" srcOrd="0" destOrd="0" presId="urn:microsoft.com/office/officeart/2005/8/layout/process5"/>
    <dgm:cxn modelId="{30F829FF-3381-486B-9F90-8C8BC97EAAA8}" type="presOf" srcId="{36E5EA1C-92D0-4A5C-BD35-E16DD12DE7A3}" destId="{694BC7BB-5842-415F-BB8D-7C54F0C0CCCB}" srcOrd="1" destOrd="0" presId="urn:microsoft.com/office/officeart/2005/8/layout/process5"/>
    <dgm:cxn modelId="{3D0555D4-22C9-43BA-8E2B-396F9EDA17ED}" type="presParOf" srcId="{302BF593-AB7E-45BD-BFE8-83E2B021B105}" destId="{970A7EE7-A7C4-4018-8E32-11952062AC43}" srcOrd="0" destOrd="0" presId="urn:microsoft.com/office/officeart/2005/8/layout/process5"/>
    <dgm:cxn modelId="{D40C0862-2743-46EF-996D-E85E725B0BD2}" type="presParOf" srcId="{302BF593-AB7E-45BD-BFE8-83E2B021B105}" destId="{9C11221E-BD93-4440-BE0B-6E0A52FC26C1}" srcOrd="1" destOrd="0" presId="urn:microsoft.com/office/officeart/2005/8/layout/process5"/>
    <dgm:cxn modelId="{30451F01-1F59-400B-BEAB-D3ECF5582A94}" type="presParOf" srcId="{9C11221E-BD93-4440-BE0B-6E0A52FC26C1}" destId="{694BC7BB-5842-415F-BB8D-7C54F0C0CCCB}" srcOrd="0" destOrd="0" presId="urn:microsoft.com/office/officeart/2005/8/layout/process5"/>
    <dgm:cxn modelId="{C5A226DC-EA0A-4B5C-A056-76422F72D1D1}" type="presParOf" srcId="{302BF593-AB7E-45BD-BFE8-83E2B021B105}" destId="{94A0FE94-87F0-4560-AC51-4FF4D3A4BC6C}" srcOrd="2" destOrd="0" presId="urn:microsoft.com/office/officeart/2005/8/layout/process5"/>
    <dgm:cxn modelId="{58985AC0-4A61-4E9D-AF1C-5D22A016FE62}" type="presParOf" srcId="{302BF593-AB7E-45BD-BFE8-83E2B021B105}" destId="{7545E7B7-4FB2-4144-BD48-7C88CEC6E9BA}" srcOrd="3" destOrd="0" presId="urn:microsoft.com/office/officeart/2005/8/layout/process5"/>
    <dgm:cxn modelId="{7FA8A063-DAD6-46F5-8DCE-5370409C3FBC}" type="presParOf" srcId="{7545E7B7-4FB2-4144-BD48-7C88CEC6E9BA}" destId="{5AC753E2-01BB-4E40-8FEF-09CC8D499C3E}" srcOrd="0" destOrd="0" presId="urn:microsoft.com/office/officeart/2005/8/layout/process5"/>
    <dgm:cxn modelId="{3D03A4C4-640C-4ADC-8F7F-58F4E4806B06}" type="presParOf" srcId="{302BF593-AB7E-45BD-BFE8-83E2B021B105}" destId="{41BD0A0A-140F-421C-8B71-7A768BF56A79}" srcOrd="4" destOrd="0" presId="urn:microsoft.com/office/officeart/2005/8/layout/process5"/>
    <dgm:cxn modelId="{D6700287-17A4-4348-A34C-1E3ADA9CE016}" type="presParOf" srcId="{302BF593-AB7E-45BD-BFE8-83E2B021B105}" destId="{E720BC87-3C6D-47D4-9147-359BF84C55AC}" srcOrd="5" destOrd="0" presId="urn:microsoft.com/office/officeart/2005/8/layout/process5"/>
    <dgm:cxn modelId="{CC6BF2C0-4BDC-46A6-9A86-86CA3BB27F14}" type="presParOf" srcId="{E720BC87-3C6D-47D4-9147-359BF84C55AC}" destId="{9D9602CB-8EDE-4B5E-8766-25324717D8EC}" srcOrd="0" destOrd="0" presId="urn:microsoft.com/office/officeart/2005/8/layout/process5"/>
    <dgm:cxn modelId="{407F59DA-9037-41EF-9D81-367F6577B575}" type="presParOf" srcId="{302BF593-AB7E-45BD-BFE8-83E2B021B105}" destId="{1F9A5348-7117-4559-958B-3455C15310EF}" srcOrd="6" destOrd="0" presId="urn:microsoft.com/office/officeart/2005/8/layout/process5"/>
    <dgm:cxn modelId="{4EA868C3-B76E-46AD-93A3-D158A9F1E5F4}" type="presParOf" srcId="{302BF593-AB7E-45BD-BFE8-83E2B021B105}" destId="{C59BA1AB-6DA7-4987-964E-A93B0D65AD1E}" srcOrd="7" destOrd="0" presId="urn:microsoft.com/office/officeart/2005/8/layout/process5"/>
    <dgm:cxn modelId="{E585670D-5BB9-4FC0-A733-3603DBDF6AA9}" type="presParOf" srcId="{C59BA1AB-6DA7-4987-964E-A93B0D65AD1E}" destId="{BE7D341E-090C-4F21-AD5A-489647896FB4}" srcOrd="0" destOrd="0" presId="urn:microsoft.com/office/officeart/2005/8/layout/process5"/>
    <dgm:cxn modelId="{E07F4499-B42A-44AC-9479-667D56310A3F}" type="presParOf" srcId="{302BF593-AB7E-45BD-BFE8-83E2B021B105}" destId="{2C4EB376-806E-4901-BA3C-A6FA07DD1F0A}" srcOrd="8" destOrd="0" presId="urn:microsoft.com/office/officeart/2005/8/layout/process5"/>
    <dgm:cxn modelId="{BF30A4CD-6C4A-485E-8D70-BB8E0ED24CF7}" type="presParOf" srcId="{302BF593-AB7E-45BD-BFE8-83E2B021B105}" destId="{D2A15DC4-7B17-44E9-8CD7-4F72409A0131}" srcOrd="9" destOrd="0" presId="urn:microsoft.com/office/officeart/2005/8/layout/process5"/>
    <dgm:cxn modelId="{6A803BFE-4FA3-40B1-A541-E6374529469D}" type="presParOf" srcId="{D2A15DC4-7B17-44E9-8CD7-4F72409A0131}" destId="{A5154857-4456-4B2B-8C95-CA9B8BD3A4BC}" srcOrd="0" destOrd="0" presId="urn:microsoft.com/office/officeart/2005/8/layout/process5"/>
    <dgm:cxn modelId="{65B55C39-59F1-4734-B415-D962C76D1337}" type="presParOf" srcId="{302BF593-AB7E-45BD-BFE8-83E2B021B105}" destId="{5AD539F1-A105-4350-938B-7835869C4DCE}" srcOrd="10" destOrd="0" presId="urn:microsoft.com/office/officeart/2005/8/layout/process5"/>
    <dgm:cxn modelId="{74E81417-93C1-4F7E-9FF3-69EFF98A4E58}" type="presParOf" srcId="{302BF593-AB7E-45BD-BFE8-83E2B021B105}" destId="{0A0E3320-25CE-44A8-9053-46E211FBA411}" srcOrd="11" destOrd="0" presId="urn:microsoft.com/office/officeart/2005/8/layout/process5"/>
    <dgm:cxn modelId="{019EB4B6-1633-44DB-ABD4-4D8DE856897E}" type="presParOf" srcId="{0A0E3320-25CE-44A8-9053-46E211FBA411}" destId="{A522DCD9-06A2-4B7B-9ACC-44216215A135}" srcOrd="0" destOrd="0" presId="urn:microsoft.com/office/officeart/2005/8/layout/process5"/>
    <dgm:cxn modelId="{2598D03F-255A-4416-A111-12A0C5470165}" type="presParOf" srcId="{302BF593-AB7E-45BD-BFE8-83E2B021B105}" destId="{85FA455D-3D15-4519-BE9F-07992146BCF0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E4DD1A-BD3E-4977-A6AD-F9555777D415}" type="doc">
      <dgm:prSet loTypeId="urn:microsoft.com/office/officeart/2005/8/layout/list1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pPr latinLnBrk="1"/>
          <a:endParaRPr lang="ko-KR" altLang="en-US"/>
        </a:p>
      </dgm:t>
    </dgm:pt>
    <dgm:pt modelId="{86574AD5-3FBA-4704-828E-DAC26D1D0E0A}">
      <dgm:prSet/>
      <dgm:spPr/>
      <dgm:t>
        <a:bodyPr/>
        <a:lstStyle/>
        <a:p>
          <a:pPr latinLnBrk="1"/>
          <a:r>
            <a:rPr lang="ko-KR" altLang="en-US" dirty="0"/>
            <a:t>마이크로 프로세서</a:t>
          </a:r>
        </a:p>
      </dgm:t>
    </dgm:pt>
    <dgm:pt modelId="{267ECDCE-A05B-4195-AB8C-92CEB2EE0C0F}" type="parTrans" cxnId="{8CD72A90-56A1-4B19-B6F3-9032A2E7B981}">
      <dgm:prSet/>
      <dgm:spPr/>
      <dgm:t>
        <a:bodyPr/>
        <a:lstStyle/>
        <a:p>
          <a:pPr latinLnBrk="1"/>
          <a:endParaRPr lang="ko-KR" altLang="en-US"/>
        </a:p>
      </dgm:t>
    </dgm:pt>
    <dgm:pt modelId="{4BBB5714-AEC7-4BBF-8A74-0A22126E6B26}" type="sibTrans" cxnId="{8CD72A90-56A1-4B19-B6F3-9032A2E7B981}">
      <dgm:prSet/>
      <dgm:spPr/>
      <dgm:t>
        <a:bodyPr/>
        <a:lstStyle/>
        <a:p>
          <a:pPr latinLnBrk="1"/>
          <a:endParaRPr lang="ko-KR" altLang="en-US"/>
        </a:p>
      </dgm:t>
    </dgm:pt>
    <dgm:pt modelId="{17464AB2-1719-48D7-8424-FAE606BC662C}">
      <dgm:prSet/>
      <dgm:spPr/>
      <dgm:t>
        <a:bodyPr/>
        <a:lstStyle/>
        <a:p>
          <a:pPr latinLnBrk="1"/>
          <a:r>
            <a:rPr lang="ko-KR" altLang="en-US" dirty="0"/>
            <a:t>커널</a:t>
          </a:r>
        </a:p>
      </dgm:t>
    </dgm:pt>
    <dgm:pt modelId="{83D7AD05-8615-4F3F-8396-4E25950704A5}" type="parTrans" cxnId="{49576B93-51A4-4E31-8257-B7915DFAAEE2}">
      <dgm:prSet/>
      <dgm:spPr/>
      <dgm:t>
        <a:bodyPr/>
        <a:lstStyle/>
        <a:p>
          <a:pPr latinLnBrk="1"/>
          <a:endParaRPr lang="ko-KR" altLang="en-US"/>
        </a:p>
      </dgm:t>
    </dgm:pt>
    <dgm:pt modelId="{976F2B87-2167-4DDD-9411-149007C5D406}" type="sibTrans" cxnId="{49576B93-51A4-4E31-8257-B7915DFAAEE2}">
      <dgm:prSet/>
      <dgm:spPr/>
      <dgm:t>
        <a:bodyPr/>
        <a:lstStyle/>
        <a:p>
          <a:pPr latinLnBrk="1"/>
          <a:endParaRPr lang="ko-KR" altLang="en-US"/>
        </a:p>
      </dgm:t>
    </dgm:pt>
    <dgm:pt modelId="{5EA63B62-01D1-4AE8-BA1A-221B7ADC0728}">
      <dgm:prSet/>
      <dgm:spPr/>
      <dgm:t>
        <a:bodyPr/>
        <a:lstStyle/>
        <a:p>
          <a:pPr latinLnBrk="1"/>
          <a:r>
            <a:rPr lang="ko-KR" altLang="en-US" dirty="0"/>
            <a:t>파일</a:t>
          </a:r>
          <a:r>
            <a:rPr lang="en-US" altLang="ko-KR" dirty="0"/>
            <a:t>, </a:t>
          </a:r>
          <a:r>
            <a:rPr lang="ko-KR" altLang="en-US" dirty="0"/>
            <a:t>파일 시스템</a:t>
          </a:r>
        </a:p>
      </dgm:t>
    </dgm:pt>
    <dgm:pt modelId="{D6B20250-9747-4145-840E-AB4E19CCF905}" type="parTrans" cxnId="{0E4D0328-6260-4EDE-998C-3E22450D5D9F}">
      <dgm:prSet/>
      <dgm:spPr/>
      <dgm:t>
        <a:bodyPr/>
        <a:lstStyle/>
        <a:p>
          <a:pPr latinLnBrk="1"/>
          <a:endParaRPr lang="ko-KR" altLang="en-US"/>
        </a:p>
      </dgm:t>
    </dgm:pt>
    <dgm:pt modelId="{58EAB5EF-F452-45A7-BBDA-7343256671B9}" type="sibTrans" cxnId="{0E4D0328-6260-4EDE-998C-3E22450D5D9F}">
      <dgm:prSet/>
      <dgm:spPr/>
      <dgm:t>
        <a:bodyPr/>
        <a:lstStyle/>
        <a:p>
          <a:pPr latinLnBrk="1"/>
          <a:endParaRPr lang="ko-KR" altLang="en-US"/>
        </a:p>
      </dgm:t>
    </dgm:pt>
    <dgm:pt modelId="{AB48182C-4B8C-4645-B694-177338E1B549}">
      <dgm:prSet/>
      <dgm:spPr/>
      <dgm:t>
        <a:bodyPr/>
        <a:lstStyle/>
        <a:p>
          <a:pPr latinLnBrk="1"/>
          <a:r>
            <a:rPr lang="ko-KR" altLang="en-US" dirty="0"/>
            <a:t>네트워크 시스템</a:t>
          </a:r>
        </a:p>
      </dgm:t>
    </dgm:pt>
    <dgm:pt modelId="{EA41694B-6CF1-4E40-BE07-8CFFC03E7D8A}" type="parTrans" cxnId="{D39DC4FE-5960-4656-B11E-7FD0B13ADB58}">
      <dgm:prSet/>
      <dgm:spPr/>
      <dgm:t>
        <a:bodyPr/>
        <a:lstStyle/>
        <a:p>
          <a:pPr latinLnBrk="1"/>
          <a:endParaRPr lang="ko-KR" altLang="en-US"/>
        </a:p>
      </dgm:t>
    </dgm:pt>
    <dgm:pt modelId="{1673BF59-A1E7-4B8E-A453-9CE9BFE53178}" type="sibTrans" cxnId="{D39DC4FE-5960-4656-B11E-7FD0B13ADB58}">
      <dgm:prSet/>
      <dgm:spPr/>
      <dgm:t>
        <a:bodyPr/>
        <a:lstStyle/>
        <a:p>
          <a:pPr latinLnBrk="1"/>
          <a:endParaRPr lang="ko-KR" altLang="en-US"/>
        </a:p>
      </dgm:t>
    </dgm:pt>
    <dgm:pt modelId="{F1540CC9-CFCF-4D65-A96C-214CAA7B5938}">
      <dgm:prSet/>
      <dgm:spPr/>
      <dgm:t>
        <a:bodyPr/>
        <a:lstStyle/>
        <a:p>
          <a:pPr latinLnBrk="1">
            <a:buNone/>
          </a:pPr>
          <a:r>
            <a:rPr lang="ko-KR" dirty="0"/>
            <a:t>산술 논리 장치</a:t>
          </a:r>
          <a:r>
            <a:rPr lang="en-US" dirty="0"/>
            <a:t>, </a:t>
          </a:r>
          <a:r>
            <a:rPr lang="ko-KR" dirty="0"/>
            <a:t>제어 장치</a:t>
          </a:r>
          <a:r>
            <a:rPr lang="en-US" dirty="0"/>
            <a:t>, </a:t>
          </a:r>
          <a:r>
            <a:rPr lang="ko-KR" dirty="0"/>
            <a:t>레지스터 장치를 하나의 집적회로로 구성한 것</a:t>
          </a:r>
          <a:r>
            <a:rPr lang="en-US" altLang="ko-KR" dirty="0"/>
            <a:t> (</a:t>
          </a:r>
          <a:r>
            <a:rPr lang="en-US" dirty="0" err="1"/>
            <a:t>os</a:t>
          </a:r>
          <a:r>
            <a:rPr lang="ko-KR" dirty="0"/>
            <a:t>가 없는 장치</a:t>
          </a:r>
          <a:r>
            <a:rPr lang="en-US" altLang="ko-KR" dirty="0"/>
            <a:t>)</a:t>
          </a:r>
          <a:endParaRPr lang="ko-KR" altLang="en-US" dirty="0"/>
        </a:p>
      </dgm:t>
    </dgm:pt>
    <dgm:pt modelId="{991FC5A3-A3A3-46AE-84FB-C090B0171549}" type="parTrans" cxnId="{1C283244-2177-4BB4-9D32-9BE6E3550250}">
      <dgm:prSet/>
      <dgm:spPr/>
      <dgm:t>
        <a:bodyPr/>
        <a:lstStyle/>
        <a:p>
          <a:pPr latinLnBrk="1"/>
          <a:endParaRPr lang="ko-KR" altLang="en-US"/>
        </a:p>
      </dgm:t>
    </dgm:pt>
    <dgm:pt modelId="{F60E3682-B191-4A44-8432-717B4397F142}" type="sibTrans" cxnId="{1C283244-2177-4BB4-9D32-9BE6E3550250}">
      <dgm:prSet/>
      <dgm:spPr/>
      <dgm:t>
        <a:bodyPr/>
        <a:lstStyle/>
        <a:p>
          <a:pPr latinLnBrk="1"/>
          <a:endParaRPr lang="ko-KR" altLang="en-US"/>
        </a:p>
      </dgm:t>
    </dgm:pt>
    <dgm:pt modelId="{FF0DCD44-87B1-4C88-8FC9-EC665C0BC0C6}">
      <dgm:prSet/>
      <dgm:spPr/>
      <dgm:t>
        <a:bodyPr/>
        <a:lstStyle/>
        <a:p>
          <a:pPr latinLnBrk="1">
            <a:buNone/>
          </a:pPr>
          <a:r>
            <a:rPr lang="ko-KR"/>
            <a:t>메모리와 프로세스를 관리</a:t>
          </a:r>
          <a:r>
            <a:rPr lang="en-US"/>
            <a:t>, </a:t>
          </a:r>
          <a:r>
            <a:rPr lang="ko-KR"/>
            <a:t>네트워크를 연결 등 주요 기능 제공</a:t>
          </a:r>
          <a:endParaRPr lang="ko-KR" altLang="en-US" dirty="0"/>
        </a:p>
      </dgm:t>
    </dgm:pt>
    <dgm:pt modelId="{B96AE643-27BD-4210-98F9-3D4B59682F67}" type="parTrans" cxnId="{8E75451E-3B52-40E7-BF73-BE45BED300B1}">
      <dgm:prSet/>
      <dgm:spPr/>
      <dgm:t>
        <a:bodyPr/>
        <a:lstStyle/>
        <a:p>
          <a:pPr latinLnBrk="1"/>
          <a:endParaRPr lang="ko-KR" altLang="en-US"/>
        </a:p>
      </dgm:t>
    </dgm:pt>
    <dgm:pt modelId="{01E02387-729C-462A-8856-2F88F6AF5684}" type="sibTrans" cxnId="{8E75451E-3B52-40E7-BF73-BE45BED300B1}">
      <dgm:prSet/>
      <dgm:spPr/>
      <dgm:t>
        <a:bodyPr/>
        <a:lstStyle/>
        <a:p>
          <a:pPr latinLnBrk="1"/>
          <a:endParaRPr lang="ko-KR" altLang="en-US"/>
        </a:p>
      </dgm:t>
    </dgm:pt>
    <dgm:pt modelId="{EFA18C07-6B61-4CF1-A039-967BF4B70B85}">
      <dgm:prSet/>
      <dgm:spPr/>
      <dgm:t>
        <a:bodyPr/>
        <a:lstStyle/>
        <a:p>
          <a:pPr latinLnBrk="1">
            <a:buNone/>
          </a:pPr>
          <a:r>
            <a:rPr lang="ko-KR"/>
            <a:t>저장 장치에서 파일 저장 및 관리하는 소프트웨어</a:t>
          </a:r>
          <a:endParaRPr lang="ko-KR" altLang="en-US" dirty="0"/>
        </a:p>
      </dgm:t>
    </dgm:pt>
    <dgm:pt modelId="{053F6B17-D4F3-4D61-923C-B39F5AC71770}" type="parTrans" cxnId="{E3CE90F7-D897-4ECD-8906-971F7FBFF0C7}">
      <dgm:prSet/>
      <dgm:spPr/>
      <dgm:t>
        <a:bodyPr/>
        <a:lstStyle/>
        <a:p>
          <a:pPr latinLnBrk="1"/>
          <a:endParaRPr lang="ko-KR" altLang="en-US"/>
        </a:p>
      </dgm:t>
    </dgm:pt>
    <dgm:pt modelId="{2567654C-8CB2-45BB-AEB8-E698D19E7445}" type="sibTrans" cxnId="{E3CE90F7-D897-4ECD-8906-971F7FBFF0C7}">
      <dgm:prSet/>
      <dgm:spPr/>
      <dgm:t>
        <a:bodyPr/>
        <a:lstStyle/>
        <a:p>
          <a:pPr latinLnBrk="1"/>
          <a:endParaRPr lang="ko-KR" altLang="en-US"/>
        </a:p>
      </dgm:t>
    </dgm:pt>
    <dgm:pt modelId="{4CDA2521-5D0B-425D-98C5-F92085C35386}">
      <dgm:prSet/>
      <dgm:spPr/>
      <dgm:t>
        <a:bodyPr/>
        <a:lstStyle/>
        <a:p>
          <a:pPr latinLnBrk="1"/>
          <a:r>
            <a:rPr lang="ko-KR" altLang="en-US" dirty="0"/>
            <a:t>네트워크 드라이버</a:t>
          </a:r>
          <a:r>
            <a:rPr lang="en-US" altLang="ko-KR" dirty="0"/>
            <a:t>, </a:t>
          </a:r>
          <a:r>
            <a:rPr lang="ko-KR" altLang="en-US" dirty="0"/>
            <a:t>네트워크 스택</a:t>
          </a:r>
          <a:r>
            <a:rPr lang="en-US" altLang="ko-KR" dirty="0"/>
            <a:t>, </a:t>
          </a:r>
          <a:r>
            <a:rPr lang="ko-KR" altLang="en-US" dirty="0"/>
            <a:t>네트워크 </a:t>
          </a:r>
          <a:r>
            <a:rPr lang="ko-KR" altLang="en-US" dirty="0" err="1"/>
            <a:t>프로토골</a:t>
          </a:r>
          <a:endParaRPr lang="ko-KR" altLang="en-US" dirty="0"/>
        </a:p>
      </dgm:t>
    </dgm:pt>
    <dgm:pt modelId="{1ABAFABC-52DE-45F4-B04E-B950A798A57B}" type="parTrans" cxnId="{46FA385D-9BD2-4724-AA09-6B21D357D74B}">
      <dgm:prSet/>
      <dgm:spPr/>
      <dgm:t>
        <a:bodyPr/>
        <a:lstStyle/>
        <a:p>
          <a:pPr latinLnBrk="1"/>
          <a:endParaRPr lang="ko-KR" altLang="en-US"/>
        </a:p>
      </dgm:t>
    </dgm:pt>
    <dgm:pt modelId="{E42E4E2D-117C-481B-81E3-5F3C238ED9AA}" type="sibTrans" cxnId="{46FA385D-9BD2-4724-AA09-6B21D357D74B}">
      <dgm:prSet/>
      <dgm:spPr/>
      <dgm:t>
        <a:bodyPr/>
        <a:lstStyle/>
        <a:p>
          <a:pPr latinLnBrk="1"/>
          <a:endParaRPr lang="ko-KR" altLang="en-US"/>
        </a:p>
      </dgm:t>
    </dgm:pt>
    <dgm:pt modelId="{8062DC6C-25DF-466F-8DA9-DD29D0E946C6}" type="pres">
      <dgm:prSet presAssocID="{64E4DD1A-BD3E-4977-A6AD-F9555777D415}" presName="linear" presStyleCnt="0">
        <dgm:presLayoutVars>
          <dgm:dir/>
          <dgm:animLvl val="lvl"/>
          <dgm:resizeHandles val="exact"/>
        </dgm:presLayoutVars>
      </dgm:prSet>
      <dgm:spPr/>
    </dgm:pt>
    <dgm:pt modelId="{D0D371E2-2971-4277-B65C-0A003B73B266}" type="pres">
      <dgm:prSet presAssocID="{86574AD5-3FBA-4704-828E-DAC26D1D0E0A}" presName="parentLin" presStyleCnt="0"/>
      <dgm:spPr/>
    </dgm:pt>
    <dgm:pt modelId="{80BE3E66-2D9C-46C4-BD01-EB7CD779D5F2}" type="pres">
      <dgm:prSet presAssocID="{86574AD5-3FBA-4704-828E-DAC26D1D0E0A}" presName="parentLeftMargin" presStyleLbl="node1" presStyleIdx="0" presStyleCnt="4"/>
      <dgm:spPr/>
    </dgm:pt>
    <dgm:pt modelId="{64E93AE9-43C2-4898-A34B-9B1AE7A78E70}" type="pres">
      <dgm:prSet presAssocID="{86574AD5-3FBA-4704-828E-DAC26D1D0E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BDFF48-3B6F-4EF0-B64E-E939D4336C8B}" type="pres">
      <dgm:prSet presAssocID="{86574AD5-3FBA-4704-828E-DAC26D1D0E0A}" presName="negativeSpace" presStyleCnt="0"/>
      <dgm:spPr/>
    </dgm:pt>
    <dgm:pt modelId="{29D68D6F-555E-457C-A8EB-2E7FE41C032C}" type="pres">
      <dgm:prSet presAssocID="{86574AD5-3FBA-4704-828E-DAC26D1D0E0A}" presName="childText" presStyleLbl="conFgAcc1" presStyleIdx="0" presStyleCnt="4">
        <dgm:presLayoutVars>
          <dgm:bulletEnabled val="1"/>
        </dgm:presLayoutVars>
      </dgm:prSet>
      <dgm:spPr/>
    </dgm:pt>
    <dgm:pt modelId="{9277CA9A-E1C6-44B1-9DBC-BFF69AB1C796}" type="pres">
      <dgm:prSet presAssocID="{4BBB5714-AEC7-4BBF-8A74-0A22126E6B26}" presName="spaceBetweenRectangles" presStyleCnt="0"/>
      <dgm:spPr/>
    </dgm:pt>
    <dgm:pt modelId="{7926B502-3A12-47FC-953F-2CCCB59AEA7D}" type="pres">
      <dgm:prSet presAssocID="{17464AB2-1719-48D7-8424-FAE606BC662C}" presName="parentLin" presStyleCnt="0"/>
      <dgm:spPr/>
    </dgm:pt>
    <dgm:pt modelId="{0C68FF6D-F490-43D1-AD19-F54C00D57EA1}" type="pres">
      <dgm:prSet presAssocID="{17464AB2-1719-48D7-8424-FAE606BC662C}" presName="parentLeftMargin" presStyleLbl="node1" presStyleIdx="0" presStyleCnt="4"/>
      <dgm:spPr/>
    </dgm:pt>
    <dgm:pt modelId="{227930D9-37B9-465F-AD0C-660FEAB00389}" type="pres">
      <dgm:prSet presAssocID="{17464AB2-1719-48D7-8424-FAE606BC66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0C1154-4651-47C5-8EE7-4A97AD07F614}" type="pres">
      <dgm:prSet presAssocID="{17464AB2-1719-48D7-8424-FAE606BC662C}" presName="negativeSpace" presStyleCnt="0"/>
      <dgm:spPr/>
    </dgm:pt>
    <dgm:pt modelId="{F6432455-34F6-4B9E-8DC0-57F4232D60C6}" type="pres">
      <dgm:prSet presAssocID="{17464AB2-1719-48D7-8424-FAE606BC662C}" presName="childText" presStyleLbl="conFgAcc1" presStyleIdx="1" presStyleCnt="4">
        <dgm:presLayoutVars>
          <dgm:bulletEnabled val="1"/>
        </dgm:presLayoutVars>
      </dgm:prSet>
      <dgm:spPr/>
    </dgm:pt>
    <dgm:pt modelId="{AC2570E8-C469-4CC3-AB71-4B4D6387B993}" type="pres">
      <dgm:prSet presAssocID="{976F2B87-2167-4DDD-9411-149007C5D406}" presName="spaceBetweenRectangles" presStyleCnt="0"/>
      <dgm:spPr/>
    </dgm:pt>
    <dgm:pt modelId="{A45BD46A-DC6A-4C16-A35E-CA7D06C9247F}" type="pres">
      <dgm:prSet presAssocID="{5EA63B62-01D1-4AE8-BA1A-221B7ADC0728}" presName="parentLin" presStyleCnt="0"/>
      <dgm:spPr/>
    </dgm:pt>
    <dgm:pt modelId="{E9C3C170-2F1D-4C79-8CB4-D8EE7EC2F1D6}" type="pres">
      <dgm:prSet presAssocID="{5EA63B62-01D1-4AE8-BA1A-221B7ADC0728}" presName="parentLeftMargin" presStyleLbl="node1" presStyleIdx="1" presStyleCnt="4"/>
      <dgm:spPr/>
    </dgm:pt>
    <dgm:pt modelId="{E76E0026-D52F-49C2-B3D9-8052A523A37A}" type="pres">
      <dgm:prSet presAssocID="{5EA63B62-01D1-4AE8-BA1A-221B7ADC07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FDC59C-3186-413D-A725-1FA76B93843E}" type="pres">
      <dgm:prSet presAssocID="{5EA63B62-01D1-4AE8-BA1A-221B7ADC0728}" presName="negativeSpace" presStyleCnt="0"/>
      <dgm:spPr/>
    </dgm:pt>
    <dgm:pt modelId="{D53B125E-0F65-498F-8735-DC07AA68B3A8}" type="pres">
      <dgm:prSet presAssocID="{5EA63B62-01D1-4AE8-BA1A-221B7ADC0728}" presName="childText" presStyleLbl="conFgAcc1" presStyleIdx="2" presStyleCnt="4">
        <dgm:presLayoutVars>
          <dgm:bulletEnabled val="1"/>
        </dgm:presLayoutVars>
      </dgm:prSet>
      <dgm:spPr/>
    </dgm:pt>
    <dgm:pt modelId="{AD25DA48-464E-4165-BEAC-72D68A673D23}" type="pres">
      <dgm:prSet presAssocID="{58EAB5EF-F452-45A7-BBDA-7343256671B9}" presName="spaceBetweenRectangles" presStyleCnt="0"/>
      <dgm:spPr/>
    </dgm:pt>
    <dgm:pt modelId="{55E63F39-338F-4524-B38C-F135351CA4AE}" type="pres">
      <dgm:prSet presAssocID="{AB48182C-4B8C-4645-B694-177338E1B549}" presName="parentLin" presStyleCnt="0"/>
      <dgm:spPr/>
    </dgm:pt>
    <dgm:pt modelId="{A7AE45E2-37D1-4377-A437-6955E8392770}" type="pres">
      <dgm:prSet presAssocID="{AB48182C-4B8C-4645-B694-177338E1B549}" presName="parentLeftMargin" presStyleLbl="node1" presStyleIdx="2" presStyleCnt="4"/>
      <dgm:spPr/>
    </dgm:pt>
    <dgm:pt modelId="{C2121A7F-D13B-4E4F-BBC7-8ACE62E30DED}" type="pres">
      <dgm:prSet presAssocID="{AB48182C-4B8C-4645-B694-177338E1B54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0BB9E00-B013-4312-BF94-FAB3B72DE4EB}" type="pres">
      <dgm:prSet presAssocID="{AB48182C-4B8C-4645-B694-177338E1B549}" presName="negativeSpace" presStyleCnt="0"/>
      <dgm:spPr/>
    </dgm:pt>
    <dgm:pt modelId="{530D7671-DBC0-48AF-8E26-C46817FD360C}" type="pres">
      <dgm:prSet presAssocID="{AB48182C-4B8C-4645-B694-177338E1B54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E75451E-3B52-40E7-BF73-BE45BED300B1}" srcId="{17464AB2-1719-48D7-8424-FAE606BC662C}" destId="{FF0DCD44-87B1-4C88-8FC9-EC665C0BC0C6}" srcOrd="0" destOrd="0" parTransId="{B96AE643-27BD-4210-98F9-3D4B59682F67}" sibTransId="{01E02387-729C-462A-8856-2F88F6AF5684}"/>
    <dgm:cxn modelId="{93666A20-1A31-4A6C-95F7-381865B7273F}" type="presOf" srcId="{17464AB2-1719-48D7-8424-FAE606BC662C}" destId="{227930D9-37B9-465F-AD0C-660FEAB00389}" srcOrd="1" destOrd="0" presId="urn:microsoft.com/office/officeart/2005/8/layout/list1"/>
    <dgm:cxn modelId="{0E4D0328-6260-4EDE-998C-3E22450D5D9F}" srcId="{64E4DD1A-BD3E-4977-A6AD-F9555777D415}" destId="{5EA63B62-01D1-4AE8-BA1A-221B7ADC0728}" srcOrd="2" destOrd="0" parTransId="{D6B20250-9747-4145-840E-AB4E19CCF905}" sibTransId="{58EAB5EF-F452-45A7-BBDA-7343256671B9}"/>
    <dgm:cxn modelId="{46FA385D-9BD2-4724-AA09-6B21D357D74B}" srcId="{AB48182C-4B8C-4645-B694-177338E1B549}" destId="{4CDA2521-5D0B-425D-98C5-F92085C35386}" srcOrd="0" destOrd="0" parTransId="{1ABAFABC-52DE-45F4-B04E-B950A798A57B}" sibTransId="{E42E4E2D-117C-481B-81E3-5F3C238ED9AA}"/>
    <dgm:cxn modelId="{8D990161-2990-4969-888A-5DC516CE851A}" type="presOf" srcId="{F1540CC9-CFCF-4D65-A96C-214CAA7B5938}" destId="{29D68D6F-555E-457C-A8EB-2E7FE41C032C}" srcOrd="0" destOrd="0" presId="urn:microsoft.com/office/officeart/2005/8/layout/list1"/>
    <dgm:cxn modelId="{1C283244-2177-4BB4-9D32-9BE6E3550250}" srcId="{86574AD5-3FBA-4704-828E-DAC26D1D0E0A}" destId="{F1540CC9-CFCF-4D65-A96C-214CAA7B5938}" srcOrd="0" destOrd="0" parTransId="{991FC5A3-A3A3-46AE-84FB-C090B0171549}" sibTransId="{F60E3682-B191-4A44-8432-717B4397F142}"/>
    <dgm:cxn modelId="{0F070D4A-A9EB-415C-8285-97203F6760E7}" type="presOf" srcId="{86574AD5-3FBA-4704-828E-DAC26D1D0E0A}" destId="{80BE3E66-2D9C-46C4-BD01-EB7CD779D5F2}" srcOrd="0" destOrd="0" presId="urn:microsoft.com/office/officeart/2005/8/layout/list1"/>
    <dgm:cxn modelId="{05CBE286-B33D-4478-8B8B-EEA87E841423}" type="presOf" srcId="{AB48182C-4B8C-4645-B694-177338E1B549}" destId="{C2121A7F-D13B-4E4F-BBC7-8ACE62E30DED}" srcOrd="1" destOrd="0" presId="urn:microsoft.com/office/officeart/2005/8/layout/list1"/>
    <dgm:cxn modelId="{872E988D-5532-4854-9773-5848B19CFBBB}" type="presOf" srcId="{FF0DCD44-87B1-4C88-8FC9-EC665C0BC0C6}" destId="{F6432455-34F6-4B9E-8DC0-57F4232D60C6}" srcOrd="0" destOrd="0" presId="urn:microsoft.com/office/officeart/2005/8/layout/list1"/>
    <dgm:cxn modelId="{8CD72A90-56A1-4B19-B6F3-9032A2E7B981}" srcId="{64E4DD1A-BD3E-4977-A6AD-F9555777D415}" destId="{86574AD5-3FBA-4704-828E-DAC26D1D0E0A}" srcOrd="0" destOrd="0" parTransId="{267ECDCE-A05B-4195-AB8C-92CEB2EE0C0F}" sibTransId="{4BBB5714-AEC7-4BBF-8A74-0A22126E6B26}"/>
    <dgm:cxn modelId="{49576B93-51A4-4E31-8257-B7915DFAAEE2}" srcId="{64E4DD1A-BD3E-4977-A6AD-F9555777D415}" destId="{17464AB2-1719-48D7-8424-FAE606BC662C}" srcOrd="1" destOrd="0" parTransId="{83D7AD05-8615-4F3F-8396-4E25950704A5}" sibTransId="{976F2B87-2167-4DDD-9411-149007C5D406}"/>
    <dgm:cxn modelId="{8F556D97-52F1-47AD-AFB0-BC866A036122}" type="presOf" srcId="{5EA63B62-01D1-4AE8-BA1A-221B7ADC0728}" destId="{E76E0026-D52F-49C2-B3D9-8052A523A37A}" srcOrd="1" destOrd="0" presId="urn:microsoft.com/office/officeart/2005/8/layout/list1"/>
    <dgm:cxn modelId="{22C7519C-EE4E-4E76-9DF9-18F93309855B}" type="presOf" srcId="{64E4DD1A-BD3E-4977-A6AD-F9555777D415}" destId="{8062DC6C-25DF-466F-8DA9-DD29D0E946C6}" srcOrd="0" destOrd="0" presId="urn:microsoft.com/office/officeart/2005/8/layout/list1"/>
    <dgm:cxn modelId="{A34E89AF-9016-4184-A81F-8994D0969F31}" type="presOf" srcId="{5EA63B62-01D1-4AE8-BA1A-221B7ADC0728}" destId="{E9C3C170-2F1D-4C79-8CB4-D8EE7EC2F1D6}" srcOrd="0" destOrd="0" presId="urn:microsoft.com/office/officeart/2005/8/layout/list1"/>
    <dgm:cxn modelId="{30103EB2-07EA-4366-B092-F13011E65CD1}" type="presOf" srcId="{EFA18C07-6B61-4CF1-A039-967BF4B70B85}" destId="{D53B125E-0F65-498F-8735-DC07AA68B3A8}" srcOrd="0" destOrd="0" presId="urn:microsoft.com/office/officeart/2005/8/layout/list1"/>
    <dgm:cxn modelId="{511CC0B2-55BC-4408-A949-B618FFC555C5}" type="presOf" srcId="{AB48182C-4B8C-4645-B694-177338E1B549}" destId="{A7AE45E2-37D1-4377-A437-6955E8392770}" srcOrd="0" destOrd="0" presId="urn:microsoft.com/office/officeart/2005/8/layout/list1"/>
    <dgm:cxn modelId="{9B5B4DB9-317C-4D4E-9CCB-D742B3C93DB7}" type="presOf" srcId="{4CDA2521-5D0B-425D-98C5-F92085C35386}" destId="{530D7671-DBC0-48AF-8E26-C46817FD360C}" srcOrd="0" destOrd="0" presId="urn:microsoft.com/office/officeart/2005/8/layout/list1"/>
    <dgm:cxn modelId="{7E06C6CD-291E-4EE4-B2ED-A13390C45CE4}" type="presOf" srcId="{17464AB2-1719-48D7-8424-FAE606BC662C}" destId="{0C68FF6D-F490-43D1-AD19-F54C00D57EA1}" srcOrd="0" destOrd="0" presId="urn:microsoft.com/office/officeart/2005/8/layout/list1"/>
    <dgm:cxn modelId="{31FA11ED-1EC5-4206-ACEF-B2CADD28F381}" type="presOf" srcId="{86574AD5-3FBA-4704-828E-DAC26D1D0E0A}" destId="{64E93AE9-43C2-4898-A34B-9B1AE7A78E70}" srcOrd="1" destOrd="0" presId="urn:microsoft.com/office/officeart/2005/8/layout/list1"/>
    <dgm:cxn modelId="{E3CE90F7-D897-4ECD-8906-971F7FBFF0C7}" srcId="{5EA63B62-01D1-4AE8-BA1A-221B7ADC0728}" destId="{EFA18C07-6B61-4CF1-A039-967BF4B70B85}" srcOrd="0" destOrd="0" parTransId="{053F6B17-D4F3-4D61-923C-B39F5AC71770}" sibTransId="{2567654C-8CB2-45BB-AEB8-E698D19E7445}"/>
    <dgm:cxn modelId="{D39DC4FE-5960-4656-B11E-7FD0B13ADB58}" srcId="{64E4DD1A-BD3E-4977-A6AD-F9555777D415}" destId="{AB48182C-4B8C-4645-B694-177338E1B549}" srcOrd="3" destOrd="0" parTransId="{EA41694B-6CF1-4E40-BE07-8CFFC03E7D8A}" sibTransId="{1673BF59-A1E7-4B8E-A453-9CE9BFE53178}"/>
    <dgm:cxn modelId="{D15320FA-7649-4F6A-9DC6-FBA066B2718B}" type="presParOf" srcId="{8062DC6C-25DF-466F-8DA9-DD29D0E946C6}" destId="{D0D371E2-2971-4277-B65C-0A003B73B266}" srcOrd="0" destOrd="0" presId="urn:microsoft.com/office/officeart/2005/8/layout/list1"/>
    <dgm:cxn modelId="{6A33D5E6-B2BD-452E-BFE8-EEEB59F1060F}" type="presParOf" srcId="{D0D371E2-2971-4277-B65C-0A003B73B266}" destId="{80BE3E66-2D9C-46C4-BD01-EB7CD779D5F2}" srcOrd="0" destOrd="0" presId="urn:microsoft.com/office/officeart/2005/8/layout/list1"/>
    <dgm:cxn modelId="{CAB2A526-5149-4DC3-AFA5-1ED6B020A8E8}" type="presParOf" srcId="{D0D371E2-2971-4277-B65C-0A003B73B266}" destId="{64E93AE9-43C2-4898-A34B-9B1AE7A78E70}" srcOrd="1" destOrd="0" presId="urn:microsoft.com/office/officeart/2005/8/layout/list1"/>
    <dgm:cxn modelId="{CB9B615E-B624-40A3-8CBF-BAE909C8D9A5}" type="presParOf" srcId="{8062DC6C-25DF-466F-8DA9-DD29D0E946C6}" destId="{D9BDFF48-3B6F-4EF0-B64E-E939D4336C8B}" srcOrd="1" destOrd="0" presId="urn:microsoft.com/office/officeart/2005/8/layout/list1"/>
    <dgm:cxn modelId="{5632EE34-0682-4539-A3F0-3DAB4AB668AE}" type="presParOf" srcId="{8062DC6C-25DF-466F-8DA9-DD29D0E946C6}" destId="{29D68D6F-555E-457C-A8EB-2E7FE41C032C}" srcOrd="2" destOrd="0" presId="urn:microsoft.com/office/officeart/2005/8/layout/list1"/>
    <dgm:cxn modelId="{224C1B91-7402-4100-9806-D95CD7D0F542}" type="presParOf" srcId="{8062DC6C-25DF-466F-8DA9-DD29D0E946C6}" destId="{9277CA9A-E1C6-44B1-9DBC-BFF69AB1C796}" srcOrd="3" destOrd="0" presId="urn:microsoft.com/office/officeart/2005/8/layout/list1"/>
    <dgm:cxn modelId="{BADA2D82-49BC-4802-85DA-9B531A343756}" type="presParOf" srcId="{8062DC6C-25DF-466F-8DA9-DD29D0E946C6}" destId="{7926B502-3A12-47FC-953F-2CCCB59AEA7D}" srcOrd="4" destOrd="0" presId="urn:microsoft.com/office/officeart/2005/8/layout/list1"/>
    <dgm:cxn modelId="{45A05F3A-39B3-4192-B821-1EBABD12EEC8}" type="presParOf" srcId="{7926B502-3A12-47FC-953F-2CCCB59AEA7D}" destId="{0C68FF6D-F490-43D1-AD19-F54C00D57EA1}" srcOrd="0" destOrd="0" presId="urn:microsoft.com/office/officeart/2005/8/layout/list1"/>
    <dgm:cxn modelId="{C67AF952-17CE-44F2-A7A4-D71D101E0B04}" type="presParOf" srcId="{7926B502-3A12-47FC-953F-2CCCB59AEA7D}" destId="{227930D9-37B9-465F-AD0C-660FEAB00389}" srcOrd="1" destOrd="0" presId="urn:microsoft.com/office/officeart/2005/8/layout/list1"/>
    <dgm:cxn modelId="{0A386B7C-BA00-4F2D-9AEC-5E2925F6EA43}" type="presParOf" srcId="{8062DC6C-25DF-466F-8DA9-DD29D0E946C6}" destId="{AB0C1154-4651-47C5-8EE7-4A97AD07F614}" srcOrd="5" destOrd="0" presId="urn:microsoft.com/office/officeart/2005/8/layout/list1"/>
    <dgm:cxn modelId="{53777161-8150-4C8D-A661-C02172217F9A}" type="presParOf" srcId="{8062DC6C-25DF-466F-8DA9-DD29D0E946C6}" destId="{F6432455-34F6-4B9E-8DC0-57F4232D60C6}" srcOrd="6" destOrd="0" presId="urn:microsoft.com/office/officeart/2005/8/layout/list1"/>
    <dgm:cxn modelId="{DDD57C4C-2709-4C55-B532-FA5474D044E1}" type="presParOf" srcId="{8062DC6C-25DF-466F-8DA9-DD29D0E946C6}" destId="{AC2570E8-C469-4CC3-AB71-4B4D6387B993}" srcOrd="7" destOrd="0" presId="urn:microsoft.com/office/officeart/2005/8/layout/list1"/>
    <dgm:cxn modelId="{B000EC9C-A960-46CA-9DF7-1432E878A4F1}" type="presParOf" srcId="{8062DC6C-25DF-466F-8DA9-DD29D0E946C6}" destId="{A45BD46A-DC6A-4C16-A35E-CA7D06C9247F}" srcOrd="8" destOrd="0" presId="urn:microsoft.com/office/officeart/2005/8/layout/list1"/>
    <dgm:cxn modelId="{23760D6D-E9B7-4E7F-8D85-5D35E1BB6213}" type="presParOf" srcId="{A45BD46A-DC6A-4C16-A35E-CA7D06C9247F}" destId="{E9C3C170-2F1D-4C79-8CB4-D8EE7EC2F1D6}" srcOrd="0" destOrd="0" presId="urn:microsoft.com/office/officeart/2005/8/layout/list1"/>
    <dgm:cxn modelId="{71C111E2-7D7A-4192-8472-38CC658345B5}" type="presParOf" srcId="{A45BD46A-DC6A-4C16-A35E-CA7D06C9247F}" destId="{E76E0026-D52F-49C2-B3D9-8052A523A37A}" srcOrd="1" destOrd="0" presId="urn:microsoft.com/office/officeart/2005/8/layout/list1"/>
    <dgm:cxn modelId="{5B15CA43-7E3E-40EF-8CAF-B04DCC0F3717}" type="presParOf" srcId="{8062DC6C-25DF-466F-8DA9-DD29D0E946C6}" destId="{C8FDC59C-3186-413D-A725-1FA76B93843E}" srcOrd="9" destOrd="0" presId="urn:microsoft.com/office/officeart/2005/8/layout/list1"/>
    <dgm:cxn modelId="{D3256E59-4A28-431A-8587-0D4D981D0E37}" type="presParOf" srcId="{8062DC6C-25DF-466F-8DA9-DD29D0E946C6}" destId="{D53B125E-0F65-498F-8735-DC07AA68B3A8}" srcOrd="10" destOrd="0" presId="urn:microsoft.com/office/officeart/2005/8/layout/list1"/>
    <dgm:cxn modelId="{D300C75F-02F3-4831-B123-A7545A6E1F32}" type="presParOf" srcId="{8062DC6C-25DF-466F-8DA9-DD29D0E946C6}" destId="{AD25DA48-464E-4165-BEAC-72D68A673D23}" srcOrd="11" destOrd="0" presId="urn:microsoft.com/office/officeart/2005/8/layout/list1"/>
    <dgm:cxn modelId="{C4EA5B41-BEB5-49F3-BF47-71442A65AE3B}" type="presParOf" srcId="{8062DC6C-25DF-466F-8DA9-DD29D0E946C6}" destId="{55E63F39-338F-4524-B38C-F135351CA4AE}" srcOrd="12" destOrd="0" presId="urn:microsoft.com/office/officeart/2005/8/layout/list1"/>
    <dgm:cxn modelId="{5509F223-7C9F-461F-9491-44FCF7B284B2}" type="presParOf" srcId="{55E63F39-338F-4524-B38C-F135351CA4AE}" destId="{A7AE45E2-37D1-4377-A437-6955E8392770}" srcOrd="0" destOrd="0" presId="urn:microsoft.com/office/officeart/2005/8/layout/list1"/>
    <dgm:cxn modelId="{8E7DAD3E-A273-4FFE-B1B5-DAD078C87ACC}" type="presParOf" srcId="{55E63F39-338F-4524-B38C-F135351CA4AE}" destId="{C2121A7F-D13B-4E4F-BBC7-8ACE62E30DED}" srcOrd="1" destOrd="0" presId="urn:microsoft.com/office/officeart/2005/8/layout/list1"/>
    <dgm:cxn modelId="{D8E265C3-BA5E-49CE-9605-08717E7FD2B7}" type="presParOf" srcId="{8062DC6C-25DF-466F-8DA9-DD29D0E946C6}" destId="{70BB9E00-B013-4312-BF94-FAB3B72DE4EB}" srcOrd="13" destOrd="0" presId="urn:microsoft.com/office/officeart/2005/8/layout/list1"/>
    <dgm:cxn modelId="{5C342891-866A-40CC-A5B7-2BA2CA3C3471}" type="presParOf" srcId="{8062DC6C-25DF-466F-8DA9-DD29D0E946C6}" destId="{530D7671-DBC0-48AF-8E26-C46817FD360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E4DD1A-BD3E-4977-A6AD-F9555777D415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pPr latinLnBrk="1"/>
          <a:endParaRPr lang="ko-KR" altLang="en-US"/>
        </a:p>
      </dgm:t>
    </dgm:pt>
    <dgm:pt modelId="{9EF72E3E-0740-4895-9757-401357220618}">
      <dgm:prSet/>
      <dgm:spPr/>
      <dgm:t>
        <a:bodyPr/>
        <a:lstStyle/>
        <a:p>
          <a:pPr latinLnBrk="1"/>
          <a:r>
            <a:rPr lang="ko-KR" altLang="en-US" dirty="0"/>
            <a:t>프로세스 관리</a:t>
          </a:r>
        </a:p>
      </dgm:t>
    </dgm:pt>
    <dgm:pt modelId="{A55EE406-B4BA-43E2-A607-259DC77E4C4B}" type="parTrans" cxnId="{C9811195-5520-4509-AC1A-30D47BF37049}">
      <dgm:prSet/>
      <dgm:spPr/>
      <dgm:t>
        <a:bodyPr/>
        <a:lstStyle/>
        <a:p>
          <a:pPr latinLnBrk="1"/>
          <a:endParaRPr lang="ko-KR" altLang="en-US"/>
        </a:p>
      </dgm:t>
    </dgm:pt>
    <dgm:pt modelId="{E2E5D2F8-3EBC-4C09-8BA2-BA937BD51F8F}" type="sibTrans" cxnId="{C9811195-5520-4509-AC1A-30D47BF37049}">
      <dgm:prSet/>
      <dgm:spPr/>
      <dgm:t>
        <a:bodyPr/>
        <a:lstStyle/>
        <a:p>
          <a:pPr latinLnBrk="1"/>
          <a:endParaRPr lang="ko-KR" altLang="en-US"/>
        </a:p>
      </dgm:t>
    </dgm:pt>
    <dgm:pt modelId="{CE04A82B-47A6-497A-8C10-4FFCF11D2DE6}">
      <dgm:prSet/>
      <dgm:spPr/>
      <dgm:t>
        <a:bodyPr/>
        <a:lstStyle/>
        <a:p>
          <a:pPr latinLnBrk="1"/>
          <a:r>
            <a:rPr lang="ko-KR" altLang="en-US" dirty="0"/>
            <a:t>프로세스 생성</a:t>
          </a:r>
          <a:r>
            <a:rPr lang="en-US" altLang="ko-KR" dirty="0"/>
            <a:t>, </a:t>
          </a:r>
          <a:r>
            <a:rPr lang="ko-KR" altLang="en-US" dirty="0"/>
            <a:t>스케줄링</a:t>
          </a:r>
          <a:r>
            <a:rPr lang="en-US" altLang="ko-KR" dirty="0"/>
            <a:t>, </a:t>
          </a:r>
          <a:r>
            <a:rPr lang="ko-KR" altLang="en-US" dirty="0"/>
            <a:t>관리</a:t>
          </a:r>
        </a:p>
      </dgm:t>
    </dgm:pt>
    <dgm:pt modelId="{A74CEDB5-086A-4008-8466-F28CFA0F9C85}" type="parTrans" cxnId="{09D31880-C3EC-42B1-9101-6B319278F9D2}">
      <dgm:prSet/>
      <dgm:spPr/>
      <dgm:t>
        <a:bodyPr/>
        <a:lstStyle/>
        <a:p>
          <a:pPr latinLnBrk="1"/>
          <a:endParaRPr lang="ko-KR" altLang="en-US"/>
        </a:p>
      </dgm:t>
    </dgm:pt>
    <dgm:pt modelId="{8CC2ACC9-0342-4D31-8C98-BEA2E6A36311}" type="sibTrans" cxnId="{09D31880-C3EC-42B1-9101-6B319278F9D2}">
      <dgm:prSet/>
      <dgm:spPr/>
      <dgm:t>
        <a:bodyPr/>
        <a:lstStyle/>
        <a:p>
          <a:pPr latinLnBrk="1"/>
          <a:endParaRPr lang="ko-KR" altLang="en-US"/>
        </a:p>
      </dgm:t>
    </dgm:pt>
    <dgm:pt modelId="{EAF327F6-3BBD-4270-80BE-8793C0BD186F}">
      <dgm:prSet/>
      <dgm:spPr/>
      <dgm:t>
        <a:bodyPr/>
        <a:lstStyle/>
        <a:p>
          <a:pPr latinLnBrk="1"/>
          <a:r>
            <a:rPr lang="ko-KR" altLang="en-US" dirty="0"/>
            <a:t>메모리 관리</a:t>
          </a:r>
        </a:p>
      </dgm:t>
    </dgm:pt>
    <dgm:pt modelId="{2D6D2ED3-F5EC-46DA-869C-B1630285E8FA}" type="parTrans" cxnId="{E2C6E929-FCBE-476B-A792-26ABF8E49F3B}">
      <dgm:prSet/>
      <dgm:spPr/>
      <dgm:t>
        <a:bodyPr/>
        <a:lstStyle/>
        <a:p>
          <a:pPr latinLnBrk="1"/>
          <a:endParaRPr lang="ko-KR" altLang="en-US"/>
        </a:p>
      </dgm:t>
    </dgm:pt>
    <dgm:pt modelId="{417F0EDD-D3D0-4DA8-9B2C-25750BAFEDCE}" type="sibTrans" cxnId="{E2C6E929-FCBE-476B-A792-26ABF8E49F3B}">
      <dgm:prSet/>
      <dgm:spPr/>
      <dgm:t>
        <a:bodyPr/>
        <a:lstStyle/>
        <a:p>
          <a:pPr latinLnBrk="1"/>
          <a:endParaRPr lang="ko-KR" altLang="en-US"/>
        </a:p>
      </dgm:t>
    </dgm:pt>
    <dgm:pt modelId="{F73E583E-7B48-40E3-85C4-824112510368}">
      <dgm:prSet/>
      <dgm:spPr/>
      <dgm:t>
        <a:bodyPr/>
        <a:lstStyle/>
        <a:p>
          <a:pPr latinLnBrk="1"/>
          <a:r>
            <a:rPr lang="ko-KR" altLang="en-US" dirty="0"/>
            <a:t>물리적 메모리</a:t>
          </a:r>
          <a:r>
            <a:rPr lang="en-US" altLang="ko-KR" dirty="0"/>
            <a:t>, </a:t>
          </a:r>
          <a:r>
            <a:rPr lang="ko-KR" altLang="en-US" dirty="0"/>
            <a:t>가상 메모리 관리</a:t>
          </a:r>
        </a:p>
      </dgm:t>
    </dgm:pt>
    <dgm:pt modelId="{552ED75C-FC31-402C-9F33-C82B0F6B98C5}" type="parTrans" cxnId="{A8AE3A7E-D699-4BD7-8F85-397EB1EEB91A}">
      <dgm:prSet/>
      <dgm:spPr/>
      <dgm:t>
        <a:bodyPr/>
        <a:lstStyle/>
        <a:p>
          <a:pPr latinLnBrk="1"/>
          <a:endParaRPr lang="ko-KR" altLang="en-US"/>
        </a:p>
      </dgm:t>
    </dgm:pt>
    <dgm:pt modelId="{297C6DC9-A020-4530-8360-7EA338484E3C}" type="sibTrans" cxnId="{A8AE3A7E-D699-4BD7-8F85-397EB1EEB91A}">
      <dgm:prSet/>
      <dgm:spPr/>
      <dgm:t>
        <a:bodyPr/>
        <a:lstStyle/>
        <a:p>
          <a:pPr latinLnBrk="1"/>
          <a:endParaRPr lang="ko-KR" altLang="en-US"/>
        </a:p>
      </dgm:t>
    </dgm:pt>
    <dgm:pt modelId="{425B1AA2-BB45-4739-BEFE-9449B09FB529}">
      <dgm:prSet/>
      <dgm:spPr/>
      <dgm:t>
        <a:bodyPr/>
        <a:lstStyle/>
        <a:p>
          <a:pPr latinLnBrk="1"/>
          <a:r>
            <a:rPr lang="ko-KR" altLang="en-US" dirty="0"/>
            <a:t>파일 시스템</a:t>
          </a:r>
        </a:p>
      </dgm:t>
    </dgm:pt>
    <dgm:pt modelId="{8428BF4F-F869-4824-9941-706520B5C13D}" type="parTrans" cxnId="{FE663B71-956F-4737-8F7D-828275AFB8FA}">
      <dgm:prSet/>
      <dgm:spPr/>
      <dgm:t>
        <a:bodyPr/>
        <a:lstStyle/>
        <a:p>
          <a:pPr latinLnBrk="1"/>
          <a:endParaRPr lang="ko-KR" altLang="en-US"/>
        </a:p>
      </dgm:t>
    </dgm:pt>
    <dgm:pt modelId="{6052C782-FCB5-4990-B322-559921A9B8E9}" type="sibTrans" cxnId="{FE663B71-956F-4737-8F7D-828275AFB8FA}">
      <dgm:prSet/>
      <dgm:spPr/>
      <dgm:t>
        <a:bodyPr/>
        <a:lstStyle/>
        <a:p>
          <a:pPr latinLnBrk="1"/>
          <a:endParaRPr lang="ko-KR" altLang="en-US"/>
        </a:p>
      </dgm:t>
    </dgm:pt>
    <dgm:pt modelId="{7379F605-6842-480F-8B21-FDAF8ABC512E}">
      <dgm:prSet/>
      <dgm:spPr/>
      <dgm:t>
        <a:bodyPr/>
        <a:lstStyle/>
        <a:p>
          <a:pPr latinLnBrk="1"/>
          <a:r>
            <a:rPr lang="ko-KR" altLang="en-US" dirty="0"/>
            <a:t>파일</a:t>
          </a:r>
          <a:r>
            <a:rPr lang="en-US" altLang="ko-KR" dirty="0"/>
            <a:t>/</a:t>
          </a:r>
          <a:r>
            <a:rPr lang="ko-KR" altLang="en-US" dirty="0"/>
            <a:t>디렉터리 생성</a:t>
          </a:r>
          <a:r>
            <a:rPr lang="en-US" altLang="ko-KR" dirty="0"/>
            <a:t>, </a:t>
          </a:r>
          <a:r>
            <a:rPr lang="ko-KR" altLang="en-US" dirty="0"/>
            <a:t>읽기</a:t>
          </a:r>
          <a:r>
            <a:rPr lang="en-US" altLang="ko-KR" dirty="0"/>
            <a:t>, </a:t>
          </a:r>
          <a:r>
            <a:rPr lang="ko-KR" altLang="en-US" dirty="0"/>
            <a:t>쓰기</a:t>
          </a:r>
          <a:r>
            <a:rPr lang="en-US" altLang="ko-KR" dirty="0"/>
            <a:t>, </a:t>
          </a:r>
          <a:r>
            <a:rPr lang="ko-KR" altLang="en-US" dirty="0"/>
            <a:t>삭제</a:t>
          </a:r>
        </a:p>
      </dgm:t>
    </dgm:pt>
    <dgm:pt modelId="{978535A7-F8BA-4A0A-BCA8-188CE4BA7F30}" type="parTrans" cxnId="{C3A7DDA5-1705-4F25-9789-37924C57CE41}">
      <dgm:prSet/>
      <dgm:spPr/>
      <dgm:t>
        <a:bodyPr/>
        <a:lstStyle/>
        <a:p>
          <a:pPr latinLnBrk="1"/>
          <a:endParaRPr lang="ko-KR" altLang="en-US"/>
        </a:p>
      </dgm:t>
    </dgm:pt>
    <dgm:pt modelId="{0BF2183D-D3CD-4C54-992A-CAF44BE8413A}" type="sibTrans" cxnId="{C3A7DDA5-1705-4F25-9789-37924C57CE41}">
      <dgm:prSet/>
      <dgm:spPr/>
      <dgm:t>
        <a:bodyPr/>
        <a:lstStyle/>
        <a:p>
          <a:pPr latinLnBrk="1"/>
          <a:endParaRPr lang="ko-KR" altLang="en-US"/>
        </a:p>
      </dgm:t>
    </dgm:pt>
    <dgm:pt modelId="{0D43FC6C-2953-4C0A-8C48-F5E2F4937B7C}">
      <dgm:prSet/>
      <dgm:spPr/>
      <dgm:t>
        <a:bodyPr/>
        <a:lstStyle/>
        <a:p>
          <a:pPr latinLnBrk="1"/>
          <a:r>
            <a:rPr lang="ko-KR" altLang="en-US" dirty="0"/>
            <a:t>입출력 관리</a:t>
          </a:r>
        </a:p>
      </dgm:t>
    </dgm:pt>
    <dgm:pt modelId="{F54D7358-3C45-485A-BC00-DC23FCCC9E7A}" type="parTrans" cxnId="{96E87DC9-2E24-44CE-BF5D-DE9E9A703102}">
      <dgm:prSet/>
      <dgm:spPr/>
      <dgm:t>
        <a:bodyPr/>
        <a:lstStyle/>
        <a:p>
          <a:pPr latinLnBrk="1"/>
          <a:endParaRPr lang="ko-KR" altLang="en-US"/>
        </a:p>
      </dgm:t>
    </dgm:pt>
    <dgm:pt modelId="{DA1893FD-5941-4FED-97CF-D5AABB870BDF}" type="sibTrans" cxnId="{96E87DC9-2E24-44CE-BF5D-DE9E9A703102}">
      <dgm:prSet/>
      <dgm:spPr/>
      <dgm:t>
        <a:bodyPr/>
        <a:lstStyle/>
        <a:p>
          <a:pPr latinLnBrk="1"/>
          <a:endParaRPr lang="ko-KR" altLang="en-US"/>
        </a:p>
      </dgm:t>
    </dgm:pt>
    <dgm:pt modelId="{505F3B54-24FD-4452-A9AF-46D346800F0E}">
      <dgm:prSet/>
      <dgm:spPr/>
      <dgm:t>
        <a:bodyPr/>
        <a:lstStyle/>
        <a:p>
          <a:pPr latinLnBrk="1"/>
          <a:r>
            <a:rPr lang="ko-KR" altLang="en-US" dirty="0"/>
            <a:t>데이터 입출력</a:t>
          </a:r>
          <a:r>
            <a:rPr lang="en-US" altLang="ko-KR" dirty="0"/>
            <a:t>, </a:t>
          </a:r>
          <a:r>
            <a:rPr lang="ko-KR" altLang="en-US" dirty="0" err="1"/>
            <a:t>버퍼링</a:t>
          </a:r>
          <a:r>
            <a:rPr lang="en-US" altLang="ko-KR" dirty="0"/>
            <a:t>, </a:t>
          </a:r>
          <a:r>
            <a:rPr lang="ko-KR" altLang="en-US" dirty="0"/>
            <a:t>스케줄링</a:t>
          </a:r>
        </a:p>
      </dgm:t>
    </dgm:pt>
    <dgm:pt modelId="{EF77203D-7C79-4F11-BDC2-43D4919B3888}" type="parTrans" cxnId="{C645F61A-6849-4CA3-92E2-84847B4B9938}">
      <dgm:prSet/>
      <dgm:spPr/>
      <dgm:t>
        <a:bodyPr/>
        <a:lstStyle/>
        <a:p>
          <a:pPr latinLnBrk="1"/>
          <a:endParaRPr lang="ko-KR" altLang="en-US"/>
        </a:p>
      </dgm:t>
    </dgm:pt>
    <dgm:pt modelId="{7BABAADF-5C67-4029-B8BD-C82FE05163F8}" type="sibTrans" cxnId="{C645F61A-6849-4CA3-92E2-84847B4B9938}">
      <dgm:prSet/>
      <dgm:spPr/>
      <dgm:t>
        <a:bodyPr/>
        <a:lstStyle/>
        <a:p>
          <a:pPr latinLnBrk="1"/>
          <a:endParaRPr lang="ko-KR" altLang="en-US"/>
        </a:p>
      </dgm:t>
    </dgm:pt>
    <dgm:pt modelId="{DD614525-33FB-44D5-9D53-1E0D26337795}">
      <dgm:prSet/>
      <dgm:spPr/>
      <dgm:t>
        <a:bodyPr/>
        <a:lstStyle/>
        <a:p>
          <a:pPr latinLnBrk="1"/>
          <a:r>
            <a:rPr lang="ko-KR" altLang="en-US" dirty="0"/>
            <a:t>자원 관리 및 보호</a:t>
          </a:r>
        </a:p>
      </dgm:t>
    </dgm:pt>
    <dgm:pt modelId="{EAF0517D-EB42-4530-9503-5E6338EBA405}" type="parTrans" cxnId="{164B98DB-5DAA-46E2-AA8F-016699597BA5}">
      <dgm:prSet/>
      <dgm:spPr/>
      <dgm:t>
        <a:bodyPr/>
        <a:lstStyle/>
        <a:p>
          <a:pPr latinLnBrk="1"/>
          <a:endParaRPr lang="ko-KR" altLang="en-US"/>
        </a:p>
      </dgm:t>
    </dgm:pt>
    <dgm:pt modelId="{BD6FC7C6-81EA-4B19-9A4D-29CA686E8EDC}" type="sibTrans" cxnId="{164B98DB-5DAA-46E2-AA8F-016699597BA5}">
      <dgm:prSet/>
      <dgm:spPr/>
      <dgm:t>
        <a:bodyPr/>
        <a:lstStyle/>
        <a:p>
          <a:pPr latinLnBrk="1"/>
          <a:endParaRPr lang="ko-KR" altLang="en-US"/>
        </a:p>
      </dgm:t>
    </dgm:pt>
    <dgm:pt modelId="{6FDF72E7-7AF2-4D14-BB48-548A41FA6CB0}">
      <dgm:prSet/>
      <dgm:spPr/>
      <dgm:t>
        <a:bodyPr/>
        <a:lstStyle/>
        <a:p>
          <a:pPr latinLnBrk="1"/>
          <a:r>
            <a:rPr lang="ko-KR" altLang="en-US" dirty="0"/>
            <a:t>하드웨어 자원 관리</a:t>
          </a:r>
          <a:r>
            <a:rPr lang="en-US" altLang="ko-KR" dirty="0"/>
            <a:t>, </a:t>
          </a:r>
          <a:r>
            <a:rPr lang="ko-KR" altLang="en-US" dirty="0"/>
            <a:t>충돌 방지</a:t>
          </a:r>
        </a:p>
      </dgm:t>
    </dgm:pt>
    <dgm:pt modelId="{F1DBDBBA-2E53-44D5-A57C-DD4EA920B304}" type="parTrans" cxnId="{71D58F2B-0410-461C-B4BB-2CFBD75BE36A}">
      <dgm:prSet/>
      <dgm:spPr/>
      <dgm:t>
        <a:bodyPr/>
        <a:lstStyle/>
        <a:p>
          <a:pPr latinLnBrk="1"/>
          <a:endParaRPr lang="ko-KR" altLang="en-US"/>
        </a:p>
      </dgm:t>
    </dgm:pt>
    <dgm:pt modelId="{860CDAD5-CBAB-40CB-89FA-6B3C84BF684B}" type="sibTrans" cxnId="{71D58F2B-0410-461C-B4BB-2CFBD75BE36A}">
      <dgm:prSet/>
      <dgm:spPr/>
      <dgm:t>
        <a:bodyPr/>
        <a:lstStyle/>
        <a:p>
          <a:pPr latinLnBrk="1"/>
          <a:endParaRPr lang="ko-KR" altLang="en-US"/>
        </a:p>
      </dgm:t>
    </dgm:pt>
    <dgm:pt modelId="{B18C95A1-3B2E-42E6-8096-9FF9E4A80DB3}">
      <dgm:prSet/>
      <dgm:spPr/>
      <dgm:t>
        <a:bodyPr/>
        <a:lstStyle/>
        <a:p>
          <a:pPr latinLnBrk="1"/>
          <a:r>
            <a:rPr lang="ko-KR" altLang="en-US" dirty="0"/>
            <a:t>사용자 인터페이스 제공</a:t>
          </a:r>
        </a:p>
      </dgm:t>
    </dgm:pt>
    <dgm:pt modelId="{7A7BF2BD-E168-4526-A4DB-D8D778AC80E2}" type="parTrans" cxnId="{9CC69131-611E-412E-B4C8-CF9707419061}">
      <dgm:prSet/>
      <dgm:spPr/>
      <dgm:t>
        <a:bodyPr/>
        <a:lstStyle/>
        <a:p>
          <a:pPr latinLnBrk="1"/>
          <a:endParaRPr lang="ko-KR" altLang="en-US"/>
        </a:p>
      </dgm:t>
    </dgm:pt>
    <dgm:pt modelId="{57F683CD-70B0-4712-AF55-0CFA58D4D1CD}" type="sibTrans" cxnId="{9CC69131-611E-412E-B4C8-CF9707419061}">
      <dgm:prSet/>
      <dgm:spPr/>
      <dgm:t>
        <a:bodyPr/>
        <a:lstStyle/>
        <a:p>
          <a:pPr latinLnBrk="1"/>
          <a:endParaRPr lang="ko-KR" altLang="en-US"/>
        </a:p>
      </dgm:t>
    </dgm:pt>
    <dgm:pt modelId="{8C6A5A44-5AEC-460D-BCBB-36855E9225EE}">
      <dgm:prSet/>
      <dgm:spPr/>
      <dgm:t>
        <a:bodyPr/>
        <a:lstStyle/>
        <a:p>
          <a:pPr latinLnBrk="1"/>
          <a:r>
            <a:rPr lang="en-US" altLang="ko-KR" dirty="0"/>
            <a:t>GUI </a:t>
          </a:r>
          <a:r>
            <a:rPr lang="ko-KR" altLang="en-US" dirty="0"/>
            <a:t>및 </a:t>
          </a:r>
          <a:r>
            <a:rPr lang="ko-KR" altLang="en-US" dirty="0" err="1"/>
            <a:t>명령행</a:t>
          </a:r>
          <a:r>
            <a:rPr lang="ko-KR" altLang="en-US" dirty="0"/>
            <a:t> 인터페이스 제공</a:t>
          </a:r>
        </a:p>
      </dgm:t>
    </dgm:pt>
    <dgm:pt modelId="{6705502F-945E-4443-84A3-17DAA137E203}" type="parTrans" cxnId="{DA50B478-AAA0-4CF0-8854-1AC6E9811196}">
      <dgm:prSet/>
      <dgm:spPr/>
      <dgm:t>
        <a:bodyPr/>
        <a:lstStyle/>
        <a:p>
          <a:pPr latinLnBrk="1"/>
          <a:endParaRPr lang="ko-KR" altLang="en-US"/>
        </a:p>
      </dgm:t>
    </dgm:pt>
    <dgm:pt modelId="{80CA9DCA-1ACB-4874-ADC2-3A189FCA42D9}" type="sibTrans" cxnId="{DA50B478-AAA0-4CF0-8854-1AC6E9811196}">
      <dgm:prSet/>
      <dgm:spPr/>
      <dgm:t>
        <a:bodyPr/>
        <a:lstStyle/>
        <a:p>
          <a:pPr latinLnBrk="1"/>
          <a:endParaRPr lang="ko-KR" altLang="en-US"/>
        </a:p>
      </dgm:t>
    </dgm:pt>
    <dgm:pt modelId="{91C616DF-76A0-4B53-AC71-132FA2DDEE6B}" type="pres">
      <dgm:prSet presAssocID="{64E4DD1A-BD3E-4977-A6AD-F9555777D415}" presName="Name0" presStyleCnt="0">
        <dgm:presLayoutVars>
          <dgm:dir/>
          <dgm:animLvl val="lvl"/>
          <dgm:resizeHandles val="exact"/>
        </dgm:presLayoutVars>
      </dgm:prSet>
      <dgm:spPr/>
    </dgm:pt>
    <dgm:pt modelId="{93B18FDF-1A92-4F57-B87D-86790743A1C6}" type="pres">
      <dgm:prSet presAssocID="{9EF72E3E-0740-4895-9757-401357220618}" presName="linNode" presStyleCnt="0"/>
      <dgm:spPr/>
    </dgm:pt>
    <dgm:pt modelId="{31E7DE9E-45E9-4643-AA06-5CBCA8E61A25}" type="pres">
      <dgm:prSet presAssocID="{9EF72E3E-0740-4895-9757-401357220618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735C8198-D2E5-455B-B3F5-0C755C25C9D5}" type="pres">
      <dgm:prSet presAssocID="{9EF72E3E-0740-4895-9757-401357220618}" presName="descendantText" presStyleLbl="alignAccFollowNode1" presStyleIdx="0" presStyleCnt="6">
        <dgm:presLayoutVars>
          <dgm:bulletEnabled val="1"/>
        </dgm:presLayoutVars>
      </dgm:prSet>
      <dgm:spPr/>
    </dgm:pt>
    <dgm:pt modelId="{BAB34815-99C4-4E5F-BEA0-BD89650ACE90}" type="pres">
      <dgm:prSet presAssocID="{E2E5D2F8-3EBC-4C09-8BA2-BA937BD51F8F}" presName="sp" presStyleCnt="0"/>
      <dgm:spPr/>
    </dgm:pt>
    <dgm:pt modelId="{32E8F4D1-8A6A-4D32-81F5-E7BDAAD0A594}" type="pres">
      <dgm:prSet presAssocID="{EAF327F6-3BBD-4270-80BE-8793C0BD186F}" presName="linNode" presStyleCnt="0"/>
      <dgm:spPr/>
    </dgm:pt>
    <dgm:pt modelId="{54CB25DB-4EDB-47B6-BF16-BB354E89DAA5}" type="pres">
      <dgm:prSet presAssocID="{EAF327F6-3BBD-4270-80BE-8793C0BD186F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B211D948-9716-439D-82AC-DB604FC540F6}" type="pres">
      <dgm:prSet presAssocID="{EAF327F6-3BBD-4270-80BE-8793C0BD186F}" presName="descendantText" presStyleLbl="alignAccFollowNode1" presStyleIdx="1" presStyleCnt="6">
        <dgm:presLayoutVars>
          <dgm:bulletEnabled val="1"/>
        </dgm:presLayoutVars>
      </dgm:prSet>
      <dgm:spPr/>
    </dgm:pt>
    <dgm:pt modelId="{5C05C211-9FA9-4047-AFB8-D6447F70380E}" type="pres">
      <dgm:prSet presAssocID="{417F0EDD-D3D0-4DA8-9B2C-25750BAFEDCE}" presName="sp" presStyleCnt="0"/>
      <dgm:spPr/>
    </dgm:pt>
    <dgm:pt modelId="{33C97150-2F1C-47D3-A00F-41B09D0D1766}" type="pres">
      <dgm:prSet presAssocID="{425B1AA2-BB45-4739-BEFE-9449B09FB529}" presName="linNode" presStyleCnt="0"/>
      <dgm:spPr/>
    </dgm:pt>
    <dgm:pt modelId="{A13F48A3-EBEF-4B0A-A0C7-CB1DBE32C89E}" type="pres">
      <dgm:prSet presAssocID="{425B1AA2-BB45-4739-BEFE-9449B09FB529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70EFB5BD-C21B-4191-8682-E59CE8404437}" type="pres">
      <dgm:prSet presAssocID="{425B1AA2-BB45-4739-BEFE-9449B09FB529}" presName="descendantText" presStyleLbl="alignAccFollowNode1" presStyleIdx="2" presStyleCnt="6">
        <dgm:presLayoutVars>
          <dgm:bulletEnabled val="1"/>
        </dgm:presLayoutVars>
      </dgm:prSet>
      <dgm:spPr/>
    </dgm:pt>
    <dgm:pt modelId="{2CA1F16F-D7C2-432F-933C-A161CF3FBE45}" type="pres">
      <dgm:prSet presAssocID="{6052C782-FCB5-4990-B322-559921A9B8E9}" presName="sp" presStyleCnt="0"/>
      <dgm:spPr/>
    </dgm:pt>
    <dgm:pt modelId="{366E5853-0238-4A9B-ADEB-A833B687C987}" type="pres">
      <dgm:prSet presAssocID="{0D43FC6C-2953-4C0A-8C48-F5E2F4937B7C}" presName="linNode" presStyleCnt="0"/>
      <dgm:spPr/>
    </dgm:pt>
    <dgm:pt modelId="{50122EA7-A535-4BC3-BA34-72C02A286626}" type="pres">
      <dgm:prSet presAssocID="{0D43FC6C-2953-4C0A-8C48-F5E2F4937B7C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C328EDE5-219C-4E37-9D08-1478F42257E2}" type="pres">
      <dgm:prSet presAssocID="{0D43FC6C-2953-4C0A-8C48-F5E2F4937B7C}" presName="descendantText" presStyleLbl="alignAccFollowNode1" presStyleIdx="3" presStyleCnt="6">
        <dgm:presLayoutVars>
          <dgm:bulletEnabled val="1"/>
        </dgm:presLayoutVars>
      </dgm:prSet>
      <dgm:spPr/>
    </dgm:pt>
    <dgm:pt modelId="{264D9124-26E8-4B9F-B929-1D7377887CF2}" type="pres">
      <dgm:prSet presAssocID="{DA1893FD-5941-4FED-97CF-D5AABB870BDF}" presName="sp" presStyleCnt="0"/>
      <dgm:spPr/>
    </dgm:pt>
    <dgm:pt modelId="{50B1C860-A6B0-413E-BF00-265B16665DB7}" type="pres">
      <dgm:prSet presAssocID="{DD614525-33FB-44D5-9D53-1E0D26337795}" presName="linNode" presStyleCnt="0"/>
      <dgm:spPr/>
    </dgm:pt>
    <dgm:pt modelId="{D42A65DE-8BFE-4598-B5E7-F72F5F90C1AD}" type="pres">
      <dgm:prSet presAssocID="{DD614525-33FB-44D5-9D53-1E0D26337795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50A42396-A1AE-4384-AF6B-B2CD5585D11C}" type="pres">
      <dgm:prSet presAssocID="{DD614525-33FB-44D5-9D53-1E0D26337795}" presName="descendantText" presStyleLbl="alignAccFollowNode1" presStyleIdx="4" presStyleCnt="6">
        <dgm:presLayoutVars>
          <dgm:bulletEnabled val="1"/>
        </dgm:presLayoutVars>
      </dgm:prSet>
      <dgm:spPr/>
    </dgm:pt>
    <dgm:pt modelId="{A703D7B4-049E-4837-B36D-D2F09788AC2A}" type="pres">
      <dgm:prSet presAssocID="{BD6FC7C6-81EA-4B19-9A4D-29CA686E8EDC}" presName="sp" presStyleCnt="0"/>
      <dgm:spPr/>
    </dgm:pt>
    <dgm:pt modelId="{CA80A8A7-842D-475F-B49B-11D21567715E}" type="pres">
      <dgm:prSet presAssocID="{B18C95A1-3B2E-42E6-8096-9FF9E4A80DB3}" presName="linNode" presStyleCnt="0"/>
      <dgm:spPr/>
    </dgm:pt>
    <dgm:pt modelId="{BF038CF8-7C59-4754-BBC2-3F33BBC3BC2F}" type="pres">
      <dgm:prSet presAssocID="{B18C95A1-3B2E-42E6-8096-9FF9E4A80DB3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27F9E0ED-155B-46CF-AAD4-40B047A3774C}" type="pres">
      <dgm:prSet presAssocID="{B18C95A1-3B2E-42E6-8096-9FF9E4A80DB3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C645F61A-6849-4CA3-92E2-84847B4B9938}" srcId="{0D43FC6C-2953-4C0A-8C48-F5E2F4937B7C}" destId="{505F3B54-24FD-4452-A9AF-46D346800F0E}" srcOrd="0" destOrd="0" parTransId="{EF77203D-7C79-4F11-BDC2-43D4919B3888}" sibTransId="{7BABAADF-5C67-4029-B8BD-C82FE05163F8}"/>
    <dgm:cxn modelId="{4E8BAC1E-0473-4310-9514-99BB957B6BE9}" type="presOf" srcId="{F73E583E-7B48-40E3-85C4-824112510368}" destId="{B211D948-9716-439D-82AC-DB604FC540F6}" srcOrd="0" destOrd="0" presId="urn:microsoft.com/office/officeart/2005/8/layout/vList5"/>
    <dgm:cxn modelId="{9F940924-8C15-431E-BA02-2E57F3BD1525}" type="presOf" srcId="{B18C95A1-3B2E-42E6-8096-9FF9E4A80DB3}" destId="{BF038CF8-7C59-4754-BBC2-3F33BBC3BC2F}" srcOrd="0" destOrd="0" presId="urn:microsoft.com/office/officeart/2005/8/layout/vList5"/>
    <dgm:cxn modelId="{E2C6E929-FCBE-476B-A792-26ABF8E49F3B}" srcId="{64E4DD1A-BD3E-4977-A6AD-F9555777D415}" destId="{EAF327F6-3BBD-4270-80BE-8793C0BD186F}" srcOrd="1" destOrd="0" parTransId="{2D6D2ED3-F5EC-46DA-869C-B1630285E8FA}" sibTransId="{417F0EDD-D3D0-4DA8-9B2C-25750BAFEDCE}"/>
    <dgm:cxn modelId="{71D58F2B-0410-461C-B4BB-2CFBD75BE36A}" srcId="{DD614525-33FB-44D5-9D53-1E0D26337795}" destId="{6FDF72E7-7AF2-4D14-BB48-548A41FA6CB0}" srcOrd="0" destOrd="0" parTransId="{F1DBDBBA-2E53-44D5-A57C-DD4EA920B304}" sibTransId="{860CDAD5-CBAB-40CB-89FA-6B3C84BF684B}"/>
    <dgm:cxn modelId="{9CC69131-611E-412E-B4C8-CF9707419061}" srcId="{64E4DD1A-BD3E-4977-A6AD-F9555777D415}" destId="{B18C95A1-3B2E-42E6-8096-9FF9E4A80DB3}" srcOrd="5" destOrd="0" parTransId="{7A7BF2BD-E168-4526-A4DB-D8D778AC80E2}" sibTransId="{57F683CD-70B0-4712-AF55-0CFA58D4D1CD}"/>
    <dgm:cxn modelId="{CC2D313C-0D97-4FFB-B603-46FB58CA3ADA}" type="presOf" srcId="{7379F605-6842-480F-8B21-FDAF8ABC512E}" destId="{70EFB5BD-C21B-4191-8682-E59CE8404437}" srcOrd="0" destOrd="0" presId="urn:microsoft.com/office/officeart/2005/8/layout/vList5"/>
    <dgm:cxn modelId="{BDFE6743-B5EF-4E2A-B594-66AA218DD4A8}" type="presOf" srcId="{DD614525-33FB-44D5-9D53-1E0D26337795}" destId="{D42A65DE-8BFE-4598-B5E7-F72F5F90C1AD}" srcOrd="0" destOrd="0" presId="urn:microsoft.com/office/officeart/2005/8/layout/vList5"/>
    <dgm:cxn modelId="{5D8CE86F-BAED-47B6-848E-1FF476A55228}" type="presOf" srcId="{EAF327F6-3BBD-4270-80BE-8793C0BD186F}" destId="{54CB25DB-4EDB-47B6-BF16-BB354E89DAA5}" srcOrd="0" destOrd="0" presId="urn:microsoft.com/office/officeart/2005/8/layout/vList5"/>
    <dgm:cxn modelId="{FE663B71-956F-4737-8F7D-828275AFB8FA}" srcId="{64E4DD1A-BD3E-4977-A6AD-F9555777D415}" destId="{425B1AA2-BB45-4739-BEFE-9449B09FB529}" srcOrd="2" destOrd="0" parTransId="{8428BF4F-F869-4824-9941-706520B5C13D}" sibTransId="{6052C782-FCB5-4990-B322-559921A9B8E9}"/>
    <dgm:cxn modelId="{C38B6376-6AF4-474B-B631-B57976EEA19A}" type="presOf" srcId="{CE04A82B-47A6-497A-8C10-4FFCF11D2DE6}" destId="{735C8198-D2E5-455B-B3F5-0C755C25C9D5}" srcOrd="0" destOrd="0" presId="urn:microsoft.com/office/officeart/2005/8/layout/vList5"/>
    <dgm:cxn modelId="{DA50B478-AAA0-4CF0-8854-1AC6E9811196}" srcId="{B18C95A1-3B2E-42E6-8096-9FF9E4A80DB3}" destId="{8C6A5A44-5AEC-460D-BCBB-36855E9225EE}" srcOrd="0" destOrd="0" parTransId="{6705502F-945E-4443-84A3-17DAA137E203}" sibTransId="{80CA9DCA-1ACB-4874-ADC2-3A189FCA42D9}"/>
    <dgm:cxn modelId="{2807467C-7A8A-4E32-8C99-B1BAF9EE5C33}" type="presOf" srcId="{6FDF72E7-7AF2-4D14-BB48-548A41FA6CB0}" destId="{50A42396-A1AE-4384-AF6B-B2CD5585D11C}" srcOrd="0" destOrd="0" presId="urn:microsoft.com/office/officeart/2005/8/layout/vList5"/>
    <dgm:cxn modelId="{A8AE3A7E-D699-4BD7-8F85-397EB1EEB91A}" srcId="{EAF327F6-3BBD-4270-80BE-8793C0BD186F}" destId="{F73E583E-7B48-40E3-85C4-824112510368}" srcOrd="0" destOrd="0" parTransId="{552ED75C-FC31-402C-9F33-C82B0F6B98C5}" sibTransId="{297C6DC9-A020-4530-8360-7EA338484E3C}"/>
    <dgm:cxn modelId="{09D31880-C3EC-42B1-9101-6B319278F9D2}" srcId="{9EF72E3E-0740-4895-9757-401357220618}" destId="{CE04A82B-47A6-497A-8C10-4FFCF11D2DE6}" srcOrd="0" destOrd="0" parTransId="{A74CEDB5-086A-4008-8466-F28CFA0F9C85}" sibTransId="{8CC2ACC9-0342-4D31-8C98-BEA2E6A36311}"/>
    <dgm:cxn modelId="{871AF484-3A86-4621-8D60-450DBA26E178}" type="presOf" srcId="{505F3B54-24FD-4452-A9AF-46D346800F0E}" destId="{C328EDE5-219C-4E37-9D08-1478F42257E2}" srcOrd="0" destOrd="0" presId="urn:microsoft.com/office/officeart/2005/8/layout/vList5"/>
    <dgm:cxn modelId="{87693D89-656F-4BB5-857E-2D4FE8B51E05}" type="presOf" srcId="{425B1AA2-BB45-4739-BEFE-9449B09FB529}" destId="{A13F48A3-EBEF-4B0A-A0C7-CB1DBE32C89E}" srcOrd="0" destOrd="0" presId="urn:microsoft.com/office/officeart/2005/8/layout/vList5"/>
    <dgm:cxn modelId="{C9811195-5520-4509-AC1A-30D47BF37049}" srcId="{64E4DD1A-BD3E-4977-A6AD-F9555777D415}" destId="{9EF72E3E-0740-4895-9757-401357220618}" srcOrd="0" destOrd="0" parTransId="{A55EE406-B4BA-43E2-A607-259DC77E4C4B}" sibTransId="{E2E5D2F8-3EBC-4C09-8BA2-BA937BD51F8F}"/>
    <dgm:cxn modelId="{EADA159D-C5D7-48DC-A9BE-09808ECAA370}" type="presOf" srcId="{0D43FC6C-2953-4C0A-8C48-F5E2F4937B7C}" destId="{50122EA7-A535-4BC3-BA34-72C02A286626}" srcOrd="0" destOrd="0" presId="urn:microsoft.com/office/officeart/2005/8/layout/vList5"/>
    <dgm:cxn modelId="{C3A7DDA5-1705-4F25-9789-37924C57CE41}" srcId="{425B1AA2-BB45-4739-BEFE-9449B09FB529}" destId="{7379F605-6842-480F-8B21-FDAF8ABC512E}" srcOrd="0" destOrd="0" parTransId="{978535A7-F8BA-4A0A-BCA8-188CE4BA7F30}" sibTransId="{0BF2183D-D3CD-4C54-992A-CAF44BE8413A}"/>
    <dgm:cxn modelId="{1EC214B9-AE88-49F3-B01C-A8554C5BDA60}" type="presOf" srcId="{8C6A5A44-5AEC-460D-BCBB-36855E9225EE}" destId="{27F9E0ED-155B-46CF-AAD4-40B047A3774C}" srcOrd="0" destOrd="0" presId="urn:microsoft.com/office/officeart/2005/8/layout/vList5"/>
    <dgm:cxn modelId="{96E87DC9-2E24-44CE-BF5D-DE9E9A703102}" srcId="{64E4DD1A-BD3E-4977-A6AD-F9555777D415}" destId="{0D43FC6C-2953-4C0A-8C48-F5E2F4937B7C}" srcOrd="3" destOrd="0" parTransId="{F54D7358-3C45-485A-BC00-DC23FCCC9E7A}" sibTransId="{DA1893FD-5941-4FED-97CF-D5AABB870BDF}"/>
    <dgm:cxn modelId="{4AD7A1CB-DDC1-4306-984E-1B748420F06E}" type="presOf" srcId="{9EF72E3E-0740-4895-9757-401357220618}" destId="{31E7DE9E-45E9-4643-AA06-5CBCA8E61A25}" srcOrd="0" destOrd="0" presId="urn:microsoft.com/office/officeart/2005/8/layout/vList5"/>
    <dgm:cxn modelId="{4A6A72CE-040D-499B-A3EB-42D31C07298F}" type="presOf" srcId="{64E4DD1A-BD3E-4977-A6AD-F9555777D415}" destId="{91C616DF-76A0-4B53-AC71-132FA2DDEE6B}" srcOrd="0" destOrd="0" presId="urn:microsoft.com/office/officeart/2005/8/layout/vList5"/>
    <dgm:cxn modelId="{164B98DB-5DAA-46E2-AA8F-016699597BA5}" srcId="{64E4DD1A-BD3E-4977-A6AD-F9555777D415}" destId="{DD614525-33FB-44D5-9D53-1E0D26337795}" srcOrd="4" destOrd="0" parTransId="{EAF0517D-EB42-4530-9503-5E6338EBA405}" sibTransId="{BD6FC7C6-81EA-4B19-9A4D-29CA686E8EDC}"/>
    <dgm:cxn modelId="{D4399765-9CE2-4519-9C24-DB77A5FFA6C3}" type="presParOf" srcId="{91C616DF-76A0-4B53-AC71-132FA2DDEE6B}" destId="{93B18FDF-1A92-4F57-B87D-86790743A1C6}" srcOrd="0" destOrd="0" presId="urn:microsoft.com/office/officeart/2005/8/layout/vList5"/>
    <dgm:cxn modelId="{F3C84CCA-BD4B-49E0-A444-4375ACE7F9D8}" type="presParOf" srcId="{93B18FDF-1A92-4F57-B87D-86790743A1C6}" destId="{31E7DE9E-45E9-4643-AA06-5CBCA8E61A25}" srcOrd="0" destOrd="0" presId="urn:microsoft.com/office/officeart/2005/8/layout/vList5"/>
    <dgm:cxn modelId="{784F49D6-3CC5-4EDB-A6BE-95715E3F0D63}" type="presParOf" srcId="{93B18FDF-1A92-4F57-B87D-86790743A1C6}" destId="{735C8198-D2E5-455B-B3F5-0C755C25C9D5}" srcOrd="1" destOrd="0" presId="urn:microsoft.com/office/officeart/2005/8/layout/vList5"/>
    <dgm:cxn modelId="{3662E999-C770-4E9A-854A-9E7A1EE063D2}" type="presParOf" srcId="{91C616DF-76A0-4B53-AC71-132FA2DDEE6B}" destId="{BAB34815-99C4-4E5F-BEA0-BD89650ACE90}" srcOrd="1" destOrd="0" presId="urn:microsoft.com/office/officeart/2005/8/layout/vList5"/>
    <dgm:cxn modelId="{BCA10872-AE8E-494A-B051-D9F87D8F4F92}" type="presParOf" srcId="{91C616DF-76A0-4B53-AC71-132FA2DDEE6B}" destId="{32E8F4D1-8A6A-4D32-81F5-E7BDAAD0A594}" srcOrd="2" destOrd="0" presId="urn:microsoft.com/office/officeart/2005/8/layout/vList5"/>
    <dgm:cxn modelId="{CE467B39-CC36-472E-879D-FB3A5FC59866}" type="presParOf" srcId="{32E8F4D1-8A6A-4D32-81F5-E7BDAAD0A594}" destId="{54CB25DB-4EDB-47B6-BF16-BB354E89DAA5}" srcOrd="0" destOrd="0" presId="urn:microsoft.com/office/officeart/2005/8/layout/vList5"/>
    <dgm:cxn modelId="{F9AC7015-966D-4FC4-B370-8957B4A0736C}" type="presParOf" srcId="{32E8F4D1-8A6A-4D32-81F5-E7BDAAD0A594}" destId="{B211D948-9716-439D-82AC-DB604FC540F6}" srcOrd="1" destOrd="0" presId="urn:microsoft.com/office/officeart/2005/8/layout/vList5"/>
    <dgm:cxn modelId="{F9F2BEBF-035F-45E0-878E-70B1C1713BDD}" type="presParOf" srcId="{91C616DF-76A0-4B53-AC71-132FA2DDEE6B}" destId="{5C05C211-9FA9-4047-AFB8-D6447F70380E}" srcOrd="3" destOrd="0" presId="urn:microsoft.com/office/officeart/2005/8/layout/vList5"/>
    <dgm:cxn modelId="{4988F920-F7BB-4BFC-9FC5-6B02F7FB1F66}" type="presParOf" srcId="{91C616DF-76A0-4B53-AC71-132FA2DDEE6B}" destId="{33C97150-2F1C-47D3-A00F-41B09D0D1766}" srcOrd="4" destOrd="0" presId="urn:microsoft.com/office/officeart/2005/8/layout/vList5"/>
    <dgm:cxn modelId="{24E3A278-40EC-4391-A3B1-DDCB273CD71E}" type="presParOf" srcId="{33C97150-2F1C-47D3-A00F-41B09D0D1766}" destId="{A13F48A3-EBEF-4B0A-A0C7-CB1DBE32C89E}" srcOrd="0" destOrd="0" presId="urn:microsoft.com/office/officeart/2005/8/layout/vList5"/>
    <dgm:cxn modelId="{C80306CD-6B58-4CC1-B5AA-9D0DB7AC1FE6}" type="presParOf" srcId="{33C97150-2F1C-47D3-A00F-41B09D0D1766}" destId="{70EFB5BD-C21B-4191-8682-E59CE8404437}" srcOrd="1" destOrd="0" presId="urn:microsoft.com/office/officeart/2005/8/layout/vList5"/>
    <dgm:cxn modelId="{ACE5550A-24B4-4E4C-9236-4F538059B112}" type="presParOf" srcId="{91C616DF-76A0-4B53-AC71-132FA2DDEE6B}" destId="{2CA1F16F-D7C2-432F-933C-A161CF3FBE45}" srcOrd="5" destOrd="0" presId="urn:microsoft.com/office/officeart/2005/8/layout/vList5"/>
    <dgm:cxn modelId="{F196DCC5-E6FA-4143-BD90-7DA4B4C347EE}" type="presParOf" srcId="{91C616DF-76A0-4B53-AC71-132FA2DDEE6B}" destId="{366E5853-0238-4A9B-ADEB-A833B687C987}" srcOrd="6" destOrd="0" presId="urn:microsoft.com/office/officeart/2005/8/layout/vList5"/>
    <dgm:cxn modelId="{C3B8AF7D-D36C-43F1-A6A5-EE83AA426424}" type="presParOf" srcId="{366E5853-0238-4A9B-ADEB-A833B687C987}" destId="{50122EA7-A535-4BC3-BA34-72C02A286626}" srcOrd="0" destOrd="0" presId="urn:microsoft.com/office/officeart/2005/8/layout/vList5"/>
    <dgm:cxn modelId="{ADD15741-C059-473B-8020-EEE28018E564}" type="presParOf" srcId="{366E5853-0238-4A9B-ADEB-A833B687C987}" destId="{C328EDE5-219C-4E37-9D08-1478F42257E2}" srcOrd="1" destOrd="0" presId="urn:microsoft.com/office/officeart/2005/8/layout/vList5"/>
    <dgm:cxn modelId="{5934A6FD-BE5A-4213-9C5A-B1642F8DB324}" type="presParOf" srcId="{91C616DF-76A0-4B53-AC71-132FA2DDEE6B}" destId="{264D9124-26E8-4B9F-B929-1D7377887CF2}" srcOrd="7" destOrd="0" presId="urn:microsoft.com/office/officeart/2005/8/layout/vList5"/>
    <dgm:cxn modelId="{ED052C4A-BDBE-4C43-93E4-5DA7CD4DBEA7}" type="presParOf" srcId="{91C616DF-76A0-4B53-AC71-132FA2DDEE6B}" destId="{50B1C860-A6B0-413E-BF00-265B16665DB7}" srcOrd="8" destOrd="0" presId="urn:microsoft.com/office/officeart/2005/8/layout/vList5"/>
    <dgm:cxn modelId="{DBEAD9F0-3E36-48D7-8B09-7C56B8FB0F6B}" type="presParOf" srcId="{50B1C860-A6B0-413E-BF00-265B16665DB7}" destId="{D42A65DE-8BFE-4598-B5E7-F72F5F90C1AD}" srcOrd="0" destOrd="0" presId="urn:microsoft.com/office/officeart/2005/8/layout/vList5"/>
    <dgm:cxn modelId="{8DC7DFB3-4B26-4FCA-BFDD-006132A7C1F5}" type="presParOf" srcId="{50B1C860-A6B0-413E-BF00-265B16665DB7}" destId="{50A42396-A1AE-4384-AF6B-B2CD5585D11C}" srcOrd="1" destOrd="0" presId="urn:microsoft.com/office/officeart/2005/8/layout/vList5"/>
    <dgm:cxn modelId="{8D61A233-8291-40BB-8134-7294AF0C1621}" type="presParOf" srcId="{91C616DF-76A0-4B53-AC71-132FA2DDEE6B}" destId="{A703D7B4-049E-4837-B36D-D2F09788AC2A}" srcOrd="9" destOrd="0" presId="urn:microsoft.com/office/officeart/2005/8/layout/vList5"/>
    <dgm:cxn modelId="{EBF7D181-0283-4CC8-BAD2-112535990294}" type="presParOf" srcId="{91C616DF-76A0-4B53-AC71-132FA2DDEE6B}" destId="{CA80A8A7-842D-475F-B49B-11D21567715E}" srcOrd="10" destOrd="0" presId="urn:microsoft.com/office/officeart/2005/8/layout/vList5"/>
    <dgm:cxn modelId="{25E0196B-E892-42B1-9F4E-25F933774CDD}" type="presParOf" srcId="{CA80A8A7-842D-475F-B49B-11D21567715E}" destId="{BF038CF8-7C59-4754-BBC2-3F33BBC3BC2F}" srcOrd="0" destOrd="0" presId="urn:microsoft.com/office/officeart/2005/8/layout/vList5"/>
    <dgm:cxn modelId="{FD864991-3D55-4862-ABB5-B7307EA64411}" type="presParOf" srcId="{CA80A8A7-842D-475F-B49B-11D21567715E}" destId="{27F9E0ED-155B-46CF-AAD4-40B047A3774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E4DD1A-BD3E-4977-A6AD-F9555777D415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pPr latinLnBrk="1"/>
          <a:endParaRPr lang="ko-KR" altLang="en-US"/>
        </a:p>
      </dgm:t>
    </dgm:pt>
    <dgm:pt modelId="{91C616DF-76A0-4B53-AC71-132FA2DDEE6B}" type="pres">
      <dgm:prSet presAssocID="{64E4DD1A-BD3E-4977-A6AD-F9555777D415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4A6A72CE-040D-499B-A3EB-42D31C07298F}" type="presOf" srcId="{64E4DD1A-BD3E-4977-A6AD-F9555777D415}" destId="{91C616DF-76A0-4B53-AC71-132FA2DDEE6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A7EE7-A7C4-4018-8E32-11952062AC43}">
      <dsp:nvSpPr>
        <dsp:cNvPr id="0" name=""/>
        <dsp:cNvSpPr/>
      </dsp:nvSpPr>
      <dsp:spPr>
        <a:xfrm>
          <a:off x="3744" y="398490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900" b="0" i="0" kern="1200"/>
            <a:t>전원 인가</a:t>
          </a:r>
          <a:endParaRPr lang="ko-KR" sz="1900" kern="1200"/>
        </a:p>
      </dsp:txBody>
      <dsp:txXfrm>
        <a:off x="32514" y="427260"/>
        <a:ext cx="1579596" cy="924742"/>
      </dsp:txXfrm>
    </dsp:sp>
    <dsp:sp modelId="{9C11221E-BD93-4440-BE0B-6E0A52FC26C1}">
      <dsp:nvSpPr>
        <dsp:cNvPr id="0" name=""/>
        <dsp:cNvSpPr/>
      </dsp:nvSpPr>
      <dsp:spPr>
        <a:xfrm>
          <a:off x="1784949" y="686626"/>
          <a:ext cx="347072" cy="406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1784949" y="767828"/>
        <a:ext cx="242950" cy="243605"/>
      </dsp:txXfrm>
    </dsp:sp>
    <dsp:sp modelId="{94A0FE94-87F0-4560-AC51-4FF4D3A4BC6C}">
      <dsp:nvSpPr>
        <dsp:cNvPr id="0" name=""/>
        <dsp:cNvSpPr/>
      </dsp:nvSpPr>
      <dsp:spPr>
        <a:xfrm>
          <a:off x="2295735" y="398490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196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POST </a:t>
          </a:r>
          <a:r>
            <a:rPr lang="ko-KR" sz="1900" b="0" i="0" kern="1200"/>
            <a:t>실행</a:t>
          </a:r>
          <a:endParaRPr lang="ko-KR" sz="1900" kern="1200"/>
        </a:p>
      </dsp:txBody>
      <dsp:txXfrm>
        <a:off x="2324505" y="427260"/>
        <a:ext cx="1579596" cy="924742"/>
      </dsp:txXfrm>
    </dsp:sp>
    <dsp:sp modelId="{7545E7B7-4FB2-4144-BD48-7C88CEC6E9BA}">
      <dsp:nvSpPr>
        <dsp:cNvPr id="0" name=""/>
        <dsp:cNvSpPr/>
      </dsp:nvSpPr>
      <dsp:spPr>
        <a:xfrm>
          <a:off x="4076940" y="686626"/>
          <a:ext cx="347072" cy="406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20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4076940" y="767828"/>
        <a:ext cx="242950" cy="243605"/>
      </dsp:txXfrm>
    </dsp:sp>
    <dsp:sp modelId="{41BD0A0A-140F-421C-8B71-7A768BF56A79}">
      <dsp:nvSpPr>
        <dsp:cNvPr id="0" name=""/>
        <dsp:cNvSpPr/>
      </dsp:nvSpPr>
      <dsp:spPr>
        <a:xfrm>
          <a:off x="4587727" y="398490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39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BIOS </a:t>
          </a:r>
          <a:r>
            <a:rPr lang="ko-KR" sz="1900" b="0" i="0" kern="1200"/>
            <a:t>설정 로드</a:t>
          </a:r>
          <a:endParaRPr lang="ko-KR" sz="1900" kern="1200"/>
        </a:p>
      </dsp:txBody>
      <dsp:txXfrm>
        <a:off x="4616497" y="427260"/>
        <a:ext cx="1579596" cy="924742"/>
      </dsp:txXfrm>
    </dsp:sp>
    <dsp:sp modelId="{E720BC87-3C6D-47D4-9147-359BF84C55AC}">
      <dsp:nvSpPr>
        <dsp:cNvPr id="0" name=""/>
        <dsp:cNvSpPr/>
      </dsp:nvSpPr>
      <dsp:spPr>
        <a:xfrm>
          <a:off x="6368932" y="686626"/>
          <a:ext cx="347072" cy="406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412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6368932" y="767828"/>
        <a:ext cx="242950" cy="243605"/>
      </dsp:txXfrm>
    </dsp:sp>
    <dsp:sp modelId="{1F9A5348-7117-4559-958B-3455C15310EF}">
      <dsp:nvSpPr>
        <dsp:cNvPr id="0" name=""/>
        <dsp:cNvSpPr/>
      </dsp:nvSpPr>
      <dsp:spPr>
        <a:xfrm>
          <a:off x="6879718" y="398490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590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900" b="0" i="0" kern="1200"/>
            <a:t>부트 로더 실행</a:t>
          </a:r>
          <a:endParaRPr lang="ko-KR" sz="1900" kern="1200"/>
        </a:p>
      </dsp:txBody>
      <dsp:txXfrm>
        <a:off x="6908488" y="427260"/>
        <a:ext cx="1579596" cy="924742"/>
      </dsp:txXfrm>
    </dsp:sp>
    <dsp:sp modelId="{C59BA1AB-6DA7-4987-964E-A93B0D65AD1E}">
      <dsp:nvSpPr>
        <dsp:cNvPr id="0" name=""/>
        <dsp:cNvSpPr/>
      </dsp:nvSpPr>
      <dsp:spPr>
        <a:xfrm rot="5400000">
          <a:off x="7524750" y="1495372"/>
          <a:ext cx="347072" cy="406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6188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 rot="-5400000">
        <a:off x="7576484" y="1524840"/>
        <a:ext cx="243605" cy="242950"/>
      </dsp:txXfrm>
    </dsp:sp>
    <dsp:sp modelId="{2C4EB376-806E-4901-BA3C-A6FA07DD1F0A}">
      <dsp:nvSpPr>
        <dsp:cNvPr id="0" name=""/>
        <dsp:cNvSpPr/>
      </dsp:nvSpPr>
      <dsp:spPr>
        <a:xfrm>
          <a:off x="6879718" y="2035627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590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900" b="0" i="0" kern="1200"/>
            <a:t>운영체제 커널 로드</a:t>
          </a:r>
          <a:endParaRPr lang="ko-KR" sz="1900" kern="1200"/>
        </a:p>
      </dsp:txBody>
      <dsp:txXfrm>
        <a:off x="6908488" y="2064397"/>
        <a:ext cx="1579596" cy="924742"/>
      </dsp:txXfrm>
    </dsp:sp>
    <dsp:sp modelId="{D2A15DC4-7B17-44E9-8CD7-4F72409A0131}">
      <dsp:nvSpPr>
        <dsp:cNvPr id="0" name=""/>
        <dsp:cNvSpPr/>
      </dsp:nvSpPr>
      <dsp:spPr>
        <a:xfrm rot="10800000">
          <a:off x="6388577" y="2323763"/>
          <a:ext cx="347072" cy="406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412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 rot="10800000">
        <a:off x="6492699" y="2404965"/>
        <a:ext cx="242950" cy="243605"/>
      </dsp:txXfrm>
    </dsp:sp>
    <dsp:sp modelId="{5AD539F1-A105-4350-938B-7835869C4DCE}">
      <dsp:nvSpPr>
        <dsp:cNvPr id="0" name=""/>
        <dsp:cNvSpPr/>
      </dsp:nvSpPr>
      <dsp:spPr>
        <a:xfrm>
          <a:off x="4587727" y="2035627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39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900" b="0" i="0" kern="1200"/>
            <a:t>초기 프로세스 실행</a:t>
          </a:r>
          <a:endParaRPr lang="ko-KR" sz="1900" kern="1200"/>
        </a:p>
      </dsp:txBody>
      <dsp:txXfrm>
        <a:off x="4616497" y="2064397"/>
        <a:ext cx="1579596" cy="924742"/>
      </dsp:txXfrm>
    </dsp:sp>
    <dsp:sp modelId="{0A0E3320-25CE-44A8-9053-46E211FBA411}">
      <dsp:nvSpPr>
        <dsp:cNvPr id="0" name=""/>
        <dsp:cNvSpPr/>
      </dsp:nvSpPr>
      <dsp:spPr>
        <a:xfrm rot="10800000">
          <a:off x="4096586" y="2323763"/>
          <a:ext cx="347072" cy="406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20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 rot="10800000">
        <a:off x="4200708" y="2404965"/>
        <a:ext cx="242950" cy="243605"/>
      </dsp:txXfrm>
    </dsp:sp>
    <dsp:sp modelId="{85FA455D-3D15-4519-BE9F-07992146BCF0}">
      <dsp:nvSpPr>
        <dsp:cNvPr id="0" name=""/>
        <dsp:cNvSpPr/>
      </dsp:nvSpPr>
      <dsp:spPr>
        <a:xfrm>
          <a:off x="2295735" y="2035627"/>
          <a:ext cx="1637136" cy="9822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196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900" b="0" i="0" kern="1200"/>
            <a:t>사용자 인터페이스 실행</a:t>
          </a:r>
          <a:endParaRPr lang="ko-KR" sz="1900" kern="1200"/>
        </a:p>
      </dsp:txBody>
      <dsp:txXfrm>
        <a:off x="2324505" y="2064397"/>
        <a:ext cx="1579596" cy="924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8D6F-555E-457C-A8EB-2E7FE41C032C}">
      <dsp:nvSpPr>
        <dsp:cNvPr id="0" name=""/>
        <dsp:cNvSpPr/>
      </dsp:nvSpPr>
      <dsp:spPr>
        <a:xfrm>
          <a:off x="0" y="262080"/>
          <a:ext cx="8520600" cy="585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293" tIns="249936" rIns="661293" bIns="85344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ko-KR" sz="1200" kern="1200" dirty="0"/>
            <a:t>산술 논리 장치</a:t>
          </a:r>
          <a:r>
            <a:rPr lang="en-US" sz="1200" kern="1200" dirty="0"/>
            <a:t>, </a:t>
          </a:r>
          <a:r>
            <a:rPr lang="ko-KR" sz="1200" kern="1200" dirty="0"/>
            <a:t>제어 장치</a:t>
          </a:r>
          <a:r>
            <a:rPr lang="en-US" sz="1200" kern="1200" dirty="0"/>
            <a:t>, </a:t>
          </a:r>
          <a:r>
            <a:rPr lang="ko-KR" sz="1200" kern="1200" dirty="0"/>
            <a:t>레지스터 장치를 하나의 집적회로로 구성한 것</a:t>
          </a:r>
          <a:r>
            <a:rPr lang="en-US" altLang="ko-KR" sz="1200" kern="1200" dirty="0"/>
            <a:t> (</a:t>
          </a:r>
          <a:r>
            <a:rPr lang="en-US" sz="1200" kern="1200" dirty="0" err="1"/>
            <a:t>os</a:t>
          </a:r>
          <a:r>
            <a:rPr lang="ko-KR" sz="1200" kern="1200" dirty="0"/>
            <a:t>가 없는 장치</a:t>
          </a:r>
          <a:r>
            <a:rPr lang="en-US" altLang="ko-KR" sz="1200" kern="1200" dirty="0"/>
            <a:t>)</a:t>
          </a:r>
          <a:endParaRPr lang="ko-KR" altLang="en-US" sz="1200" kern="1200" dirty="0"/>
        </a:p>
      </dsp:txBody>
      <dsp:txXfrm>
        <a:off x="0" y="262080"/>
        <a:ext cx="8520600" cy="585900"/>
      </dsp:txXfrm>
    </dsp:sp>
    <dsp:sp modelId="{64E93AE9-43C2-4898-A34B-9B1AE7A78E70}">
      <dsp:nvSpPr>
        <dsp:cNvPr id="0" name=""/>
        <dsp:cNvSpPr/>
      </dsp:nvSpPr>
      <dsp:spPr>
        <a:xfrm>
          <a:off x="426030" y="84959"/>
          <a:ext cx="5964420" cy="35424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441" tIns="0" rIns="225441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마이크로 프로세서</a:t>
          </a:r>
        </a:p>
      </dsp:txBody>
      <dsp:txXfrm>
        <a:off x="443323" y="102252"/>
        <a:ext cx="5929834" cy="319654"/>
      </dsp:txXfrm>
    </dsp:sp>
    <dsp:sp modelId="{F6432455-34F6-4B9E-8DC0-57F4232D60C6}">
      <dsp:nvSpPr>
        <dsp:cNvPr id="0" name=""/>
        <dsp:cNvSpPr/>
      </dsp:nvSpPr>
      <dsp:spPr>
        <a:xfrm>
          <a:off x="0" y="1089900"/>
          <a:ext cx="8520600" cy="585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160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293" tIns="249936" rIns="661293" bIns="85344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ko-KR" sz="1200" kern="1200"/>
            <a:t>메모리와 프로세스를 관리</a:t>
          </a:r>
          <a:r>
            <a:rPr lang="en-US" sz="1200" kern="1200"/>
            <a:t>, </a:t>
          </a:r>
          <a:r>
            <a:rPr lang="ko-KR" sz="1200" kern="1200"/>
            <a:t>네트워크를 연결 등 주요 기능 제공</a:t>
          </a:r>
          <a:endParaRPr lang="ko-KR" altLang="en-US" sz="1200" kern="1200" dirty="0"/>
        </a:p>
      </dsp:txBody>
      <dsp:txXfrm>
        <a:off x="0" y="1089900"/>
        <a:ext cx="8520600" cy="585900"/>
      </dsp:txXfrm>
    </dsp:sp>
    <dsp:sp modelId="{227930D9-37B9-465F-AD0C-660FEAB00389}">
      <dsp:nvSpPr>
        <dsp:cNvPr id="0" name=""/>
        <dsp:cNvSpPr/>
      </dsp:nvSpPr>
      <dsp:spPr>
        <a:xfrm>
          <a:off x="426030" y="912780"/>
          <a:ext cx="5964420" cy="35424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160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441" tIns="0" rIns="225441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커널</a:t>
          </a:r>
        </a:p>
      </dsp:txBody>
      <dsp:txXfrm>
        <a:off x="443323" y="930073"/>
        <a:ext cx="5929834" cy="319654"/>
      </dsp:txXfrm>
    </dsp:sp>
    <dsp:sp modelId="{D53B125E-0F65-498F-8735-DC07AA68B3A8}">
      <dsp:nvSpPr>
        <dsp:cNvPr id="0" name=""/>
        <dsp:cNvSpPr/>
      </dsp:nvSpPr>
      <dsp:spPr>
        <a:xfrm>
          <a:off x="0" y="1917720"/>
          <a:ext cx="8520600" cy="585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320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293" tIns="249936" rIns="661293" bIns="85344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ko-KR" sz="1200" kern="1200"/>
            <a:t>저장 장치에서 파일 저장 및 관리하는 소프트웨어</a:t>
          </a:r>
          <a:endParaRPr lang="ko-KR" altLang="en-US" sz="1200" kern="1200" dirty="0"/>
        </a:p>
      </dsp:txBody>
      <dsp:txXfrm>
        <a:off x="0" y="1917720"/>
        <a:ext cx="8520600" cy="585900"/>
      </dsp:txXfrm>
    </dsp:sp>
    <dsp:sp modelId="{E76E0026-D52F-49C2-B3D9-8052A523A37A}">
      <dsp:nvSpPr>
        <dsp:cNvPr id="0" name=""/>
        <dsp:cNvSpPr/>
      </dsp:nvSpPr>
      <dsp:spPr>
        <a:xfrm>
          <a:off x="426030" y="1740599"/>
          <a:ext cx="5964420" cy="35424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3200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441" tIns="0" rIns="225441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파일</a:t>
          </a:r>
          <a:r>
            <a:rPr lang="en-US" altLang="ko-KR" sz="1200" kern="1200" dirty="0"/>
            <a:t>, </a:t>
          </a:r>
          <a:r>
            <a:rPr lang="ko-KR" altLang="en-US" sz="1200" kern="1200" dirty="0"/>
            <a:t>파일 시스템</a:t>
          </a:r>
        </a:p>
      </dsp:txBody>
      <dsp:txXfrm>
        <a:off x="443323" y="1757892"/>
        <a:ext cx="5929834" cy="319654"/>
      </dsp:txXfrm>
    </dsp:sp>
    <dsp:sp modelId="{530D7671-DBC0-48AF-8E26-C46817FD360C}">
      <dsp:nvSpPr>
        <dsp:cNvPr id="0" name=""/>
        <dsp:cNvSpPr/>
      </dsp:nvSpPr>
      <dsp:spPr>
        <a:xfrm>
          <a:off x="0" y="2745540"/>
          <a:ext cx="8520600" cy="585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480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293" tIns="249936" rIns="661293" bIns="85344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/>
            <a:t>네트워크 드라이버</a:t>
          </a:r>
          <a:r>
            <a:rPr lang="en-US" altLang="ko-KR" sz="1200" kern="1200" dirty="0"/>
            <a:t>, </a:t>
          </a:r>
          <a:r>
            <a:rPr lang="ko-KR" altLang="en-US" sz="1200" kern="1200" dirty="0"/>
            <a:t>네트워크 스택</a:t>
          </a:r>
          <a:r>
            <a:rPr lang="en-US" altLang="ko-KR" sz="1200" kern="1200" dirty="0"/>
            <a:t>, </a:t>
          </a:r>
          <a:r>
            <a:rPr lang="ko-KR" altLang="en-US" sz="1200" kern="1200" dirty="0"/>
            <a:t>네트워크 </a:t>
          </a:r>
          <a:r>
            <a:rPr lang="ko-KR" altLang="en-US" sz="1200" kern="1200" dirty="0" err="1"/>
            <a:t>프로토골</a:t>
          </a:r>
          <a:endParaRPr lang="ko-KR" altLang="en-US" sz="1200" kern="1200" dirty="0"/>
        </a:p>
      </dsp:txBody>
      <dsp:txXfrm>
        <a:off x="0" y="2745540"/>
        <a:ext cx="8520600" cy="585900"/>
      </dsp:txXfrm>
    </dsp:sp>
    <dsp:sp modelId="{C2121A7F-D13B-4E4F-BBC7-8ACE62E30DED}">
      <dsp:nvSpPr>
        <dsp:cNvPr id="0" name=""/>
        <dsp:cNvSpPr/>
      </dsp:nvSpPr>
      <dsp:spPr>
        <a:xfrm>
          <a:off x="426030" y="2568420"/>
          <a:ext cx="5964420" cy="35424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480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441" tIns="0" rIns="225441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네트워크 시스템</a:t>
          </a:r>
        </a:p>
      </dsp:txBody>
      <dsp:txXfrm>
        <a:off x="443323" y="2585713"/>
        <a:ext cx="5929834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C8198-D2E5-455B-B3F5-0C755C25C9D5}">
      <dsp:nvSpPr>
        <dsp:cNvPr id="0" name=""/>
        <dsp:cNvSpPr/>
      </dsp:nvSpPr>
      <dsp:spPr>
        <a:xfrm rot="5400000">
          <a:off x="5575478" y="-2452491"/>
          <a:ext cx="437058" cy="54531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프로세스 생성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스케줄링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관리</a:t>
          </a:r>
        </a:p>
      </dsp:txBody>
      <dsp:txXfrm rot="-5400000">
        <a:off x="3067416" y="76906"/>
        <a:ext cx="5431849" cy="394388"/>
      </dsp:txXfrm>
    </dsp:sp>
    <dsp:sp modelId="{31E7DE9E-45E9-4643-AA06-5CBCA8E61A25}">
      <dsp:nvSpPr>
        <dsp:cNvPr id="0" name=""/>
        <dsp:cNvSpPr/>
      </dsp:nvSpPr>
      <dsp:spPr>
        <a:xfrm>
          <a:off x="0" y="938"/>
          <a:ext cx="3067416" cy="546323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프로세스 관리</a:t>
          </a:r>
        </a:p>
      </dsp:txBody>
      <dsp:txXfrm>
        <a:off x="26669" y="27607"/>
        <a:ext cx="3014078" cy="492985"/>
      </dsp:txXfrm>
    </dsp:sp>
    <dsp:sp modelId="{B211D948-9716-439D-82AC-DB604FC540F6}">
      <dsp:nvSpPr>
        <dsp:cNvPr id="0" name=""/>
        <dsp:cNvSpPr/>
      </dsp:nvSpPr>
      <dsp:spPr>
        <a:xfrm rot="5400000">
          <a:off x="5575478" y="-1878851"/>
          <a:ext cx="437058" cy="54531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물리적 메모리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가상 메모리 관리</a:t>
          </a:r>
        </a:p>
      </dsp:txBody>
      <dsp:txXfrm rot="-5400000">
        <a:off x="3067416" y="650546"/>
        <a:ext cx="5431849" cy="394388"/>
      </dsp:txXfrm>
    </dsp:sp>
    <dsp:sp modelId="{54CB25DB-4EDB-47B6-BF16-BB354E89DAA5}">
      <dsp:nvSpPr>
        <dsp:cNvPr id="0" name=""/>
        <dsp:cNvSpPr/>
      </dsp:nvSpPr>
      <dsp:spPr>
        <a:xfrm>
          <a:off x="0" y="574578"/>
          <a:ext cx="3067416" cy="546323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96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메모리 관리</a:t>
          </a:r>
        </a:p>
      </dsp:txBody>
      <dsp:txXfrm>
        <a:off x="26669" y="601247"/>
        <a:ext cx="3014078" cy="492985"/>
      </dsp:txXfrm>
    </dsp:sp>
    <dsp:sp modelId="{70EFB5BD-C21B-4191-8682-E59CE8404437}">
      <dsp:nvSpPr>
        <dsp:cNvPr id="0" name=""/>
        <dsp:cNvSpPr/>
      </dsp:nvSpPr>
      <dsp:spPr>
        <a:xfrm rot="5400000">
          <a:off x="5575478" y="-1305211"/>
          <a:ext cx="437058" cy="54531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파일</a:t>
          </a:r>
          <a:r>
            <a:rPr lang="en-US" altLang="ko-KR" sz="1600" kern="1200" dirty="0"/>
            <a:t>/</a:t>
          </a:r>
          <a:r>
            <a:rPr lang="ko-KR" altLang="en-US" sz="1600" kern="1200" dirty="0"/>
            <a:t>디렉터리 생성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읽기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쓰기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삭제</a:t>
          </a:r>
        </a:p>
      </dsp:txBody>
      <dsp:txXfrm rot="-5400000">
        <a:off x="3067416" y="1224186"/>
        <a:ext cx="5431849" cy="394388"/>
      </dsp:txXfrm>
    </dsp:sp>
    <dsp:sp modelId="{A13F48A3-EBEF-4B0A-A0C7-CB1DBE32C89E}">
      <dsp:nvSpPr>
        <dsp:cNvPr id="0" name=""/>
        <dsp:cNvSpPr/>
      </dsp:nvSpPr>
      <dsp:spPr>
        <a:xfrm>
          <a:off x="0" y="1148218"/>
          <a:ext cx="3067416" cy="546323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192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파일 시스템</a:t>
          </a:r>
        </a:p>
      </dsp:txBody>
      <dsp:txXfrm>
        <a:off x="26669" y="1174887"/>
        <a:ext cx="3014078" cy="492985"/>
      </dsp:txXfrm>
    </dsp:sp>
    <dsp:sp modelId="{C328EDE5-219C-4E37-9D08-1478F42257E2}">
      <dsp:nvSpPr>
        <dsp:cNvPr id="0" name=""/>
        <dsp:cNvSpPr/>
      </dsp:nvSpPr>
      <dsp:spPr>
        <a:xfrm rot="5400000">
          <a:off x="5575478" y="-731572"/>
          <a:ext cx="437058" cy="54531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데이터 입출력</a:t>
          </a:r>
          <a:r>
            <a:rPr lang="en-US" altLang="ko-KR" sz="1600" kern="1200" dirty="0"/>
            <a:t>, </a:t>
          </a:r>
          <a:r>
            <a:rPr lang="ko-KR" altLang="en-US" sz="1600" kern="1200" dirty="0" err="1"/>
            <a:t>버퍼링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스케줄링</a:t>
          </a:r>
        </a:p>
      </dsp:txBody>
      <dsp:txXfrm rot="-5400000">
        <a:off x="3067416" y="1797825"/>
        <a:ext cx="5431849" cy="394388"/>
      </dsp:txXfrm>
    </dsp:sp>
    <dsp:sp modelId="{50122EA7-A535-4BC3-BA34-72C02A286626}">
      <dsp:nvSpPr>
        <dsp:cNvPr id="0" name=""/>
        <dsp:cNvSpPr/>
      </dsp:nvSpPr>
      <dsp:spPr>
        <a:xfrm>
          <a:off x="0" y="1721858"/>
          <a:ext cx="3067416" cy="546323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288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입출력 관리</a:t>
          </a:r>
        </a:p>
      </dsp:txBody>
      <dsp:txXfrm>
        <a:off x="26669" y="1748527"/>
        <a:ext cx="3014078" cy="492985"/>
      </dsp:txXfrm>
    </dsp:sp>
    <dsp:sp modelId="{50A42396-A1AE-4384-AF6B-B2CD5585D11C}">
      <dsp:nvSpPr>
        <dsp:cNvPr id="0" name=""/>
        <dsp:cNvSpPr/>
      </dsp:nvSpPr>
      <dsp:spPr>
        <a:xfrm rot="5400000">
          <a:off x="5575478" y="-157932"/>
          <a:ext cx="437058" cy="54531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하드웨어 자원 관리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충돌 방지</a:t>
          </a:r>
        </a:p>
      </dsp:txBody>
      <dsp:txXfrm rot="-5400000">
        <a:off x="3067416" y="2371465"/>
        <a:ext cx="5431849" cy="394388"/>
      </dsp:txXfrm>
    </dsp:sp>
    <dsp:sp modelId="{D42A65DE-8BFE-4598-B5E7-F72F5F90C1AD}">
      <dsp:nvSpPr>
        <dsp:cNvPr id="0" name=""/>
        <dsp:cNvSpPr/>
      </dsp:nvSpPr>
      <dsp:spPr>
        <a:xfrm>
          <a:off x="0" y="2295498"/>
          <a:ext cx="3067416" cy="546323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384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자원 관리 및 보호</a:t>
          </a:r>
        </a:p>
      </dsp:txBody>
      <dsp:txXfrm>
        <a:off x="26669" y="2322167"/>
        <a:ext cx="3014078" cy="492985"/>
      </dsp:txXfrm>
    </dsp:sp>
    <dsp:sp modelId="{27F9E0ED-155B-46CF-AAD4-40B047A3774C}">
      <dsp:nvSpPr>
        <dsp:cNvPr id="0" name=""/>
        <dsp:cNvSpPr/>
      </dsp:nvSpPr>
      <dsp:spPr>
        <a:xfrm rot="5400000">
          <a:off x="5575478" y="415707"/>
          <a:ext cx="437058" cy="54531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600" kern="1200" dirty="0"/>
            <a:t>GUI </a:t>
          </a:r>
          <a:r>
            <a:rPr lang="ko-KR" altLang="en-US" sz="1600" kern="1200" dirty="0"/>
            <a:t>및 </a:t>
          </a:r>
          <a:r>
            <a:rPr lang="ko-KR" altLang="en-US" sz="1600" kern="1200" dirty="0" err="1"/>
            <a:t>명령행</a:t>
          </a:r>
          <a:r>
            <a:rPr lang="ko-KR" altLang="en-US" sz="1600" kern="1200" dirty="0"/>
            <a:t> 인터페이스 제공</a:t>
          </a:r>
        </a:p>
      </dsp:txBody>
      <dsp:txXfrm rot="-5400000">
        <a:off x="3067416" y="2945105"/>
        <a:ext cx="5431849" cy="394388"/>
      </dsp:txXfrm>
    </dsp:sp>
    <dsp:sp modelId="{BF038CF8-7C59-4754-BBC2-3F33BBC3BC2F}">
      <dsp:nvSpPr>
        <dsp:cNvPr id="0" name=""/>
        <dsp:cNvSpPr/>
      </dsp:nvSpPr>
      <dsp:spPr>
        <a:xfrm>
          <a:off x="0" y="2869137"/>
          <a:ext cx="3067416" cy="546323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480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사용자 인터페이스 제공</a:t>
          </a:r>
        </a:p>
      </dsp:txBody>
      <dsp:txXfrm>
        <a:off x="26669" y="2895806"/>
        <a:ext cx="3014078" cy="492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3.xml"/><Relationship Id="rId7" Type="http://schemas.openxmlformats.org/officeDocument/2006/relationships/diagramColors" Target="../diagrams/colors4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무료 이미지 : 휴대용 퍼스널 컴퓨터, 과학 기술, 간단한 기계 장치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500"/>
            <a:ext cx="9144003" cy="6094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/>
          <p:nvPr/>
        </p:nvSpPr>
        <p:spPr>
          <a:xfrm>
            <a:off x="-6600" y="-475500"/>
            <a:ext cx="9157200" cy="6094500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chemeClr val="lt1"/>
                </a:solidFill>
              </a:rPr>
              <a:t>18</a:t>
            </a:r>
            <a:r>
              <a:rPr lang="ko" dirty="0">
                <a:solidFill>
                  <a:schemeClr val="lt1"/>
                </a:solidFill>
              </a:rPr>
              <a:t>주차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86788-686D-928B-52D3-ADB5B6D1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31DDF13E-FCD8-1EB2-22B1-66BE09915ABA}"/>
              </a:ext>
            </a:extLst>
          </p:cNvPr>
          <p:cNvGraphicFramePr/>
          <p:nvPr/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C68E30E-197F-56B6-D279-E2D283DA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컴퓨터 작동 순서</a:t>
            </a:r>
          </a:p>
        </p:txBody>
      </p:sp>
    </p:spTree>
    <p:extLst>
      <p:ext uri="{BB962C8B-B14F-4D97-AF65-F5344CB8AC3E}">
        <p14:creationId xmlns:p14="http://schemas.microsoft.com/office/powerpoint/2010/main" val="122658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9284-B27D-56BD-4217-1F4F45CC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00218EE5-F5D7-8031-AD5C-2136A56D87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170724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F3CC82B4-E271-A44C-9EDD-2BBBD619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Application </a:t>
            </a:r>
            <a:r>
              <a:rPr lang="ko-KR" altLang="en-US" dirty="0"/>
              <a:t>작동원리</a:t>
            </a:r>
          </a:p>
        </p:txBody>
      </p:sp>
    </p:spTree>
    <p:extLst>
      <p:ext uri="{BB962C8B-B14F-4D97-AF65-F5344CB8AC3E}">
        <p14:creationId xmlns:p14="http://schemas.microsoft.com/office/powerpoint/2010/main" val="149157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4005-83F1-D27D-6E50-6242C8F2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7665CE65-C2D9-A22B-F671-E525F97C51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140386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530DFB6-8E47-C7E4-4F04-5888E241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운영체제의 기능</a:t>
            </a:r>
          </a:p>
        </p:txBody>
      </p:sp>
    </p:spTree>
    <p:extLst>
      <p:ext uri="{BB962C8B-B14F-4D97-AF65-F5344CB8AC3E}">
        <p14:creationId xmlns:p14="http://schemas.microsoft.com/office/powerpoint/2010/main" val="43147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05C0-2C39-8DA8-46C7-D5999DB3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8AF1EAB6-E680-150E-0EC2-A238371DFC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924816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ros_yolo">
            <a:hlinkClick r:id="" action="ppaction://media"/>
            <a:extLst>
              <a:ext uri="{FF2B5EF4-FFF2-40B4-BE49-F238E27FC236}">
                <a16:creationId xmlns:a16="http://schemas.microsoft.com/office/drawing/2014/main" id="{AA18AAD1-F9A2-C688-6162-92768F42DB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" y="-12111"/>
            <a:ext cx="9143998" cy="516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0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2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135</Words>
  <Application>Microsoft Office PowerPoint</Application>
  <PresentationFormat>화면 슬라이드 쇼(16:9)</PresentationFormat>
  <Paragraphs>31</Paragraphs>
  <Slides>5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18주차</vt:lpstr>
      <vt:lpstr>컴퓨터 작동 순서</vt:lpstr>
      <vt:lpstr>Application 작동원리</vt:lpstr>
      <vt:lpstr>운영체제의 기능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이진원</cp:lastModifiedBy>
  <cp:revision>47</cp:revision>
  <dcterms:modified xsi:type="dcterms:W3CDTF">2025-05-07T13:14:58Z</dcterms:modified>
</cp:coreProperties>
</file>