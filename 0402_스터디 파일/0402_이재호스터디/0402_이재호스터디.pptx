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4"/>
  </p:sldMasterIdLst>
  <p:notesMasterIdLst>
    <p:notesMasterId r:id="rId12"/>
  </p:notesMasterIdLst>
  <p:handoutMasterIdLst>
    <p:handoutMasterId r:id="rId13"/>
  </p:handoutMasterIdLst>
  <p:sldIdLst>
    <p:sldId id="256" r:id="rId5"/>
    <p:sldId id="404" r:id="rId6"/>
    <p:sldId id="403" r:id="rId7"/>
    <p:sldId id="310" r:id="rId8"/>
    <p:sldId id="406" r:id="rId9"/>
    <p:sldId id="407" r:id="rId10"/>
    <p:sldId id="408" r:id="rId11"/>
  </p:sldIdLst>
  <p:sldSz cx="6858000" cy="5143500"/>
  <p:notesSz cx="6858000" cy="9144000"/>
  <p:embeddedFontLst>
    <p:embeddedFont>
      <p:font typeface="Squada One" panose="020B0600000101010101" charset="-127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Nixie One" panose="020B0600000101010101" charset="0"/>
      <p:regular r:id="rId19"/>
    </p:embeddedFont>
    <p:embeddedFont>
      <p:font typeface="레시피코리아OTF Medium" panose="02020503020101020101" pitchFamily="18" charset="-127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922441B6-E75D-44E5-B769-20AE05901FEA}">
          <p14:sldIdLst>
            <p14:sldId id="256"/>
            <p14:sldId id="404"/>
            <p14:sldId id="403"/>
            <p14:sldId id="310"/>
            <p14:sldId id="406"/>
            <p14:sldId id="407"/>
            <p14:sldId id="408"/>
          </p14:sldIdLst>
        </p14:section>
        <p14:section name="etc" id="{A30F8C5B-1DF3-4365-9EE5-2C6A4E9DC71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7CBE05-39C0-2198-BDE6-CE604A87F1A8}" name="남정한" initials="남정" userId="S::17102007@officestu.seoultech.ac.kr::ec624859-cb1c-4584-94ba-cf49a50f4db0" providerId="AD"/>
  <p188:author id="{CC2E23F7-0B7C-0483-6E58-D690F233BAC3}" name="이재호" initials="이" userId="이재호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293"/>
    <a:srgbClr val="005F9F"/>
    <a:srgbClr val="8E9C3A"/>
    <a:srgbClr val="F0F0F0"/>
    <a:srgbClr val="FAE5CA"/>
    <a:srgbClr val="FCE78C"/>
    <a:srgbClr val="E0FD77"/>
    <a:srgbClr val="FEDADB"/>
    <a:srgbClr val="FEDAE2"/>
    <a:srgbClr val="FFD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CBB98-E011-476E-B9D4-A06E0F01E4F0}" v="34" dt="2023-08-13T10:59:01.144"/>
  </p1510:revLst>
</p1510:revInfo>
</file>

<file path=ppt/tableStyles.xml><?xml version="1.0" encoding="utf-8"?>
<a:tblStyleLst xmlns:a="http://schemas.openxmlformats.org/drawingml/2006/main" def="{43BBD2E8-9A31-4CBC-99FD-948D80DB42DA}">
  <a:tblStyle styleId="{43BBD2E8-9A31-4CBC-99FD-948D80DB42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24" autoAdjust="0"/>
  </p:normalViewPr>
  <p:slideViewPr>
    <p:cSldViewPr snapToGrid="0">
      <p:cViewPr varScale="1">
        <p:scale>
          <a:sx n="175" d="100"/>
          <a:sy n="175" d="100"/>
        </p:scale>
        <p:origin x="504" y="366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재호" userId="7add18884005aa59" providerId="LiveId" clId="{049CBB98-E011-476E-B9D4-A06E0F01E4F0}"/>
    <pc:docChg chg="undo redo custSel addSld modSld sldOrd">
      <pc:chgData name="이 재호" userId="7add18884005aa59" providerId="LiveId" clId="{049CBB98-E011-476E-B9D4-A06E0F01E4F0}" dt="2023-08-13T11:04:01.009" v="236" actId="1582"/>
      <pc:docMkLst>
        <pc:docMk/>
      </pc:docMkLst>
      <pc:sldChg chg="modSp mod">
        <pc:chgData name="이 재호" userId="7add18884005aa59" providerId="LiveId" clId="{049CBB98-E011-476E-B9D4-A06E0F01E4F0}" dt="2023-08-13T10:54:05.088" v="162" actId="207"/>
        <pc:sldMkLst>
          <pc:docMk/>
          <pc:sldMk cId="2095360823" sldId="310"/>
        </pc:sldMkLst>
        <pc:spChg chg="mod">
          <ac:chgData name="이 재호" userId="7add18884005aa59" providerId="LiveId" clId="{049CBB98-E011-476E-B9D4-A06E0F01E4F0}" dt="2023-08-13T10:53:58.721" v="160" actId="207"/>
          <ac:spMkLst>
            <pc:docMk/>
            <pc:sldMk cId="2095360823" sldId="310"/>
            <ac:spMk id="2" creationId="{68418F9D-DC34-6FC2-C6C0-B3FC8BDADA53}"/>
          </ac:spMkLst>
        </pc:spChg>
        <pc:spChg chg="mod">
          <ac:chgData name="이 재호" userId="7add18884005aa59" providerId="LiveId" clId="{049CBB98-E011-476E-B9D4-A06E0F01E4F0}" dt="2023-08-13T10:54:00.834" v="161" actId="207"/>
          <ac:spMkLst>
            <pc:docMk/>
            <pc:sldMk cId="2095360823" sldId="310"/>
            <ac:spMk id="33" creationId="{B728302A-9161-EC34-B173-770844BD38C0}"/>
          </ac:spMkLst>
        </pc:spChg>
        <pc:spChg chg="mod">
          <ac:chgData name="이 재호" userId="7add18884005aa59" providerId="LiveId" clId="{049CBB98-E011-476E-B9D4-A06E0F01E4F0}" dt="2023-08-13T10:54:05.088" v="162" actId="207"/>
          <ac:spMkLst>
            <pc:docMk/>
            <pc:sldMk cId="2095360823" sldId="310"/>
            <ac:spMk id="40" creationId="{6C7DEBFE-FC86-8870-6D84-651E44D5E897}"/>
          </ac:spMkLst>
        </pc:spChg>
        <pc:spChg chg="mod">
          <ac:chgData name="이 재호" userId="7add18884005aa59" providerId="LiveId" clId="{049CBB98-E011-476E-B9D4-A06E0F01E4F0}" dt="2023-08-13T10:53:55.894" v="159" actId="207"/>
          <ac:spMkLst>
            <pc:docMk/>
            <pc:sldMk cId="2095360823" sldId="310"/>
            <ac:spMk id="42" creationId="{02336D7B-AA54-AD9A-5CB6-F7BFB396742D}"/>
          </ac:spMkLst>
        </pc:spChg>
      </pc:sldChg>
      <pc:sldChg chg="modSp mod">
        <pc:chgData name="이 재호" userId="7add18884005aa59" providerId="LiveId" clId="{049CBB98-E011-476E-B9D4-A06E0F01E4F0}" dt="2023-08-13T10:54:57.506" v="163" actId="20577"/>
        <pc:sldMkLst>
          <pc:docMk/>
          <pc:sldMk cId="2803868175" sldId="351"/>
        </pc:sldMkLst>
        <pc:spChg chg="mod">
          <ac:chgData name="이 재호" userId="7add18884005aa59" providerId="LiveId" clId="{049CBB98-E011-476E-B9D4-A06E0F01E4F0}" dt="2023-08-13T10:54:57.506" v="163" actId="20577"/>
          <ac:spMkLst>
            <pc:docMk/>
            <pc:sldMk cId="2803868175" sldId="351"/>
            <ac:spMk id="37" creationId="{603765CB-AA1B-E208-6C6E-90B2DA644292}"/>
          </ac:spMkLst>
        </pc:spChg>
      </pc:sldChg>
      <pc:sldChg chg="modSp mod">
        <pc:chgData name="이 재호" userId="7add18884005aa59" providerId="LiveId" clId="{049CBB98-E011-476E-B9D4-A06E0F01E4F0}" dt="2023-08-13T10:56:09.287" v="202" actId="14429"/>
        <pc:sldMkLst>
          <pc:docMk/>
          <pc:sldMk cId="2587477653" sldId="353"/>
        </pc:sldMkLst>
        <pc:spChg chg="mod modVis">
          <ac:chgData name="이 재호" userId="7add18884005aa59" providerId="LiveId" clId="{049CBB98-E011-476E-B9D4-A06E0F01E4F0}" dt="2023-08-13T10:56:09.287" v="202" actId="14429"/>
          <ac:spMkLst>
            <pc:docMk/>
            <pc:sldMk cId="2587477653" sldId="353"/>
            <ac:spMk id="24" creationId="{0D6D2BFA-DBB5-527D-30AC-2CC3871E12A5}"/>
          </ac:spMkLst>
        </pc:spChg>
        <pc:spChg chg="mod">
          <ac:chgData name="이 재호" userId="7add18884005aa59" providerId="LiveId" clId="{049CBB98-E011-476E-B9D4-A06E0F01E4F0}" dt="2023-08-13T10:55:56.906" v="199" actId="1076"/>
          <ac:spMkLst>
            <pc:docMk/>
            <pc:sldMk cId="2587477653" sldId="353"/>
            <ac:spMk id="25" creationId="{0D023EA5-A092-7226-BFD4-DC30B1D4DE82}"/>
          </ac:spMkLst>
        </pc:spChg>
        <pc:cxnChg chg="mod">
          <ac:chgData name="이 재호" userId="7add18884005aa59" providerId="LiveId" clId="{049CBB98-E011-476E-B9D4-A06E0F01E4F0}" dt="2023-08-13T10:56:07.068" v="201" actId="14100"/>
          <ac:cxnSpMkLst>
            <pc:docMk/>
            <pc:sldMk cId="2587477653" sldId="353"/>
            <ac:cxnSpMk id="22" creationId="{ADDD7921-CCBE-0991-FFF2-678F59A07F2F}"/>
          </ac:cxnSpMkLst>
        </pc:cxnChg>
      </pc:sldChg>
      <pc:sldChg chg="addSp modSp mod">
        <pc:chgData name="이 재호" userId="7add18884005aa59" providerId="LiveId" clId="{049CBB98-E011-476E-B9D4-A06E0F01E4F0}" dt="2023-08-13T08:46:35.251" v="146"/>
        <pc:sldMkLst>
          <pc:docMk/>
          <pc:sldMk cId="1914492407" sldId="354"/>
        </pc:sldMkLst>
        <pc:spChg chg="mod">
          <ac:chgData name="이 재호" userId="7add18884005aa59" providerId="LiveId" clId="{049CBB98-E011-476E-B9D4-A06E0F01E4F0}" dt="2023-08-13T08:46:35.251" v="146"/>
          <ac:spMkLst>
            <pc:docMk/>
            <pc:sldMk cId="1914492407" sldId="354"/>
            <ac:spMk id="25" creationId="{FFB12774-E75A-20E2-A42B-C4FEF2B68B0E}"/>
          </ac:spMkLst>
        </pc:spChg>
        <pc:grpChg chg="add mod">
          <ac:chgData name="이 재호" userId="7add18884005aa59" providerId="LiveId" clId="{049CBB98-E011-476E-B9D4-A06E0F01E4F0}" dt="2023-08-13T08:39:43.535" v="132" actId="465"/>
          <ac:grpSpMkLst>
            <pc:docMk/>
            <pc:sldMk cId="1914492407" sldId="354"/>
            <ac:grpSpMk id="2" creationId="{74C5994D-CB76-23DC-84C3-6773711034D9}"/>
          </ac:grpSpMkLst>
        </pc:grpChg>
        <pc:grpChg chg="add mod">
          <ac:chgData name="이 재호" userId="7add18884005aa59" providerId="LiveId" clId="{049CBB98-E011-476E-B9D4-A06E0F01E4F0}" dt="2023-08-13T08:39:43.535" v="132" actId="465"/>
          <ac:grpSpMkLst>
            <pc:docMk/>
            <pc:sldMk cId="1914492407" sldId="354"/>
            <ac:grpSpMk id="14" creationId="{24826109-36D0-F70A-08CE-C1B18DE0E963}"/>
          </ac:grpSpMkLst>
        </pc:grpChg>
        <pc:grpChg chg="add mod">
          <ac:chgData name="이 재호" userId="7add18884005aa59" providerId="LiveId" clId="{049CBB98-E011-476E-B9D4-A06E0F01E4F0}" dt="2023-08-13T08:39:38.254" v="131" actId="14100"/>
          <ac:grpSpMkLst>
            <pc:docMk/>
            <pc:sldMk cId="1914492407" sldId="354"/>
            <ac:grpSpMk id="19" creationId="{3897E3CC-0D51-9E9E-C0C7-0A658E2ED749}"/>
          </ac:grpSpMkLst>
        </pc:grpChg>
        <pc:grpChg chg="mod">
          <ac:chgData name="이 재호" userId="7add18884005aa59" providerId="LiveId" clId="{049CBB98-E011-476E-B9D4-A06E0F01E4F0}" dt="2023-08-13T08:39:36.127" v="130" actId="164"/>
          <ac:grpSpMkLst>
            <pc:docMk/>
            <pc:sldMk cId="1914492407" sldId="354"/>
            <ac:grpSpMk id="24" creationId="{22DC8D3C-1A8F-4EC4-CEA7-F6AE849366CB}"/>
          </ac:grpSpMkLst>
        </pc:grpChg>
        <pc:picChg chg="mod">
          <ac:chgData name="이 재호" userId="7add18884005aa59" providerId="LiveId" clId="{049CBB98-E011-476E-B9D4-A06E0F01E4F0}" dt="2023-08-13T08:39:11.408" v="123" actId="164"/>
          <ac:picMkLst>
            <pc:docMk/>
            <pc:sldMk cId="1914492407" sldId="354"/>
            <ac:picMk id="12" creationId="{D513A69C-6CA1-6588-05F7-B8750AE54178}"/>
          </ac:picMkLst>
        </pc:picChg>
        <pc:picChg chg="mod">
          <ac:chgData name="이 재호" userId="7add18884005aa59" providerId="LiveId" clId="{049CBB98-E011-476E-B9D4-A06E0F01E4F0}" dt="2023-08-13T08:39:36.127" v="130" actId="164"/>
          <ac:picMkLst>
            <pc:docMk/>
            <pc:sldMk cId="1914492407" sldId="354"/>
            <ac:picMk id="69" creationId="{8FF78B27-70D6-F173-FE9D-1B50BBA25D26}"/>
          </ac:picMkLst>
        </pc:picChg>
        <pc:picChg chg="mod">
          <ac:chgData name="이 재호" userId="7add18884005aa59" providerId="LiveId" clId="{049CBB98-E011-476E-B9D4-A06E0F01E4F0}" dt="2023-08-13T08:39:19.938" v="126" actId="164"/>
          <ac:picMkLst>
            <pc:docMk/>
            <pc:sldMk cId="1914492407" sldId="354"/>
            <ac:picMk id="70" creationId="{7E5CC974-3E44-98AB-D925-A8ADCC05AB71}"/>
          </ac:picMkLst>
        </pc:picChg>
        <pc:picChg chg="mod">
          <ac:chgData name="이 재호" userId="7add18884005aa59" providerId="LiveId" clId="{049CBB98-E011-476E-B9D4-A06E0F01E4F0}" dt="2023-08-13T08:39:19.938" v="126" actId="164"/>
          <ac:picMkLst>
            <pc:docMk/>
            <pc:sldMk cId="1914492407" sldId="354"/>
            <ac:picMk id="71" creationId="{A793DAE7-30D0-7291-170C-7A3CD5DC0007}"/>
          </ac:picMkLst>
        </pc:picChg>
        <pc:picChg chg="mod">
          <ac:chgData name="이 재호" userId="7add18884005aa59" providerId="LiveId" clId="{049CBB98-E011-476E-B9D4-A06E0F01E4F0}" dt="2023-08-13T08:39:28.697" v="129" actId="1076"/>
          <ac:picMkLst>
            <pc:docMk/>
            <pc:sldMk cId="1914492407" sldId="354"/>
            <ac:picMk id="72" creationId="{BA3F9663-F42A-2B5F-C1AE-D25A8AE41F8D}"/>
          </ac:picMkLst>
        </pc:picChg>
        <pc:picChg chg="mod">
          <ac:chgData name="이 재호" userId="7add18884005aa59" providerId="LiveId" clId="{049CBB98-E011-476E-B9D4-A06E0F01E4F0}" dt="2023-08-13T08:39:11.408" v="123" actId="164"/>
          <ac:picMkLst>
            <pc:docMk/>
            <pc:sldMk cId="1914492407" sldId="354"/>
            <ac:picMk id="73" creationId="{63DB483B-2E3C-B85F-5B2C-96B001B90116}"/>
          </ac:picMkLst>
        </pc:picChg>
      </pc:sldChg>
      <pc:sldChg chg="delSp modSp mod">
        <pc:chgData name="이 재호" userId="7add18884005aa59" providerId="LiveId" clId="{049CBB98-E011-476E-B9D4-A06E0F01E4F0}" dt="2023-08-13T11:00:20.388" v="233" actId="1076"/>
        <pc:sldMkLst>
          <pc:docMk/>
          <pc:sldMk cId="3646571838" sldId="358"/>
        </pc:sldMkLst>
        <pc:spChg chg="mod">
          <ac:chgData name="이 재호" userId="7add18884005aa59" providerId="LiveId" clId="{049CBB98-E011-476E-B9D4-A06E0F01E4F0}" dt="2023-08-13T11:00:17.658" v="232" actId="1076"/>
          <ac:spMkLst>
            <pc:docMk/>
            <pc:sldMk cId="3646571838" sldId="358"/>
            <ac:spMk id="30" creationId="{C1934661-B27C-3872-2B03-4DAE578B52A8}"/>
          </ac:spMkLst>
        </pc:spChg>
        <pc:spChg chg="del mod">
          <ac:chgData name="이 재호" userId="7add18884005aa59" providerId="LiveId" clId="{049CBB98-E011-476E-B9D4-A06E0F01E4F0}" dt="2023-08-13T10:59:13.537" v="214" actId="478"/>
          <ac:spMkLst>
            <pc:docMk/>
            <pc:sldMk cId="3646571838" sldId="358"/>
            <ac:spMk id="31" creationId="{C8B91E5F-F946-0A8B-6D02-3E548FADEE77}"/>
          </ac:spMkLst>
        </pc:spChg>
        <pc:spChg chg="mod">
          <ac:chgData name="이 재호" userId="7add18884005aa59" providerId="LiveId" clId="{049CBB98-E011-476E-B9D4-A06E0F01E4F0}" dt="2023-08-13T11:00:20.388" v="233" actId="1076"/>
          <ac:spMkLst>
            <pc:docMk/>
            <pc:sldMk cId="3646571838" sldId="358"/>
            <ac:spMk id="34" creationId="{42C68F87-59D5-1450-BAE9-5BF4020993A9}"/>
          </ac:spMkLst>
        </pc:spChg>
        <pc:spChg chg="del mod">
          <ac:chgData name="이 재호" userId="7add18884005aa59" providerId="LiveId" clId="{049CBB98-E011-476E-B9D4-A06E0F01E4F0}" dt="2023-08-13T10:59:45.760" v="224" actId="478"/>
          <ac:spMkLst>
            <pc:docMk/>
            <pc:sldMk cId="3646571838" sldId="358"/>
            <ac:spMk id="35" creationId="{AB65A316-B398-97A8-8964-323F171116B8}"/>
          </ac:spMkLst>
        </pc:spChg>
      </pc:sldChg>
      <pc:sldChg chg="modSp mod">
        <pc:chgData name="이 재호" userId="7add18884005aa59" providerId="LiveId" clId="{049CBB98-E011-476E-B9D4-A06E0F01E4F0}" dt="2023-08-13T08:47:20.928" v="151" actId="1076"/>
        <pc:sldMkLst>
          <pc:docMk/>
          <pc:sldMk cId="752315220" sldId="361"/>
        </pc:sldMkLst>
        <pc:spChg chg="mod">
          <ac:chgData name="이 재호" userId="7add18884005aa59" providerId="LiveId" clId="{049CBB98-E011-476E-B9D4-A06E0F01E4F0}" dt="2023-08-13T08:47:20.928" v="151" actId="1076"/>
          <ac:spMkLst>
            <pc:docMk/>
            <pc:sldMk cId="752315220" sldId="361"/>
            <ac:spMk id="46" creationId="{F60BBBC6-6224-3134-4090-8A10755979CF}"/>
          </ac:spMkLst>
        </pc:spChg>
      </pc:sldChg>
      <pc:sldChg chg="modSp mod">
        <pc:chgData name="이 재호" userId="7add18884005aa59" providerId="LiveId" clId="{049CBB98-E011-476E-B9D4-A06E0F01E4F0}" dt="2023-08-13T08:36:47.951" v="122"/>
        <pc:sldMkLst>
          <pc:docMk/>
          <pc:sldMk cId="2773535984" sldId="363"/>
        </pc:sldMkLst>
        <pc:spChg chg="mod">
          <ac:chgData name="이 재호" userId="7add18884005aa59" providerId="LiveId" clId="{049CBB98-E011-476E-B9D4-A06E0F01E4F0}" dt="2023-08-13T08:36:47.951" v="122"/>
          <ac:spMkLst>
            <pc:docMk/>
            <pc:sldMk cId="2773535984" sldId="363"/>
            <ac:spMk id="13" creationId="{72FB7B0C-AF40-7173-C934-55FBF8055D78}"/>
          </ac:spMkLst>
        </pc:spChg>
      </pc:sldChg>
      <pc:sldChg chg="modSp mod">
        <pc:chgData name="이 재호" userId="7add18884005aa59" providerId="LiveId" clId="{049CBB98-E011-476E-B9D4-A06E0F01E4F0}" dt="2023-08-13T11:04:01.009" v="236" actId="1582"/>
        <pc:sldMkLst>
          <pc:docMk/>
          <pc:sldMk cId="234224475" sldId="364"/>
        </pc:sldMkLst>
        <pc:picChg chg="mod">
          <ac:chgData name="이 재호" userId="7add18884005aa59" providerId="LiveId" clId="{049CBB98-E011-476E-B9D4-A06E0F01E4F0}" dt="2023-08-13T11:03:52.983" v="234" actId="1582"/>
          <ac:picMkLst>
            <pc:docMk/>
            <pc:sldMk cId="234224475" sldId="364"/>
            <ac:picMk id="3" creationId="{71C7F75E-4B8C-75BC-B379-3F9C0C5872AA}"/>
          </ac:picMkLst>
        </pc:picChg>
        <pc:picChg chg="mod">
          <ac:chgData name="이 재호" userId="7add18884005aa59" providerId="LiveId" clId="{049CBB98-E011-476E-B9D4-A06E0F01E4F0}" dt="2023-08-13T11:03:57.313" v="235" actId="1582"/>
          <ac:picMkLst>
            <pc:docMk/>
            <pc:sldMk cId="234224475" sldId="364"/>
            <ac:picMk id="16" creationId="{771D04BD-FCD8-93E4-AD06-D8CF0A539E72}"/>
          </ac:picMkLst>
        </pc:picChg>
        <pc:picChg chg="mod">
          <ac:chgData name="이 재호" userId="7add18884005aa59" providerId="LiveId" clId="{049CBB98-E011-476E-B9D4-A06E0F01E4F0}" dt="2023-08-13T11:04:01.009" v="236" actId="1582"/>
          <ac:picMkLst>
            <pc:docMk/>
            <pc:sldMk cId="234224475" sldId="364"/>
            <ac:picMk id="19" creationId="{0FE397AF-5621-F0FD-CD5E-78F184043429}"/>
          </ac:picMkLst>
        </pc:picChg>
      </pc:sldChg>
      <pc:sldChg chg="modSp mod">
        <pc:chgData name="이 재호" userId="7add18884005aa59" providerId="LiveId" clId="{049CBB98-E011-476E-B9D4-A06E0F01E4F0}" dt="2023-08-13T08:36:18.967" v="79"/>
        <pc:sldMkLst>
          <pc:docMk/>
          <pc:sldMk cId="4021799422" sldId="365"/>
        </pc:sldMkLst>
        <pc:spChg chg="mod">
          <ac:chgData name="이 재호" userId="7add18884005aa59" providerId="LiveId" clId="{049CBB98-E011-476E-B9D4-A06E0F01E4F0}" dt="2023-08-13T08:36:18.967" v="79"/>
          <ac:spMkLst>
            <pc:docMk/>
            <pc:sldMk cId="4021799422" sldId="365"/>
            <ac:spMk id="22" creationId="{7E6A1D01-1BD3-DB7F-DD6F-B1CEE0DCED2C}"/>
          </ac:spMkLst>
        </pc:spChg>
      </pc:sldChg>
      <pc:sldChg chg="modSp mod">
        <pc:chgData name="이 재호" userId="7add18884005aa59" providerId="LiveId" clId="{049CBB98-E011-476E-B9D4-A06E0F01E4F0}" dt="2023-08-13T10:21:00.355" v="156" actId="20577"/>
        <pc:sldMkLst>
          <pc:docMk/>
          <pc:sldMk cId="352461664" sldId="366"/>
        </pc:sldMkLst>
        <pc:spChg chg="mod">
          <ac:chgData name="이 재호" userId="7add18884005aa59" providerId="LiveId" clId="{049CBB98-E011-476E-B9D4-A06E0F01E4F0}" dt="2023-08-13T10:21:00.355" v="156" actId="20577"/>
          <ac:spMkLst>
            <pc:docMk/>
            <pc:sldMk cId="352461664" sldId="366"/>
            <ac:spMk id="20" creationId="{52520DC1-6BE6-BFA2-698F-0BD258DBAA2D}"/>
          </ac:spMkLst>
        </pc:spChg>
      </pc:sldChg>
      <pc:sldChg chg="add ord">
        <pc:chgData name="이 재호" userId="7add18884005aa59" providerId="LiveId" clId="{049CBB98-E011-476E-B9D4-A06E0F01E4F0}" dt="2023-08-13T08:46:57.492" v="149"/>
        <pc:sldMkLst>
          <pc:docMk/>
          <pc:sldMk cId="2608555032" sldId="3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ACAC641-9047-22E8-ACCC-8D236DA879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나눔 명조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EDCE3A-D234-7243-6BE7-3F13F228B3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05F9B-E4D1-487E-B003-BAB728E1A408}" type="datetimeFigureOut">
              <a:rPr lang="ko-KR" altLang="en-US" smtClean="0">
                <a:latin typeface="나눔 명조"/>
              </a:rPr>
              <a:t>2025-04-02</a:t>
            </a:fld>
            <a:endParaRPr lang="ko-KR" altLang="en-US">
              <a:latin typeface="나눔 명조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3C7CC8-EFF1-7AB0-C003-DC178C5E07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나눔 명조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959934-A459-8F6E-79AA-321E613EBA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F6B3B-7C8F-49A3-8320-DA298DEC5FBE}" type="slidenum">
              <a:rPr lang="ko-KR" altLang="en-US" smtClean="0">
                <a:latin typeface="나눔 명조"/>
              </a:rPr>
              <a:t>‹#›</a:t>
            </a:fld>
            <a:endParaRPr lang="ko-KR" altLang="en-US">
              <a:latin typeface="나눔 명조"/>
            </a:endParaRPr>
          </a:p>
        </p:txBody>
      </p:sp>
    </p:spTree>
    <p:extLst>
      <p:ext uri="{BB962C8B-B14F-4D97-AF65-F5344CB8AC3E}">
        <p14:creationId xmlns:p14="http://schemas.microsoft.com/office/powerpoint/2010/main" val="1085427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 명조"/>
        <a:ea typeface="나눔 명조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4D2CF8A-FD5C-37AC-7C76-B764C1E8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903A589A-310A-908D-C6F7-E9D6D2C89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52195B18-05B5-84D9-E0D7-85A6FB3E5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896540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E4A81D7F-27CB-E7B1-5270-FB5A6ADCA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EDB5B199-9474-E20C-6CFC-77FC752C7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271792EF-846D-6456-0E0F-9862B417B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77960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683215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C4C14C1-F75B-6B90-DDC2-0C129205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23CB1B76-E591-254B-081A-1D465E4E1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1E2B0DF4-098F-3A7B-DB08-2C8B44D1A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882518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9ECE1E7-5D7A-0B4F-B49D-124DD49A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567940A2-DDC0-FF25-E569-9C67C9D24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8A8F6486-9A97-24F5-AE46-7FBDF230E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552339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384471D-6326-644E-9641-F4D1169A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83F11722-772C-3C12-1467-8579CBCA9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204C845B-0016-2879-5EC7-94884D8BE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25146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 flipH="1">
            <a:off x="530194" y="1431350"/>
            <a:ext cx="2810700" cy="23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 flipH="1">
            <a:off x="530269" y="3828300"/>
            <a:ext cx="28107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 flipH="1">
            <a:off x="530231" y="849300"/>
            <a:ext cx="28107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95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 idx="3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 userDrawn="1"/>
        </p:nvSpPr>
        <p:spPr>
          <a:xfrm>
            <a:off x="-18900" y="2571750"/>
            <a:ext cx="68958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394000" y="3161875"/>
            <a:ext cx="3928725" cy="6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138500" y="3253525"/>
            <a:ext cx="962325" cy="12087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525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394000" y="3908825"/>
            <a:ext cx="2845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20" name="Google Shape;20;p3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21" name="Google Shape;21;p3"/>
          <p:cNvSpPr txBox="1">
            <a:spLocks noGrp="1"/>
          </p:cNvSpPr>
          <p:nvPr>
            <p:ph type="ctrTitle" idx="3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6B69DD6A-FC73-718E-473C-2DB089A3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02400" y="4914900"/>
            <a:ext cx="444500" cy="298450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</a:lstStyle>
          <a:p>
            <a:fld id="{D5C09FFF-FA28-48B0-906F-8E983FBDF5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-19013" y="3857700"/>
            <a:ext cx="6896025" cy="128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774131" y="3314100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1650" b="1">
                <a:latin typeface="Nixie One"/>
                <a:ea typeface="Nixie One"/>
                <a:cs typeface="Nixie One"/>
                <a:sym typeface="Nixi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3498619" y="3314100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1650" b="1">
                <a:latin typeface="Nixie One"/>
                <a:ea typeface="Nixie One"/>
                <a:cs typeface="Nixie One"/>
                <a:sym typeface="Nixi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774131" y="3920675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3498619" y="3920675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534919" y="445025"/>
            <a:ext cx="57881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Nixie One"/>
              <a:buNone/>
              <a:defRPr sz="2250" b="1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ctrTitle" idx="5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534919" y="1331888"/>
            <a:ext cx="3065625" cy="28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1pPr>
            <a:lvl2pPr marL="685800" lvl="1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2pPr>
            <a:lvl3pPr marL="1028700" lvl="2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3pPr>
            <a:lvl4pPr marL="1371600" lvl="3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900"/>
            </a:lvl4pPr>
            <a:lvl5pPr marL="1714500" lvl="4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5pPr>
            <a:lvl6pPr marL="2057400" lvl="5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6pPr>
            <a:lvl7pPr marL="2400300" lvl="6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900"/>
            </a:lvl7pPr>
            <a:lvl8pPr marL="2743200" lvl="7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8pPr>
            <a:lvl9pPr marL="3086100" lvl="8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4919" y="539500"/>
            <a:ext cx="3017700" cy="4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cxnSp>
        <p:nvCxnSpPr>
          <p:cNvPr id="42" name="Google Shape;42;p7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3" name="Google Shape;43;p7"/>
          <p:cNvSpPr/>
          <p:nvPr/>
        </p:nvSpPr>
        <p:spPr>
          <a:xfrm>
            <a:off x="-427399" y="4608579"/>
            <a:ext cx="962325" cy="120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2"/>
              </a:solidFill>
              <a:latin typeface="나눔 명조"/>
            </a:endParaRPr>
          </a:p>
        </p:txBody>
      </p:sp>
      <p:sp>
        <p:nvSpPr>
          <p:cNvPr id="44" name="Google Shape;44;p7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0" y="0"/>
            <a:ext cx="685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2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267988" y="638330"/>
            <a:ext cx="4322025" cy="17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75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cxnSp>
        <p:nvCxnSpPr>
          <p:cNvPr id="48" name="Google Shape;48;p8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9" name="Google Shape;49;p8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2" name="텍스트 상자 11">
            <a:extLst>
              <a:ext uri="{FF2B5EF4-FFF2-40B4-BE49-F238E27FC236}">
                <a16:creationId xmlns:a16="http://schemas.microsoft.com/office/drawing/2014/main" id="{FA94AC56-F323-DCD0-F1DF-C556361569CE}"/>
              </a:ext>
            </a:extLst>
          </p:cNvPr>
          <p:cNvSpPr txBox="1"/>
          <p:nvPr userDrawn="1"/>
        </p:nvSpPr>
        <p:spPr>
          <a:xfrm>
            <a:off x="6323044" y="4702683"/>
            <a:ext cx="453483" cy="32998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fld id="{E7FF73EE-DEFA-DD40-A162-19EE85813BBC}" type="slidenum">
              <a:rPr kumimoji="1" lang="ko-KR" altLang="en-US" sz="1000" smtClean="0">
                <a:solidFill>
                  <a:schemeClr val="tx1">
                    <a:lumMod val="50000"/>
                  </a:schemeClr>
                </a:solidFill>
                <a:latin typeface="Squada One" panose="020B0600000101010101" charset="0"/>
                <a:ea typeface="나눔고딕" panose="020D0604000000000000" pitchFamily="50" charset="-127"/>
              </a:rPr>
              <a:pPr algn="ctr"/>
              <a:t>‹#›</a:t>
            </a:fld>
            <a:endParaRPr kumimoji="1" lang="ko-KR" altLang="en-US" sz="900">
              <a:solidFill>
                <a:schemeClr val="tx1">
                  <a:lumMod val="50000"/>
                </a:schemeClr>
              </a:solidFill>
              <a:latin typeface="Squada One" panose="020B0600000101010101" charset="0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534919" y="1776925"/>
            <a:ext cx="2817675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534919" y="2460551"/>
            <a:ext cx="2817675" cy="14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2" name="텍스트 상자 11">
            <a:extLst>
              <a:ext uri="{FF2B5EF4-FFF2-40B4-BE49-F238E27FC236}">
                <a16:creationId xmlns:a16="http://schemas.microsoft.com/office/drawing/2014/main" id="{DEFE78EF-CF04-D86B-1A1B-ABCC97B1946C}"/>
              </a:ext>
            </a:extLst>
          </p:cNvPr>
          <p:cNvSpPr txBox="1"/>
          <p:nvPr userDrawn="1"/>
        </p:nvSpPr>
        <p:spPr>
          <a:xfrm>
            <a:off x="6323044" y="4702683"/>
            <a:ext cx="453483" cy="32998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fld id="{E7FF73EE-DEFA-DD40-A162-19EE85813BBC}" type="slidenum">
              <a:rPr kumimoji="1" lang="ko-KR" altLang="en-US" sz="1000" smtClean="0">
                <a:solidFill>
                  <a:schemeClr val="tx1">
                    <a:lumMod val="50000"/>
                  </a:schemeClr>
                </a:solidFill>
                <a:latin typeface="Squada One" panose="020B0600000101010101" charset="0"/>
                <a:ea typeface="나눔고딕" panose="020D0604000000000000" pitchFamily="50" charset="-127"/>
              </a:rPr>
              <a:pPr algn="ctr"/>
              <a:t>‹#›</a:t>
            </a:fld>
            <a:endParaRPr kumimoji="1" lang="ko-KR" altLang="en-US" sz="900">
              <a:solidFill>
                <a:schemeClr val="tx1">
                  <a:lumMod val="50000"/>
                </a:schemeClr>
              </a:solidFill>
              <a:latin typeface="Squada One" panose="020B0600000101010101" charset="0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3436519" y="2029800"/>
            <a:ext cx="2886525" cy="10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 flipH="1">
            <a:off x="-18900" y="2588288"/>
            <a:ext cx="68958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534919" y="615700"/>
            <a:ext cx="5788125" cy="13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2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534938" y="2069372"/>
            <a:ext cx="5788125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63" name="Google Shape;63;p11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4919" y="445025"/>
            <a:ext cx="57881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ixie One"/>
              <a:buNone/>
              <a:defRPr sz="3000" b="1">
                <a:solidFill>
                  <a:schemeClr val="dk2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4919" y="1152475"/>
            <a:ext cx="578812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84462DEE-33E0-C773-C41C-E3F901B28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13500" y="4845050"/>
            <a:ext cx="444500" cy="298450"/>
          </a:xfrm>
          <a:prstGeom prst="rect">
            <a:avLst/>
          </a:prstGeom>
        </p:spPr>
        <p:txBody>
          <a:bodyPr/>
          <a:lstStyle/>
          <a:p>
            <a:fld id="{D5C09FFF-FA28-48B0-906F-8E983FBDF5C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4;p15">
            <a:extLst>
              <a:ext uri="{FF2B5EF4-FFF2-40B4-BE49-F238E27FC236}">
                <a16:creationId xmlns:a16="http://schemas.microsoft.com/office/drawing/2014/main" id="{82BB24E8-6B78-88D6-A597-0268D8F46576}"/>
              </a:ext>
            </a:extLst>
          </p:cNvPr>
          <p:cNvSpPr/>
          <p:nvPr/>
        </p:nvSpPr>
        <p:spPr>
          <a:xfrm>
            <a:off x="124692" y="126422"/>
            <a:ext cx="6608617" cy="4890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50" dirty="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cxnSp>
        <p:nvCxnSpPr>
          <p:cNvPr id="5" name="Google Shape;10;p2">
            <a:extLst>
              <a:ext uri="{FF2B5EF4-FFF2-40B4-BE49-F238E27FC236}">
                <a16:creationId xmlns:a16="http://schemas.microsoft.com/office/drawing/2014/main" id="{1124BC15-5EED-DE43-03B4-794AEB3212D0}"/>
              </a:ext>
            </a:extLst>
          </p:cNvPr>
          <p:cNvCxnSpPr>
            <a:cxnSpLocks/>
          </p:cNvCxnSpPr>
          <p:nvPr/>
        </p:nvCxnSpPr>
        <p:spPr>
          <a:xfrm>
            <a:off x="523103" y="369274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4E3846-B020-0790-B325-E2CBCEC81BD9}"/>
              </a:ext>
            </a:extLst>
          </p:cNvPr>
          <p:cNvSpPr txBox="1"/>
          <p:nvPr/>
        </p:nvSpPr>
        <p:spPr>
          <a:xfrm>
            <a:off x="4544016" y="4194592"/>
            <a:ext cx="21892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2025.04.02</a:t>
            </a:r>
            <a:r>
              <a:rPr lang="ko-KR" altLang="en-US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endParaRPr lang="en-US" altLang="ko-KR" sz="14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이재호</a:t>
            </a:r>
            <a:endParaRPr lang="en-US" altLang="ko-KR" sz="14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49FB4-33D4-606D-0922-CB59C33DEF07}"/>
              </a:ext>
            </a:extLst>
          </p:cNvPr>
          <p:cNvSpPr txBox="1"/>
          <p:nvPr/>
        </p:nvSpPr>
        <p:spPr>
          <a:xfrm>
            <a:off x="2119190" y="1826854"/>
            <a:ext cx="2619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Doosan Robotics</a:t>
            </a:r>
          </a:p>
          <a:p>
            <a:pPr algn="ctr"/>
            <a:endParaRPr lang="en-US" altLang="ko-KR" sz="2000" dirty="0"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ctr"/>
            <a:r>
              <a:rPr lang="en-US" altLang="ko-KR" sz="20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2B81F97C-FAE8-58E3-D5D3-48DCEAF2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76330D29-69EE-9A93-1595-F3A41B7ACCF5}"/>
              </a:ext>
            </a:extLst>
          </p:cNvPr>
          <p:cNvSpPr txBox="1"/>
          <p:nvPr/>
        </p:nvSpPr>
        <p:spPr>
          <a:xfrm>
            <a:off x="175599" y="577767"/>
            <a:ext cx="6268743" cy="372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Vacuum Cleaner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79A0492-D3F2-11BE-B44C-7A6D4A7CFD4B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4404732-0FB1-E455-9950-C7C0CF699E12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5DA11F7-BC6A-3A8E-4C47-4AA3D40E168C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35BCCEF-33EA-76DD-6AA6-26CE38F32300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96425B-B077-C4AA-4FD2-1C7EDFA430B3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3B79DC-278E-2ADD-4561-29AAC5ECA344}"/>
                </a:ext>
              </a:extLst>
            </p:cNvPr>
            <p:cNvSpPr txBox="1"/>
            <p:nvPr/>
          </p:nvSpPr>
          <p:spPr>
            <a:xfrm>
              <a:off x="871869" y="303882"/>
              <a:ext cx="2061470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Coding Test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46CE77C-C725-F7FB-8F6E-B57EC102E6FD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81EDED12-250F-D820-274D-7FC038A3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9BBAD-BC90-D76C-3D64-514C81B6FC78}"/>
              </a:ext>
            </a:extLst>
          </p:cNvPr>
          <p:cNvSpPr txBox="1"/>
          <p:nvPr/>
        </p:nvSpPr>
        <p:spPr>
          <a:xfrm>
            <a:off x="1692729" y="4804946"/>
            <a:ext cx="347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https://www.acmicpc.net/problem/14503</a:t>
            </a:r>
            <a:endParaRPr lang="ko-KR" altLang="en-US" sz="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550DD7-F664-81C8-7817-6F8DA8FC4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3879"/>
            <a:ext cx="6858000" cy="28892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B79E7F9-4B1D-2FA7-EDBC-8C263816333E}"/>
              </a:ext>
            </a:extLst>
          </p:cNvPr>
          <p:cNvSpPr/>
          <p:nvPr/>
        </p:nvSpPr>
        <p:spPr>
          <a:xfrm>
            <a:off x="1039586" y="1651308"/>
            <a:ext cx="549728" cy="12306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B44313-6577-297D-002E-B874750BD987}"/>
              </a:ext>
            </a:extLst>
          </p:cNvPr>
          <p:cNvSpPr/>
          <p:nvPr/>
        </p:nvSpPr>
        <p:spPr>
          <a:xfrm>
            <a:off x="5121729" y="1611086"/>
            <a:ext cx="587828" cy="20682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73674A-BF6A-9D09-F94C-9691E5FC3FEE}"/>
              </a:ext>
            </a:extLst>
          </p:cNvPr>
          <p:cNvSpPr/>
          <p:nvPr/>
        </p:nvSpPr>
        <p:spPr>
          <a:xfrm>
            <a:off x="957944" y="1820038"/>
            <a:ext cx="549728" cy="16660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AAE947-825A-53AC-DB41-FED4F8C1EF92}"/>
              </a:ext>
            </a:extLst>
          </p:cNvPr>
          <p:cNvSpPr/>
          <p:nvPr/>
        </p:nvSpPr>
        <p:spPr>
          <a:xfrm>
            <a:off x="2490108" y="1820038"/>
            <a:ext cx="549728" cy="16660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00CB88-CE15-138B-21D4-B6F0CF9F5655}"/>
              </a:ext>
            </a:extLst>
          </p:cNvPr>
          <p:cNvSpPr/>
          <p:nvPr/>
        </p:nvSpPr>
        <p:spPr>
          <a:xfrm>
            <a:off x="4846865" y="1820038"/>
            <a:ext cx="549728" cy="16660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9221D8-24EE-A7EA-894A-F71B8D6A6914}"/>
              </a:ext>
            </a:extLst>
          </p:cNvPr>
          <p:cNvSpPr/>
          <p:nvPr/>
        </p:nvSpPr>
        <p:spPr>
          <a:xfrm>
            <a:off x="198157" y="1975757"/>
            <a:ext cx="699913" cy="16660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3098C4-60CD-FE63-5249-8CF0B28816CF}"/>
              </a:ext>
            </a:extLst>
          </p:cNvPr>
          <p:cNvSpPr/>
          <p:nvPr/>
        </p:nvSpPr>
        <p:spPr>
          <a:xfrm>
            <a:off x="198157" y="2438525"/>
            <a:ext cx="3742472" cy="139868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56DA5-7D97-A712-4A82-CAB00EED44BA}"/>
              </a:ext>
            </a:extLst>
          </p:cNvPr>
          <p:cNvSpPr txBox="1"/>
          <p:nvPr/>
        </p:nvSpPr>
        <p:spPr>
          <a:xfrm>
            <a:off x="4712229" y="2410653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BFS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516215C-ED44-FEC1-378F-ED354987236F}"/>
              </a:ext>
            </a:extLst>
          </p:cNvPr>
          <p:cNvCxnSpPr>
            <a:cxnSpLocks/>
          </p:cNvCxnSpPr>
          <p:nvPr/>
        </p:nvCxnSpPr>
        <p:spPr>
          <a:xfrm flipH="1">
            <a:off x="4712229" y="3538791"/>
            <a:ext cx="551014" cy="466586"/>
          </a:xfrm>
          <a:prstGeom prst="straightConnector1">
            <a:avLst/>
          </a:prstGeom>
          <a:ln w="28575">
            <a:solidFill>
              <a:srgbClr val="C602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36EB069-F6D7-DD1D-E0E5-C01D86CCE668}"/>
              </a:ext>
            </a:extLst>
          </p:cNvPr>
          <p:cNvCxnSpPr>
            <a:cxnSpLocks/>
          </p:cNvCxnSpPr>
          <p:nvPr/>
        </p:nvCxnSpPr>
        <p:spPr>
          <a:xfrm>
            <a:off x="5257703" y="3538791"/>
            <a:ext cx="551014" cy="466586"/>
          </a:xfrm>
          <a:prstGeom prst="straightConnector1">
            <a:avLst/>
          </a:prstGeom>
          <a:ln w="28575">
            <a:solidFill>
              <a:srgbClr val="C602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27C238-7772-43A7-A679-9F749CC7C8F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260473" y="2687652"/>
            <a:ext cx="0" cy="289591"/>
          </a:xfrm>
          <a:prstGeom prst="straightConnector1">
            <a:avLst/>
          </a:prstGeom>
          <a:ln w="28575">
            <a:solidFill>
              <a:srgbClr val="C602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471ABE-79AD-0B27-6066-395A35173CE9}"/>
              </a:ext>
            </a:extLst>
          </p:cNvPr>
          <p:cNvSpPr/>
          <p:nvPr/>
        </p:nvSpPr>
        <p:spPr>
          <a:xfrm>
            <a:off x="4535882" y="3031671"/>
            <a:ext cx="1443641" cy="40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탐색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95EE95-0457-C0F8-76FB-7EA46DFC6AC7}"/>
              </a:ext>
            </a:extLst>
          </p:cNvPr>
          <p:cNvSpPr txBox="1"/>
          <p:nvPr/>
        </p:nvSpPr>
        <p:spPr>
          <a:xfrm>
            <a:off x="4068783" y="4030183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ko-KR" altLang="en-US" sz="800" b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빈칸 존재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3AA8A9-79EA-1C5A-0AF0-BE4CFF85D012}"/>
              </a:ext>
            </a:extLst>
          </p:cNvPr>
          <p:cNvSpPr txBox="1"/>
          <p:nvPr/>
        </p:nvSpPr>
        <p:spPr>
          <a:xfrm>
            <a:off x="5256562" y="4030183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~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빈칸 존재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7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2926BF7-5D63-BBA8-DBE8-3C10BDAD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7BBE8A1-A8C5-4F6F-97B7-24E9936A8955}"/>
              </a:ext>
            </a:extLst>
          </p:cNvPr>
          <p:cNvSpPr txBox="1"/>
          <p:nvPr/>
        </p:nvSpPr>
        <p:spPr>
          <a:xfrm>
            <a:off x="175599" y="577767"/>
            <a:ext cx="6268743" cy="451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Vacuum Cleaner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Bitwise_not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C86BA7-80A3-5BF5-4730-956B4A85E58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97D4017-299E-53AA-B15F-7D20148F58C3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49F9FC4-601B-A6DD-EB80-5158C2695D5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2D6389A-AE60-EF43-346B-B4C3AACB7B08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3A9E1A-119A-7DAE-155F-A15C3CC9BF3E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590BC4-96B5-E8F2-02AC-6438486599BB}"/>
                </a:ext>
              </a:extLst>
            </p:cNvPr>
            <p:cNvSpPr txBox="1"/>
            <p:nvPr/>
          </p:nvSpPr>
          <p:spPr>
            <a:xfrm>
              <a:off x="871869" y="303882"/>
              <a:ext cx="2061470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Coding Test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AE6303E-7069-0BF8-AF43-FB155A7B3B6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017A9EAB-ABFC-74E2-5530-F1D59D80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2CB86-C67E-E0D0-E489-19AF7BE3FF5C}"/>
              </a:ext>
            </a:extLst>
          </p:cNvPr>
          <p:cNvSpPr txBox="1"/>
          <p:nvPr/>
        </p:nvSpPr>
        <p:spPr>
          <a:xfrm>
            <a:off x="1692729" y="4804946"/>
            <a:ext cx="347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https://www.acmicpc.net/problem/14503</a:t>
            </a:r>
            <a:endParaRPr lang="ko-KR" altLang="en-US" sz="8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F13659A-14DF-6998-BDCC-E8D304575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809"/>
            <a:ext cx="6858000" cy="338588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8A41505-270D-347E-B4ED-EA74C25FBD88}"/>
              </a:ext>
            </a:extLst>
          </p:cNvPr>
          <p:cNvSpPr/>
          <p:nvPr/>
        </p:nvSpPr>
        <p:spPr>
          <a:xfrm>
            <a:off x="78621" y="1435300"/>
            <a:ext cx="3252407" cy="18123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C546C9-C50E-3E62-DDD8-8CEC9B075EAE}"/>
              </a:ext>
            </a:extLst>
          </p:cNvPr>
          <p:cNvSpPr/>
          <p:nvPr/>
        </p:nvSpPr>
        <p:spPr>
          <a:xfrm>
            <a:off x="78621" y="1648119"/>
            <a:ext cx="6556222" cy="52490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70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728302A-9161-EC34-B173-770844BD38C0}"/>
              </a:ext>
            </a:extLst>
          </p:cNvPr>
          <p:cNvSpPr txBox="1"/>
          <p:nvPr/>
        </p:nvSpPr>
        <p:spPr>
          <a:xfrm>
            <a:off x="175599" y="577767"/>
            <a:ext cx="6268743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 err="1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NeRF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2D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를 생성하여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를 나타내는 기술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Mesh-triangle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polygon mesh modeling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NeRF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Architecture: input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의 기준은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? 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첫번째 카메라를 기준으로 활용가능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B3ADF72-3A99-25BA-9D6F-E45CB9F9050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916BBB0-6BF7-87BA-DF2F-D2AA07691886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EA5C7DB-98F4-5473-C03D-B10DEC36195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D726056-58C2-C817-7FE9-E0404D3DB002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AF814A-4EBB-9561-FE4F-ED8E94463B3A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40F539-5570-2554-D863-33153C347000}"/>
                </a:ext>
              </a:extLst>
            </p:cNvPr>
            <p:cNvSpPr txBox="1"/>
            <p:nvPr/>
          </p:nvSpPr>
          <p:spPr>
            <a:xfrm>
              <a:off x="871869" y="303882"/>
              <a:ext cx="2327307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3D Rendering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1D27299-7DC1-25D4-73CB-3A4443B5E890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AE7319DC-8EAE-0D31-6850-231FDE4E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4218D2-7087-5B58-3783-30FEB8D4C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0573"/>
            <a:ext cx="6858000" cy="300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6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4A63843-690F-F432-484C-995D3308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B274174-4590-BBAC-317F-4490BB6D1E09}"/>
              </a:ext>
            </a:extLst>
          </p:cNvPr>
          <p:cNvSpPr txBox="1"/>
          <p:nvPr/>
        </p:nvSpPr>
        <p:spPr>
          <a:xfrm>
            <a:off x="175599" y="577767"/>
            <a:ext cx="6268743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 err="1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NeRF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2D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를 생성하여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를 나타내는 기술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Mesh-triangle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polygon mesh modeling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Volume Rendering: sigma (</a:t>
            </a:r>
            <a:r>
              <a:rPr lang="ko-KR" altLang="en-US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흡수계수 </a:t>
            </a:r>
            <a:r>
              <a:rPr lang="en-US" altLang="ko-KR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or density)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636593A-865F-A884-150F-1702032D3F69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9E615A-23E7-891B-2A04-C24E93E3B4A6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A504D37-896B-3265-4DF7-E95DB50F3E9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13B8D2C-1A84-1277-274A-EC6FE85540C6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290A09-C2C1-78BC-CBB7-3108CC4E992D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A09EAC-0D0B-B0BC-8549-1F501C6B6A7C}"/>
                </a:ext>
              </a:extLst>
            </p:cNvPr>
            <p:cNvSpPr txBox="1"/>
            <p:nvPr/>
          </p:nvSpPr>
          <p:spPr>
            <a:xfrm>
              <a:off x="871869" y="303882"/>
              <a:ext cx="2327307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3D Rendering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A824778-BDFD-6973-D2C1-A29D7A35471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EED9A833-4858-508B-CE04-26B3BC1C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9264E0-0277-15C8-AD43-94CD14815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24" y="2006799"/>
            <a:ext cx="5383952" cy="25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4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9A4A1CBA-5337-56E6-5990-98CA5968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F007759-2AF9-91B0-674B-EE6F34797534}"/>
              </a:ext>
            </a:extLst>
          </p:cNvPr>
          <p:cNvSpPr txBox="1"/>
          <p:nvPr/>
        </p:nvSpPr>
        <p:spPr>
          <a:xfrm>
            <a:off x="175599" y="577767"/>
            <a:ext cx="6268743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 err="1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NeRF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2D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를 생성하여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를 나타내는 기술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Mesh-triangle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polygon mesh modeling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Generating Camera ray: affine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7FE760-C92E-E5EC-0847-579E7549D40D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9781878-24A5-F7DB-CD5F-972C4194BCE0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C82864C-E71D-061A-7E8E-F020EF33CE8C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C7F1D42-28F5-1C2F-8058-31B0B4E09527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F7A2FC-743E-38BF-FC04-083F2F29A71A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A2CF16-10F6-2B72-53E2-6B2654DC762A}"/>
                </a:ext>
              </a:extLst>
            </p:cNvPr>
            <p:cNvSpPr txBox="1"/>
            <p:nvPr/>
          </p:nvSpPr>
          <p:spPr>
            <a:xfrm>
              <a:off x="871869" y="303882"/>
              <a:ext cx="2327307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3D Rendering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AFEB940-6A83-AC65-8833-57F053AA7C57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A6CEAF63-B9CC-0031-9869-BDB17C92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CC9EE6-B47E-2412-80CF-FD75F5B50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2436"/>
            <a:ext cx="6858000" cy="338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FF54E6D0-7C25-5F97-9F1D-FDBD3B56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E5FE69B-4B5A-E425-D18D-54EFD47B0856}"/>
              </a:ext>
            </a:extLst>
          </p:cNvPr>
          <p:cNvSpPr txBox="1"/>
          <p:nvPr/>
        </p:nvSpPr>
        <p:spPr>
          <a:xfrm>
            <a:off x="175599" y="577767"/>
            <a:ext cx="6268743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Gaussian Splatting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Multivariate Gaussian distribution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을 이용해서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3D Rendering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을 진행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빠른 </a:t>
            </a:r>
            <a:r>
              <a:rPr lang="ko-KR" altLang="en-US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랜더링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8B43A7F-457C-2848-70A1-EA9B1B42001B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A191B91-6E5A-9F52-07D9-5402AC40FC31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04184A9-DE53-21B5-2DC3-4C71024110B5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170C316-BC35-3A5B-A162-D8D80AE418FC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AE1665-CD7F-079F-1884-94C985898B18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C1B25D-71B2-1301-0862-92CDB70285C6}"/>
                </a:ext>
              </a:extLst>
            </p:cNvPr>
            <p:cNvSpPr txBox="1"/>
            <p:nvPr/>
          </p:nvSpPr>
          <p:spPr>
            <a:xfrm>
              <a:off x="871869" y="303882"/>
              <a:ext cx="2327307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3D Rendering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DF9BD98-B674-20FD-77A0-6E35E4861F04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F8539051-D363-ADCC-0AEE-4A218C73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332CF9-17F8-63FA-508D-43B8B26DE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2996"/>
            <a:ext cx="6858000" cy="342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9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imated &amp; Interactive Project Proposal Infographics by Slidesgo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BDE8A13A23CEB42993938DCB9BFEC7F" ma:contentTypeVersion="13" ma:contentTypeDescription="새 문서를 만듭니다." ma:contentTypeScope="" ma:versionID="3d8a03ddf09ae9ebb42f3b9253fc0ce9">
  <xsd:schema xmlns:xsd="http://www.w3.org/2001/XMLSchema" xmlns:xs="http://www.w3.org/2001/XMLSchema" xmlns:p="http://schemas.microsoft.com/office/2006/metadata/properties" xmlns:ns2="79e045ce-733a-4717-a3a0-f3edbe5574a4" xmlns:ns3="3768ac40-4122-4d91-9a6b-8368e3827dbe" targetNamespace="http://schemas.microsoft.com/office/2006/metadata/properties" ma:root="true" ma:fieldsID="dd68d4750a073ca48707f1dadda92372" ns2:_="" ns3:_="">
    <xsd:import namespace="79e045ce-733a-4717-a3a0-f3edbe5574a4"/>
    <xsd:import namespace="3768ac40-4122-4d91-9a6b-8368e3827d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e045ce-733a-4717-a3a0-f3edbe557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e5b39976-851a-4e5c-99d5-d4f2d28b37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68ac40-4122-4d91-9a6b-8368e3827db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09c8da7-9c9b-453a-9412-b526bfb5a98f}" ma:internalName="TaxCatchAll" ma:showField="CatchAllData" ma:web="3768ac40-4122-4d91-9a6b-8368e3827d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68ac40-4122-4d91-9a6b-8368e3827dbe" xsi:nil="true"/>
    <lcf76f155ced4ddcb4097134ff3c332f xmlns="79e045ce-733a-4717-a3a0-f3edbe5574a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78E7D-DC4F-49E5-B76E-55F61627D977}">
  <ds:schemaRefs>
    <ds:schemaRef ds:uri="3768ac40-4122-4d91-9a6b-8368e3827dbe"/>
    <ds:schemaRef ds:uri="79e045ce-733a-4717-a3a0-f3edbe5574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74E7EE-C804-456D-B648-FFDFC932CE78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79e045ce-733a-4717-a3a0-f3edbe5574a4"/>
    <ds:schemaRef ds:uri="3768ac40-4122-4d91-9a6b-8368e3827dbe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710D88-7D72-4A97-ACAA-7DDACF7FE7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145</Words>
  <Application>Microsoft Office PowerPoint</Application>
  <PresentationFormat>사용자 지정</PresentationFormat>
  <Paragraphs>84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나눔 명조</vt:lpstr>
      <vt:lpstr>Anaheim</vt:lpstr>
      <vt:lpstr>Nixie One</vt:lpstr>
      <vt:lpstr>Arial</vt:lpstr>
      <vt:lpstr>레시피코리아OTF Medium</vt:lpstr>
      <vt:lpstr>Montserrat</vt:lpstr>
      <vt:lpstr>Squada One</vt:lpstr>
      <vt:lpstr>Animated &amp; Interactive Project Proposal Infographics by Slidesgo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운동에너지를 이용한  친환경 에너지 저장 장치: E-Torus  -재생 에너지 연계 에너지 장치를 통한 전력산업 활성화-</dc:title>
  <dc:creator>이재호</dc:creator>
  <cp:lastModifiedBy>재호 이</cp:lastModifiedBy>
  <cp:revision>264</cp:revision>
  <dcterms:modified xsi:type="dcterms:W3CDTF">2025-04-02T11:37:58Z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0x010100DBDE8A13A23CEB42993938DCB9BFEC7F</vt:lpwstr>
  </property>
  <property fmtid="{D5CDD505-2E9C-101B-9397-08002B2CF9AE}" pid="3" name="MediaServiceImageTags">
    <vt:lpwstr/>
  </property>
</Properties>
</file>