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306" r:id="rId3"/>
    <p:sldId id="307" r:id="rId4"/>
    <p:sldId id="308" r:id="rId5"/>
    <p:sldId id="309" r:id="rId6"/>
    <p:sldId id="305" r:id="rId7"/>
    <p:sldId id="310" r:id="rId8"/>
    <p:sldId id="278" r:id="rId9"/>
    <p:sldId id="297" r:id="rId10"/>
    <p:sldId id="279" r:id="rId11"/>
    <p:sldId id="298" r:id="rId12"/>
    <p:sldId id="299" r:id="rId13"/>
    <p:sldId id="300" r:id="rId14"/>
    <p:sldId id="30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36739C"/>
    <a:srgbClr val="5195C3"/>
    <a:srgbClr val="A1C6DF"/>
    <a:srgbClr val="C1A025"/>
    <a:srgbClr val="97734F"/>
    <a:srgbClr val="BB9872"/>
    <a:srgbClr val="D6B12A"/>
    <a:srgbClr val="DFC45B"/>
    <a:srgbClr val="E4C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101723-F824-44D8-8543-00D8A41C76C0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FDD5439-2C48-45EC-B377-6746DF6EB5D5}">
      <dgm:prSet/>
      <dgm:spPr>
        <a:solidFill>
          <a:srgbClr val="36739C"/>
        </a:solidFill>
      </dgm:spPr>
      <dgm:t>
        <a:bodyPr/>
        <a:lstStyle/>
        <a:p>
          <a:pPr latinLnBrk="1"/>
          <a:r>
            <a:rPr lang="en-US" b="0" i="0"/>
            <a:t>Sigmoid</a:t>
          </a:r>
          <a:endParaRPr lang="ko-KR"/>
        </a:p>
      </dgm:t>
    </dgm:pt>
    <dgm:pt modelId="{4ADB748B-CD33-46A0-9939-501015DF19BC}" type="parTrans" cxnId="{66FF048B-A445-48D6-906D-9B131F7DF2F0}">
      <dgm:prSet/>
      <dgm:spPr/>
      <dgm:t>
        <a:bodyPr/>
        <a:lstStyle/>
        <a:p>
          <a:pPr latinLnBrk="1"/>
          <a:endParaRPr lang="ko-KR" altLang="en-US"/>
        </a:p>
      </dgm:t>
    </dgm:pt>
    <dgm:pt modelId="{D7C5E0C1-EC73-4BCE-AB17-8AC5B58F221A}" type="sibTrans" cxnId="{66FF048B-A445-48D6-906D-9B131F7DF2F0}">
      <dgm:prSet/>
      <dgm:spPr/>
      <dgm:t>
        <a:bodyPr/>
        <a:lstStyle/>
        <a:p>
          <a:pPr latinLnBrk="1"/>
          <a:endParaRPr lang="ko-KR" altLang="en-US"/>
        </a:p>
      </dgm:t>
    </dgm:pt>
    <dgm:pt modelId="{EF5B8614-0FC2-4488-A4BD-7956ED792F5A}">
      <dgm:prSet/>
      <dgm:spPr>
        <a:solidFill>
          <a:srgbClr val="36739C"/>
        </a:solidFill>
      </dgm:spPr>
      <dgm:t>
        <a:bodyPr/>
        <a:lstStyle/>
        <a:p>
          <a:pPr latinLnBrk="1"/>
          <a:r>
            <a:rPr lang="en-US" b="0" i="0"/>
            <a:t>Tanh</a:t>
          </a:r>
          <a:endParaRPr lang="ko-KR"/>
        </a:p>
      </dgm:t>
    </dgm:pt>
    <dgm:pt modelId="{77A116DC-8B47-4DD1-93EC-92C8F4D68216}" type="parTrans" cxnId="{34A1DFCC-664B-48E8-BB78-44F8F7F37B16}">
      <dgm:prSet/>
      <dgm:spPr/>
      <dgm:t>
        <a:bodyPr/>
        <a:lstStyle/>
        <a:p>
          <a:pPr latinLnBrk="1"/>
          <a:endParaRPr lang="ko-KR" altLang="en-US"/>
        </a:p>
      </dgm:t>
    </dgm:pt>
    <dgm:pt modelId="{551FCCE6-E54E-4AC2-99C4-77DB62B8215F}" type="sibTrans" cxnId="{34A1DFCC-664B-48E8-BB78-44F8F7F37B16}">
      <dgm:prSet/>
      <dgm:spPr/>
      <dgm:t>
        <a:bodyPr/>
        <a:lstStyle/>
        <a:p>
          <a:pPr latinLnBrk="1"/>
          <a:endParaRPr lang="ko-KR" altLang="en-US"/>
        </a:p>
      </dgm:t>
    </dgm:pt>
    <dgm:pt modelId="{E33DB1CC-0DC5-45D0-8813-26D598FBEF44}">
      <dgm:prSet/>
      <dgm:spPr>
        <a:solidFill>
          <a:srgbClr val="36739C"/>
        </a:solidFill>
      </dgm:spPr>
      <dgm:t>
        <a:bodyPr/>
        <a:lstStyle/>
        <a:p>
          <a:pPr latinLnBrk="1"/>
          <a:r>
            <a:rPr lang="en-US" b="0" i="0"/>
            <a:t>ReLU</a:t>
          </a:r>
          <a:endParaRPr lang="ko-KR"/>
        </a:p>
      </dgm:t>
    </dgm:pt>
    <dgm:pt modelId="{548E4BE6-E04D-4454-AEDA-6B151141114D}" type="parTrans" cxnId="{B3AB6091-DF28-4D7F-BCD9-84D86A63ED5F}">
      <dgm:prSet/>
      <dgm:spPr/>
      <dgm:t>
        <a:bodyPr/>
        <a:lstStyle/>
        <a:p>
          <a:pPr latinLnBrk="1"/>
          <a:endParaRPr lang="ko-KR" altLang="en-US"/>
        </a:p>
      </dgm:t>
    </dgm:pt>
    <dgm:pt modelId="{0BA9836B-1C2E-45EE-83F7-8B841C6C747F}" type="sibTrans" cxnId="{B3AB6091-DF28-4D7F-BCD9-84D86A63ED5F}">
      <dgm:prSet/>
      <dgm:spPr/>
      <dgm:t>
        <a:bodyPr/>
        <a:lstStyle/>
        <a:p>
          <a:pPr latinLnBrk="1"/>
          <a:endParaRPr lang="ko-KR" altLang="en-US"/>
        </a:p>
      </dgm:t>
    </dgm:pt>
    <dgm:pt modelId="{D7B6AC9A-A2BD-4AB3-B5D6-E3D255473FAD}">
      <dgm:prSet/>
      <dgm:spPr>
        <a:solidFill>
          <a:srgbClr val="36739C"/>
        </a:solidFill>
      </dgm:spPr>
      <dgm:t>
        <a:bodyPr/>
        <a:lstStyle/>
        <a:p>
          <a:pPr latinLnBrk="1"/>
          <a:r>
            <a:rPr lang="en-US" b="0" i="0" dirty="0"/>
            <a:t>Leaky</a:t>
          </a:r>
          <a:r>
            <a:rPr lang="ko-KR" b="0" i="0" dirty="0"/>
            <a:t> </a:t>
          </a:r>
          <a:r>
            <a:rPr lang="en-US" b="0" i="0" dirty="0" err="1"/>
            <a:t>ReLU</a:t>
          </a:r>
          <a:endParaRPr lang="ko-KR" dirty="0"/>
        </a:p>
      </dgm:t>
    </dgm:pt>
    <dgm:pt modelId="{5BF76BF8-BB74-47B7-936B-A30A196CF50B}" type="parTrans" cxnId="{83FA7741-BA19-42E4-B77E-C2E771501217}">
      <dgm:prSet/>
      <dgm:spPr/>
      <dgm:t>
        <a:bodyPr/>
        <a:lstStyle/>
        <a:p>
          <a:pPr latinLnBrk="1"/>
          <a:endParaRPr lang="ko-KR" altLang="en-US"/>
        </a:p>
      </dgm:t>
    </dgm:pt>
    <dgm:pt modelId="{F3ECACC1-0D44-4E54-83FA-19CE98F4CED6}" type="sibTrans" cxnId="{83FA7741-BA19-42E4-B77E-C2E771501217}">
      <dgm:prSet/>
      <dgm:spPr/>
      <dgm:t>
        <a:bodyPr/>
        <a:lstStyle/>
        <a:p>
          <a:pPr latinLnBrk="1"/>
          <a:endParaRPr lang="ko-KR" altLang="en-US"/>
        </a:p>
      </dgm:t>
    </dgm:pt>
    <dgm:pt modelId="{10A98B7C-A05A-46D9-AB06-31652E625F6B}">
      <dgm:prSet/>
      <dgm:spPr>
        <a:solidFill>
          <a:srgbClr val="36739C"/>
        </a:solidFill>
      </dgm:spPr>
      <dgm:t>
        <a:bodyPr/>
        <a:lstStyle/>
        <a:p>
          <a:pPr latinLnBrk="1"/>
          <a:r>
            <a:rPr lang="en-US" b="0" i="0"/>
            <a:t>Exponential LU</a:t>
          </a:r>
          <a:endParaRPr lang="ko-KR"/>
        </a:p>
      </dgm:t>
    </dgm:pt>
    <dgm:pt modelId="{B6DA5825-A09C-4C15-A0C3-9963EA93DCD6}" type="parTrans" cxnId="{BD01381C-B20C-4A34-917C-E0A92DFF52E0}">
      <dgm:prSet/>
      <dgm:spPr/>
      <dgm:t>
        <a:bodyPr/>
        <a:lstStyle/>
        <a:p>
          <a:pPr latinLnBrk="1"/>
          <a:endParaRPr lang="ko-KR" altLang="en-US"/>
        </a:p>
      </dgm:t>
    </dgm:pt>
    <dgm:pt modelId="{2F9C120D-3C11-4983-A1EB-3A315961C76E}" type="sibTrans" cxnId="{BD01381C-B20C-4A34-917C-E0A92DFF52E0}">
      <dgm:prSet/>
      <dgm:spPr/>
      <dgm:t>
        <a:bodyPr/>
        <a:lstStyle/>
        <a:p>
          <a:pPr latinLnBrk="1"/>
          <a:endParaRPr lang="ko-KR" altLang="en-US"/>
        </a:p>
      </dgm:t>
    </dgm:pt>
    <dgm:pt modelId="{657ED1D9-B090-461C-8DDA-4EA1701FABD3}" type="pres">
      <dgm:prSet presAssocID="{2D101723-F824-44D8-8543-00D8A41C76C0}" presName="diagram" presStyleCnt="0">
        <dgm:presLayoutVars>
          <dgm:dir/>
        </dgm:presLayoutVars>
      </dgm:prSet>
      <dgm:spPr/>
    </dgm:pt>
    <dgm:pt modelId="{260A7654-6D06-4201-9CF5-0DB9B5D32A22}" type="pres">
      <dgm:prSet presAssocID="{1FDD5439-2C48-45EC-B377-6746DF6EB5D5}" presName="composite" presStyleCnt="0"/>
      <dgm:spPr/>
    </dgm:pt>
    <dgm:pt modelId="{9B0ED90C-B047-4210-9A23-123873DFE28D}" type="pres">
      <dgm:prSet presAssocID="{1FDD5439-2C48-45EC-B377-6746DF6EB5D5}" presName="Image" presStyleLbl="bgShp" presStyleIdx="0" presStyleCnt="5"/>
      <dgm:spPr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</dgm:spPr>
    </dgm:pt>
    <dgm:pt modelId="{5152EC85-495D-4E75-83E5-CD90CFF3C633}" type="pres">
      <dgm:prSet presAssocID="{1FDD5439-2C48-45EC-B377-6746DF6EB5D5}" presName="Parent" presStyleLbl="node0" presStyleIdx="0" presStyleCnt="5">
        <dgm:presLayoutVars>
          <dgm:bulletEnabled val="1"/>
        </dgm:presLayoutVars>
      </dgm:prSet>
      <dgm:spPr/>
    </dgm:pt>
    <dgm:pt modelId="{B553DA4A-D7F0-4C32-9A95-D7143AAD1434}" type="pres">
      <dgm:prSet presAssocID="{D7C5E0C1-EC73-4BCE-AB17-8AC5B58F221A}" presName="sibTrans" presStyleCnt="0"/>
      <dgm:spPr/>
    </dgm:pt>
    <dgm:pt modelId="{98657201-55DE-431D-8CD2-296D265B9496}" type="pres">
      <dgm:prSet presAssocID="{EF5B8614-0FC2-4488-A4BD-7956ED792F5A}" presName="composite" presStyleCnt="0"/>
      <dgm:spPr/>
    </dgm:pt>
    <dgm:pt modelId="{D70F94B6-5D30-475F-94D6-7E2E9051CDC4}" type="pres">
      <dgm:prSet presAssocID="{EF5B8614-0FC2-4488-A4BD-7956ED792F5A}" presName="Image" presStyleLbl="bgShp" presStyleIdx="1" presStyleCnt="5"/>
      <dgm:spPr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</dgm:spPr>
    </dgm:pt>
    <dgm:pt modelId="{E07DAF22-54E4-4D90-B1D4-F1AFE4B7FD60}" type="pres">
      <dgm:prSet presAssocID="{EF5B8614-0FC2-4488-A4BD-7956ED792F5A}" presName="Parent" presStyleLbl="node0" presStyleIdx="1" presStyleCnt="5">
        <dgm:presLayoutVars>
          <dgm:bulletEnabled val="1"/>
        </dgm:presLayoutVars>
      </dgm:prSet>
      <dgm:spPr/>
    </dgm:pt>
    <dgm:pt modelId="{C73FAEF6-8CDD-488A-ABFA-DDFDA5E8DD02}" type="pres">
      <dgm:prSet presAssocID="{551FCCE6-E54E-4AC2-99C4-77DB62B8215F}" presName="sibTrans" presStyleCnt="0"/>
      <dgm:spPr/>
    </dgm:pt>
    <dgm:pt modelId="{36D798F1-7066-4911-860A-4C2572E0654E}" type="pres">
      <dgm:prSet presAssocID="{E33DB1CC-0DC5-45D0-8813-26D598FBEF44}" presName="composite" presStyleCnt="0"/>
      <dgm:spPr/>
    </dgm:pt>
    <dgm:pt modelId="{4B5501D7-06A7-47F4-8EC6-D5B16B6493D5}" type="pres">
      <dgm:prSet presAssocID="{E33DB1CC-0DC5-45D0-8813-26D598FBEF44}" presName="Image" presStyleLbl="bgShp" presStyleIdx="2" presStyleCnt="5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1AFE7165-4B56-49D0-9F0E-416EEA293550}" type="pres">
      <dgm:prSet presAssocID="{E33DB1CC-0DC5-45D0-8813-26D598FBEF44}" presName="Parent" presStyleLbl="node0" presStyleIdx="2" presStyleCnt="5">
        <dgm:presLayoutVars>
          <dgm:bulletEnabled val="1"/>
        </dgm:presLayoutVars>
      </dgm:prSet>
      <dgm:spPr/>
    </dgm:pt>
    <dgm:pt modelId="{49F543ED-0305-4BAE-8804-8D6EE9E4E1C4}" type="pres">
      <dgm:prSet presAssocID="{0BA9836B-1C2E-45EE-83F7-8B841C6C747F}" presName="sibTrans" presStyleCnt="0"/>
      <dgm:spPr/>
    </dgm:pt>
    <dgm:pt modelId="{42A4CF9C-D9BA-49AD-8F35-4C0FCE206727}" type="pres">
      <dgm:prSet presAssocID="{D7B6AC9A-A2BD-4AB3-B5D6-E3D255473FAD}" presName="composite" presStyleCnt="0"/>
      <dgm:spPr/>
    </dgm:pt>
    <dgm:pt modelId="{45A305D8-508D-44E6-A599-778F5F083C37}" type="pres">
      <dgm:prSet presAssocID="{D7B6AC9A-A2BD-4AB3-B5D6-E3D255473FAD}" presName="Image" presStyleLbl="bgShp" presStyleIdx="3" presStyleCnt="5"/>
      <dgm:spPr>
        <a:blipFill rotWithShape="1">
          <a:blip xmlns:r="http://schemas.openxmlformats.org/officeDocument/2006/relationships" r:embed="rId4"/>
          <a:srcRect/>
          <a:stretch>
            <a:fillRect t="-2000" b="-2000"/>
          </a:stretch>
        </a:blipFill>
      </dgm:spPr>
    </dgm:pt>
    <dgm:pt modelId="{627709BE-B6C0-47AB-9109-A80256FEFE54}" type="pres">
      <dgm:prSet presAssocID="{D7B6AC9A-A2BD-4AB3-B5D6-E3D255473FAD}" presName="Parent" presStyleLbl="node0" presStyleIdx="3" presStyleCnt="5">
        <dgm:presLayoutVars>
          <dgm:bulletEnabled val="1"/>
        </dgm:presLayoutVars>
      </dgm:prSet>
      <dgm:spPr/>
    </dgm:pt>
    <dgm:pt modelId="{55228D58-3DAB-4574-980B-58988EC666DB}" type="pres">
      <dgm:prSet presAssocID="{F3ECACC1-0D44-4E54-83FA-19CE98F4CED6}" presName="sibTrans" presStyleCnt="0"/>
      <dgm:spPr/>
    </dgm:pt>
    <dgm:pt modelId="{8DAB7DDB-4CD2-4034-B4B6-A4728CC9ACB8}" type="pres">
      <dgm:prSet presAssocID="{10A98B7C-A05A-46D9-AB06-31652E625F6B}" presName="composite" presStyleCnt="0"/>
      <dgm:spPr/>
    </dgm:pt>
    <dgm:pt modelId="{C0D4325B-13BE-4C26-96F2-3917C32CFBF8}" type="pres">
      <dgm:prSet presAssocID="{10A98B7C-A05A-46D9-AB06-31652E625F6B}" presName="Image" presStyleLbl="bgShp" presStyleIdx="4" presStyleCnt="5"/>
      <dgm:spPr>
        <a:blipFill rotWithShape="1">
          <a:blip xmlns:r="http://schemas.openxmlformats.org/officeDocument/2006/relationships" r:embed="rId5"/>
          <a:srcRect/>
          <a:stretch>
            <a:fillRect t="-1000" b="-1000"/>
          </a:stretch>
        </a:blipFill>
      </dgm:spPr>
    </dgm:pt>
    <dgm:pt modelId="{F855EFFA-C28C-4E03-8D8A-083471257B61}" type="pres">
      <dgm:prSet presAssocID="{10A98B7C-A05A-46D9-AB06-31652E625F6B}" presName="Parent" presStyleLbl="node0" presStyleIdx="4" presStyleCnt="5">
        <dgm:presLayoutVars>
          <dgm:bulletEnabled val="1"/>
        </dgm:presLayoutVars>
      </dgm:prSet>
      <dgm:spPr/>
    </dgm:pt>
  </dgm:ptLst>
  <dgm:cxnLst>
    <dgm:cxn modelId="{A0493A0B-3756-488C-97E7-407B0ED7E383}" type="presOf" srcId="{2D101723-F824-44D8-8543-00D8A41C76C0}" destId="{657ED1D9-B090-461C-8DDA-4EA1701FABD3}" srcOrd="0" destOrd="0" presId="urn:microsoft.com/office/officeart/2008/layout/BendingPictureCaption"/>
    <dgm:cxn modelId="{BD01381C-B20C-4A34-917C-E0A92DFF52E0}" srcId="{2D101723-F824-44D8-8543-00D8A41C76C0}" destId="{10A98B7C-A05A-46D9-AB06-31652E625F6B}" srcOrd="4" destOrd="0" parTransId="{B6DA5825-A09C-4C15-A0C3-9963EA93DCD6}" sibTransId="{2F9C120D-3C11-4983-A1EB-3A315961C76E}"/>
    <dgm:cxn modelId="{BC44B428-A00E-457D-9149-447D6BC9EB7B}" type="presOf" srcId="{EF5B8614-0FC2-4488-A4BD-7956ED792F5A}" destId="{E07DAF22-54E4-4D90-B1D4-F1AFE4B7FD60}" srcOrd="0" destOrd="0" presId="urn:microsoft.com/office/officeart/2008/layout/BendingPictureCaption"/>
    <dgm:cxn modelId="{DA58DE40-4EC7-420F-89FA-10D2439D8D2D}" type="presOf" srcId="{10A98B7C-A05A-46D9-AB06-31652E625F6B}" destId="{F855EFFA-C28C-4E03-8D8A-083471257B61}" srcOrd="0" destOrd="0" presId="urn:microsoft.com/office/officeart/2008/layout/BendingPictureCaption"/>
    <dgm:cxn modelId="{83FA7741-BA19-42E4-B77E-C2E771501217}" srcId="{2D101723-F824-44D8-8543-00D8A41C76C0}" destId="{D7B6AC9A-A2BD-4AB3-B5D6-E3D255473FAD}" srcOrd="3" destOrd="0" parTransId="{5BF76BF8-BB74-47B7-936B-A30A196CF50B}" sibTransId="{F3ECACC1-0D44-4E54-83FA-19CE98F4CED6}"/>
    <dgm:cxn modelId="{C58D8C7D-D95E-44CE-B1F1-FC783552DEB3}" type="presOf" srcId="{E33DB1CC-0DC5-45D0-8813-26D598FBEF44}" destId="{1AFE7165-4B56-49D0-9F0E-416EEA293550}" srcOrd="0" destOrd="0" presId="urn:microsoft.com/office/officeart/2008/layout/BendingPictureCaption"/>
    <dgm:cxn modelId="{66FF048B-A445-48D6-906D-9B131F7DF2F0}" srcId="{2D101723-F824-44D8-8543-00D8A41C76C0}" destId="{1FDD5439-2C48-45EC-B377-6746DF6EB5D5}" srcOrd="0" destOrd="0" parTransId="{4ADB748B-CD33-46A0-9939-501015DF19BC}" sibTransId="{D7C5E0C1-EC73-4BCE-AB17-8AC5B58F221A}"/>
    <dgm:cxn modelId="{B3AB6091-DF28-4D7F-BCD9-84D86A63ED5F}" srcId="{2D101723-F824-44D8-8543-00D8A41C76C0}" destId="{E33DB1CC-0DC5-45D0-8813-26D598FBEF44}" srcOrd="2" destOrd="0" parTransId="{548E4BE6-E04D-4454-AEDA-6B151141114D}" sibTransId="{0BA9836B-1C2E-45EE-83F7-8B841C6C747F}"/>
    <dgm:cxn modelId="{A73C03A9-3291-4332-AB7F-B83B26E3CAA4}" type="presOf" srcId="{D7B6AC9A-A2BD-4AB3-B5D6-E3D255473FAD}" destId="{627709BE-B6C0-47AB-9109-A80256FEFE54}" srcOrd="0" destOrd="0" presId="urn:microsoft.com/office/officeart/2008/layout/BendingPictureCaption"/>
    <dgm:cxn modelId="{70EB3DAC-6978-452B-B413-92C3A91A2A9F}" type="presOf" srcId="{1FDD5439-2C48-45EC-B377-6746DF6EB5D5}" destId="{5152EC85-495D-4E75-83E5-CD90CFF3C633}" srcOrd="0" destOrd="0" presId="urn:microsoft.com/office/officeart/2008/layout/BendingPictureCaption"/>
    <dgm:cxn modelId="{34A1DFCC-664B-48E8-BB78-44F8F7F37B16}" srcId="{2D101723-F824-44D8-8543-00D8A41C76C0}" destId="{EF5B8614-0FC2-4488-A4BD-7956ED792F5A}" srcOrd="1" destOrd="0" parTransId="{77A116DC-8B47-4DD1-93EC-92C8F4D68216}" sibTransId="{551FCCE6-E54E-4AC2-99C4-77DB62B8215F}"/>
    <dgm:cxn modelId="{BE6FD613-8846-489F-9ACF-5B2414385561}" type="presParOf" srcId="{657ED1D9-B090-461C-8DDA-4EA1701FABD3}" destId="{260A7654-6D06-4201-9CF5-0DB9B5D32A22}" srcOrd="0" destOrd="0" presId="urn:microsoft.com/office/officeart/2008/layout/BendingPictureCaption"/>
    <dgm:cxn modelId="{82B57E7F-5F78-4022-9C40-B61D2CB9F57B}" type="presParOf" srcId="{260A7654-6D06-4201-9CF5-0DB9B5D32A22}" destId="{9B0ED90C-B047-4210-9A23-123873DFE28D}" srcOrd="0" destOrd="0" presId="urn:microsoft.com/office/officeart/2008/layout/BendingPictureCaption"/>
    <dgm:cxn modelId="{F2D632B6-DE96-46C5-A239-352A242D4A89}" type="presParOf" srcId="{260A7654-6D06-4201-9CF5-0DB9B5D32A22}" destId="{5152EC85-495D-4E75-83E5-CD90CFF3C633}" srcOrd="1" destOrd="0" presId="urn:microsoft.com/office/officeart/2008/layout/BendingPictureCaption"/>
    <dgm:cxn modelId="{5951F11F-2842-467E-91D1-EA8A301B768B}" type="presParOf" srcId="{657ED1D9-B090-461C-8DDA-4EA1701FABD3}" destId="{B553DA4A-D7F0-4C32-9A95-D7143AAD1434}" srcOrd="1" destOrd="0" presId="urn:microsoft.com/office/officeart/2008/layout/BendingPictureCaption"/>
    <dgm:cxn modelId="{D7DFFD87-5BC7-4765-B1AB-FF61F6BDD763}" type="presParOf" srcId="{657ED1D9-B090-461C-8DDA-4EA1701FABD3}" destId="{98657201-55DE-431D-8CD2-296D265B9496}" srcOrd="2" destOrd="0" presId="urn:microsoft.com/office/officeart/2008/layout/BendingPictureCaption"/>
    <dgm:cxn modelId="{367A207A-FA63-4224-9DE5-1F60F69C7D90}" type="presParOf" srcId="{98657201-55DE-431D-8CD2-296D265B9496}" destId="{D70F94B6-5D30-475F-94D6-7E2E9051CDC4}" srcOrd="0" destOrd="0" presId="urn:microsoft.com/office/officeart/2008/layout/BendingPictureCaption"/>
    <dgm:cxn modelId="{2C9A9327-5DE7-441D-9EC1-F6AD8BF69231}" type="presParOf" srcId="{98657201-55DE-431D-8CD2-296D265B9496}" destId="{E07DAF22-54E4-4D90-B1D4-F1AFE4B7FD60}" srcOrd="1" destOrd="0" presId="urn:microsoft.com/office/officeart/2008/layout/BendingPictureCaption"/>
    <dgm:cxn modelId="{866E3E95-4448-4592-8E2E-29E39E73355A}" type="presParOf" srcId="{657ED1D9-B090-461C-8DDA-4EA1701FABD3}" destId="{C73FAEF6-8CDD-488A-ABFA-DDFDA5E8DD02}" srcOrd="3" destOrd="0" presId="urn:microsoft.com/office/officeart/2008/layout/BendingPictureCaption"/>
    <dgm:cxn modelId="{30FC849C-AB3E-44F3-9192-48FA797BF17A}" type="presParOf" srcId="{657ED1D9-B090-461C-8DDA-4EA1701FABD3}" destId="{36D798F1-7066-4911-860A-4C2572E0654E}" srcOrd="4" destOrd="0" presId="urn:microsoft.com/office/officeart/2008/layout/BendingPictureCaption"/>
    <dgm:cxn modelId="{6F8CB2EE-6F6F-4C0C-826C-67DB74941E6D}" type="presParOf" srcId="{36D798F1-7066-4911-860A-4C2572E0654E}" destId="{4B5501D7-06A7-47F4-8EC6-D5B16B6493D5}" srcOrd="0" destOrd="0" presId="urn:microsoft.com/office/officeart/2008/layout/BendingPictureCaption"/>
    <dgm:cxn modelId="{B33F3800-CA14-464E-9B98-AA135ADD5D71}" type="presParOf" srcId="{36D798F1-7066-4911-860A-4C2572E0654E}" destId="{1AFE7165-4B56-49D0-9F0E-416EEA293550}" srcOrd="1" destOrd="0" presId="urn:microsoft.com/office/officeart/2008/layout/BendingPictureCaption"/>
    <dgm:cxn modelId="{CC6D59B1-AAA9-42B1-B2D2-9EDE72854D6D}" type="presParOf" srcId="{657ED1D9-B090-461C-8DDA-4EA1701FABD3}" destId="{49F543ED-0305-4BAE-8804-8D6EE9E4E1C4}" srcOrd="5" destOrd="0" presId="urn:microsoft.com/office/officeart/2008/layout/BendingPictureCaption"/>
    <dgm:cxn modelId="{8B6E3CD7-2C9D-431D-8265-6D63A967E5F7}" type="presParOf" srcId="{657ED1D9-B090-461C-8DDA-4EA1701FABD3}" destId="{42A4CF9C-D9BA-49AD-8F35-4C0FCE206727}" srcOrd="6" destOrd="0" presId="urn:microsoft.com/office/officeart/2008/layout/BendingPictureCaption"/>
    <dgm:cxn modelId="{C36F859E-9FA3-43DC-90AD-B56643E7486C}" type="presParOf" srcId="{42A4CF9C-D9BA-49AD-8F35-4C0FCE206727}" destId="{45A305D8-508D-44E6-A599-778F5F083C37}" srcOrd="0" destOrd="0" presId="urn:microsoft.com/office/officeart/2008/layout/BendingPictureCaption"/>
    <dgm:cxn modelId="{9E383B9A-3B8D-4735-A1C2-AC0AB6F641B4}" type="presParOf" srcId="{42A4CF9C-D9BA-49AD-8F35-4C0FCE206727}" destId="{627709BE-B6C0-47AB-9109-A80256FEFE54}" srcOrd="1" destOrd="0" presId="urn:microsoft.com/office/officeart/2008/layout/BendingPictureCaption"/>
    <dgm:cxn modelId="{8F1FD0B6-6AF3-44AC-BF60-2A852A7EC7C6}" type="presParOf" srcId="{657ED1D9-B090-461C-8DDA-4EA1701FABD3}" destId="{55228D58-3DAB-4574-980B-58988EC666DB}" srcOrd="7" destOrd="0" presId="urn:microsoft.com/office/officeart/2008/layout/BendingPictureCaption"/>
    <dgm:cxn modelId="{69737C41-D991-45E0-93F6-4742FFDCF8B4}" type="presParOf" srcId="{657ED1D9-B090-461C-8DDA-4EA1701FABD3}" destId="{8DAB7DDB-4CD2-4034-B4B6-A4728CC9ACB8}" srcOrd="8" destOrd="0" presId="urn:microsoft.com/office/officeart/2008/layout/BendingPictureCaption"/>
    <dgm:cxn modelId="{ED5C610C-FE84-40D4-AAC3-C67B4AF912D0}" type="presParOf" srcId="{8DAB7DDB-4CD2-4034-B4B6-A4728CC9ACB8}" destId="{C0D4325B-13BE-4C26-96F2-3917C32CFBF8}" srcOrd="0" destOrd="0" presId="urn:microsoft.com/office/officeart/2008/layout/BendingPictureCaption"/>
    <dgm:cxn modelId="{2F0B0DCA-6302-49E8-B4A6-3FFAA4D3B847}" type="presParOf" srcId="{8DAB7DDB-4CD2-4034-B4B6-A4728CC9ACB8}" destId="{F855EFFA-C28C-4E03-8D8A-083471257B61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7C4755-B8A3-499C-8FA4-AB7DD2FEA74F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B2B9AF-DE3C-4347-8F31-429D0027D6AD}">
      <dgm:prSet/>
      <dgm:spPr>
        <a:solidFill>
          <a:srgbClr val="97734F"/>
        </a:solidFill>
      </dgm:spPr>
      <dgm:t>
        <a:bodyPr/>
        <a:lstStyle/>
        <a:p>
          <a:pPr latinLnBrk="1"/>
          <a:r>
            <a:rPr lang="ko-KR" altLang="en-US" b="0" i="0" dirty="0"/>
            <a:t>현재 칸 청소</a:t>
          </a:r>
          <a:endParaRPr lang="ko-KR" dirty="0"/>
        </a:p>
      </dgm:t>
    </dgm:pt>
    <dgm:pt modelId="{20855080-963A-4321-8302-1B78DE496AE6}" type="par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A6685A5E-2987-4355-8327-AAEC38C8BFC1}" type="sib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ED9A961E-5C3D-4D6A-B472-D805D605CB56}">
      <dgm:prSet/>
      <dgm:spPr>
        <a:solidFill>
          <a:srgbClr val="C1A025"/>
        </a:solidFill>
      </dgm:spPr>
      <dgm:t>
        <a:bodyPr/>
        <a:lstStyle/>
        <a:p>
          <a:pPr latinLnBrk="1"/>
          <a:r>
            <a:rPr lang="ko-KR" altLang="en-US" dirty="0"/>
            <a:t>주변 칸 상태</a:t>
          </a:r>
          <a:endParaRPr lang="ko-KR" dirty="0"/>
        </a:p>
      </dgm:t>
    </dgm:pt>
    <dgm:pt modelId="{C99D6F59-7592-435C-BF10-953FF36CA3A7}" type="par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88D373FE-E9EE-4FB8-B8E6-1E5F576D87D0}" type="sib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A31B847C-402E-4ACC-93FE-362F2CBBCDF0}">
      <dgm:prSet/>
      <dgm:spPr>
        <a:solidFill>
          <a:srgbClr val="C5A485"/>
        </a:solidFill>
      </dgm:spPr>
      <dgm:t>
        <a:bodyPr/>
        <a:lstStyle/>
        <a:p>
          <a:pPr latinLnBrk="1"/>
          <a:r>
            <a:rPr lang="ko-KR" altLang="en-US" b="0" i="0" dirty="0"/>
            <a:t>이동</a:t>
          </a:r>
          <a:endParaRPr lang="ko-KR" dirty="0"/>
        </a:p>
      </dgm:t>
    </dgm:pt>
    <dgm:pt modelId="{B312E2F2-A6DE-47CF-98F0-AD850AA47486}" type="par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BA27CE5F-E9AD-456D-8F32-787F4B418BB9}" type="sib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3D7C8D65-B270-4B46-9F90-83D5F40F1BC6}" type="pres">
      <dgm:prSet presAssocID="{AA7C4755-B8A3-499C-8FA4-AB7DD2FEA74F}" presName="Name0" presStyleCnt="0">
        <dgm:presLayoutVars>
          <dgm:dir/>
          <dgm:resizeHandles val="exact"/>
        </dgm:presLayoutVars>
      </dgm:prSet>
      <dgm:spPr/>
    </dgm:pt>
    <dgm:pt modelId="{72E0DA08-5951-4722-A071-AFC19E2F8ED9}" type="pres">
      <dgm:prSet presAssocID="{E8B2B9AF-DE3C-4347-8F31-429D0027D6AD}" presName="composite" presStyleCnt="0"/>
      <dgm:spPr/>
    </dgm:pt>
    <dgm:pt modelId="{30E56524-29C7-4D9E-B300-5CF46DCFDA30}" type="pres">
      <dgm:prSet presAssocID="{E8B2B9AF-DE3C-4347-8F31-429D0027D6AD}" presName="rect1" presStyleLbl="bgShp" presStyleIdx="0" presStyleCnt="3"/>
      <dgm:spPr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</dgm:spPr>
      <dgm:extLst>
        <a:ext uri="{E40237B7-FDA0-4F09-8148-C483321AD2D9}">
          <dgm14:cNvPr xmlns:dgm14="http://schemas.microsoft.com/office/drawing/2010/diagram" id="0" name="" descr="진공 청소 카페트"/>
        </a:ext>
      </dgm:extLst>
    </dgm:pt>
    <dgm:pt modelId="{8D63D255-5190-4766-9FB7-6D910861E114}" type="pres">
      <dgm:prSet presAssocID="{E8B2B9AF-DE3C-4347-8F31-429D0027D6AD}" presName="rect2" presStyleLbl="trBgShp" presStyleIdx="0" presStyleCnt="3">
        <dgm:presLayoutVars>
          <dgm:bulletEnabled val="1"/>
        </dgm:presLayoutVars>
      </dgm:prSet>
      <dgm:spPr/>
    </dgm:pt>
    <dgm:pt modelId="{421B1FA0-C4B5-40F5-8E18-7C114276D35C}" type="pres">
      <dgm:prSet presAssocID="{A6685A5E-2987-4355-8327-AAEC38C8BFC1}" presName="sibTrans" presStyleCnt="0"/>
      <dgm:spPr/>
    </dgm:pt>
    <dgm:pt modelId="{CAC10BBC-603C-4EDB-A634-50E45D728638}" type="pres">
      <dgm:prSet presAssocID="{ED9A961E-5C3D-4D6A-B472-D805D605CB56}" presName="composite" presStyleCnt="0"/>
      <dgm:spPr/>
    </dgm:pt>
    <dgm:pt modelId="{F9C2B465-A22D-497A-AA17-9D53B884A85D}" type="pres">
      <dgm:prSet presAssocID="{ED9A961E-5C3D-4D6A-B472-D805D605CB56}" presName="rect1" presStyleLbl="bgShp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extLst>
        <a:ext uri="{E40237B7-FDA0-4F09-8148-C483321AD2D9}">
          <dgm14:cNvPr xmlns:dgm14="http://schemas.microsoft.com/office/drawing/2010/diagram" id="0" name="" descr="투명한 배경의 돋보기"/>
        </a:ext>
      </dgm:extLst>
    </dgm:pt>
    <dgm:pt modelId="{4124A78C-4BA2-4B4D-9E06-A24C8DA0846F}" type="pres">
      <dgm:prSet presAssocID="{ED9A961E-5C3D-4D6A-B472-D805D605CB56}" presName="rect2" presStyleLbl="trBgShp" presStyleIdx="1" presStyleCnt="3">
        <dgm:presLayoutVars>
          <dgm:bulletEnabled val="1"/>
        </dgm:presLayoutVars>
      </dgm:prSet>
      <dgm:spPr/>
    </dgm:pt>
    <dgm:pt modelId="{5ED9A7B2-CEEE-437C-8315-6F1638F57FBE}" type="pres">
      <dgm:prSet presAssocID="{88D373FE-E9EE-4FB8-B8E6-1E5F576D87D0}" presName="sibTrans" presStyleCnt="0"/>
      <dgm:spPr/>
    </dgm:pt>
    <dgm:pt modelId="{9C48EE6F-1BBB-4FE5-AAA1-7860840FB1A8}" type="pres">
      <dgm:prSet presAssocID="{A31B847C-402E-4ACC-93FE-362F2CBBCDF0}" presName="composite" presStyleCnt="0"/>
      <dgm:spPr/>
    </dgm:pt>
    <dgm:pt modelId="{CB1F2C79-9A2D-44CC-BD7D-AA1D80A3E765}" type="pres">
      <dgm:prSet presAssocID="{A31B847C-402E-4ACC-93FE-362F2CBBCDF0}" presName="rect1" presStyleLbl="bgShp" presStyleIdx="2" presStyleCnt="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장난감 로봇"/>
        </a:ext>
      </dgm:extLst>
    </dgm:pt>
    <dgm:pt modelId="{1F62F8C5-7E58-4FE6-9F4D-D1D666D3AFDD}" type="pres">
      <dgm:prSet presAssocID="{A31B847C-402E-4ACC-93FE-362F2CBBCDF0}" presName="rect2" presStyleLbl="trBgShp" presStyleIdx="2" presStyleCnt="3">
        <dgm:presLayoutVars>
          <dgm:bulletEnabled val="1"/>
        </dgm:presLayoutVars>
      </dgm:prSet>
      <dgm:spPr/>
    </dgm:pt>
  </dgm:ptLst>
  <dgm:cxnLst>
    <dgm:cxn modelId="{03C5FA16-E56E-48D2-8F8C-124BE942C380}" srcId="{AA7C4755-B8A3-499C-8FA4-AB7DD2FEA74F}" destId="{A31B847C-402E-4ACC-93FE-362F2CBBCDF0}" srcOrd="2" destOrd="0" parTransId="{B312E2F2-A6DE-47CF-98F0-AD850AA47486}" sibTransId="{BA27CE5F-E9AD-456D-8F32-787F4B418BB9}"/>
    <dgm:cxn modelId="{BBFA153B-A573-4903-AA23-2027EEB53A25}" type="presOf" srcId="{AA7C4755-B8A3-499C-8FA4-AB7DD2FEA74F}" destId="{3D7C8D65-B270-4B46-9F90-83D5F40F1BC6}" srcOrd="0" destOrd="0" presId="urn:microsoft.com/office/officeart/2008/layout/BendingPictureSemiTransparentText"/>
    <dgm:cxn modelId="{E78C1269-869E-4BA7-B6E6-EE8400FB59EC}" srcId="{AA7C4755-B8A3-499C-8FA4-AB7DD2FEA74F}" destId="{E8B2B9AF-DE3C-4347-8F31-429D0027D6AD}" srcOrd="0" destOrd="0" parTransId="{20855080-963A-4321-8302-1B78DE496AE6}" sibTransId="{A6685A5E-2987-4355-8327-AAEC38C8BFC1}"/>
    <dgm:cxn modelId="{CEAE7B8B-0CEB-44C3-B6F5-1843B0DF2A4F}" type="presOf" srcId="{ED9A961E-5C3D-4D6A-B472-D805D605CB56}" destId="{4124A78C-4BA2-4B4D-9E06-A24C8DA0846F}" srcOrd="0" destOrd="0" presId="urn:microsoft.com/office/officeart/2008/layout/BendingPictureSemiTransparentText"/>
    <dgm:cxn modelId="{DD9C69B9-9A9E-4EEF-9DB3-1D7806008F74}" type="presOf" srcId="{A31B847C-402E-4ACC-93FE-362F2CBBCDF0}" destId="{1F62F8C5-7E58-4FE6-9F4D-D1D666D3AFDD}" srcOrd="0" destOrd="0" presId="urn:microsoft.com/office/officeart/2008/layout/BendingPictureSemiTransparentText"/>
    <dgm:cxn modelId="{C242D0E7-3CF9-48C0-91C3-E494931E0E19}" srcId="{AA7C4755-B8A3-499C-8FA4-AB7DD2FEA74F}" destId="{ED9A961E-5C3D-4D6A-B472-D805D605CB56}" srcOrd="1" destOrd="0" parTransId="{C99D6F59-7592-435C-BF10-953FF36CA3A7}" sibTransId="{88D373FE-E9EE-4FB8-B8E6-1E5F576D87D0}"/>
    <dgm:cxn modelId="{3C353EEE-93F8-42CE-9ED4-26385FB22B52}" type="presOf" srcId="{E8B2B9AF-DE3C-4347-8F31-429D0027D6AD}" destId="{8D63D255-5190-4766-9FB7-6D910861E114}" srcOrd="0" destOrd="0" presId="urn:microsoft.com/office/officeart/2008/layout/BendingPictureSemiTransparentText"/>
    <dgm:cxn modelId="{56478D2B-09E0-4B79-8406-E3EA82890285}" type="presParOf" srcId="{3D7C8D65-B270-4B46-9F90-83D5F40F1BC6}" destId="{72E0DA08-5951-4722-A071-AFC19E2F8ED9}" srcOrd="0" destOrd="0" presId="urn:microsoft.com/office/officeart/2008/layout/BendingPictureSemiTransparentText"/>
    <dgm:cxn modelId="{1E176356-5A6B-4E6C-9D69-93CA901CC0AA}" type="presParOf" srcId="{72E0DA08-5951-4722-A071-AFC19E2F8ED9}" destId="{30E56524-29C7-4D9E-B300-5CF46DCFDA30}" srcOrd="0" destOrd="0" presId="urn:microsoft.com/office/officeart/2008/layout/BendingPictureSemiTransparentText"/>
    <dgm:cxn modelId="{BAA8BEC0-8F05-494C-AF64-5B60BE1B4316}" type="presParOf" srcId="{72E0DA08-5951-4722-A071-AFC19E2F8ED9}" destId="{8D63D255-5190-4766-9FB7-6D910861E114}" srcOrd="1" destOrd="0" presId="urn:microsoft.com/office/officeart/2008/layout/BendingPictureSemiTransparentText"/>
    <dgm:cxn modelId="{B59F7F74-0F12-46B0-A660-445C3D4B8105}" type="presParOf" srcId="{3D7C8D65-B270-4B46-9F90-83D5F40F1BC6}" destId="{421B1FA0-C4B5-40F5-8E18-7C114276D35C}" srcOrd="1" destOrd="0" presId="urn:microsoft.com/office/officeart/2008/layout/BendingPictureSemiTransparentText"/>
    <dgm:cxn modelId="{7DD116E5-66CD-4352-AC72-9007421275CA}" type="presParOf" srcId="{3D7C8D65-B270-4B46-9F90-83D5F40F1BC6}" destId="{CAC10BBC-603C-4EDB-A634-50E45D728638}" srcOrd="2" destOrd="0" presId="urn:microsoft.com/office/officeart/2008/layout/BendingPictureSemiTransparentText"/>
    <dgm:cxn modelId="{623B18F2-ABC8-466B-8751-8B936FA7129F}" type="presParOf" srcId="{CAC10BBC-603C-4EDB-A634-50E45D728638}" destId="{F9C2B465-A22D-497A-AA17-9D53B884A85D}" srcOrd="0" destOrd="0" presId="urn:microsoft.com/office/officeart/2008/layout/BendingPictureSemiTransparentText"/>
    <dgm:cxn modelId="{C691BB3B-0903-45DE-A2C9-FF56924D59CB}" type="presParOf" srcId="{CAC10BBC-603C-4EDB-A634-50E45D728638}" destId="{4124A78C-4BA2-4B4D-9E06-A24C8DA0846F}" srcOrd="1" destOrd="0" presId="urn:microsoft.com/office/officeart/2008/layout/BendingPictureSemiTransparentText"/>
    <dgm:cxn modelId="{0DAB2C31-F5FB-4DFF-AD0D-18CFEB17B106}" type="presParOf" srcId="{3D7C8D65-B270-4B46-9F90-83D5F40F1BC6}" destId="{5ED9A7B2-CEEE-437C-8315-6F1638F57FBE}" srcOrd="3" destOrd="0" presId="urn:microsoft.com/office/officeart/2008/layout/BendingPictureSemiTransparentText"/>
    <dgm:cxn modelId="{4492A04E-CD26-4DD9-951B-0CC83D9FAFEA}" type="presParOf" srcId="{3D7C8D65-B270-4B46-9F90-83D5F40F1BC6}" destId="{9C48EE6F-1BBB-4FE5-AAA1-7860840FB1A8}" srcOrd="4" destOrd="0" presId="urn:microsoft.com/office/officeart/2008/layout/BendingPictureSemiTransparentText"/>
    <dgm:cxn modelId="{ADB59CEA-9482-45A2-AC86-722410A463E4}" type="presParOf" srcId="{9C48EE6F-1BBB-4FE5-AAA1-7860840FB1A8}" destId="{CB1F2C79-9A2D-44CC-BD7D-AA1D80A3E765}" srcOrd="0" destOrd="0" presId="urn:microsoft.com/office/officeart/2008/layout/BendingPictureSemiTransparentText"/>
    <dgm:cxn modelId="{8942E0D9-3F1D-4C8A-93EE-EAB5270D37DC}" type="presParOf" srcId="{9C48EE6F-1BBB-4FE5-AAA1-7860840FB1A8}" destId="{1F62F8C5-7E58-4FE6-9F4D-D1D666D3AFDD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ED90C-B047-4210-9A23-123873DFE28D}">
      <dsp:nvSpPr>
        <dsp:cNvPr id="0" name=""/>
        <dsp:cNvSpPr/>
      </dsp:nvSpPr>
      <dsp:spPr>
        <a:xfrm>
          <a:off x="898771" y="90739"/>
          <a:ext cx="1869301" cy="1381406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2EC85-495D-4E75-83E5-CD90CFF3C633}">
      <dsp:nvSpPr>
        <dsp:cNvPr id="0" name=""/>
        <dsp:cNvSpPr/>
      </dsp:nvSpPr>
      <dsp:spPr>
        <a:xfrm>
          <a:off x="1276609" y="1221671"/>
          <a:ext cx="1610780" cy="387097"/>
        </a:xfrm>
        <a:prstGeom prst="rect">
          <a:avLst/>
        </a:prstGeom>
        <a:solidFill>
          <a:srgbClr val="36739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700" b="0" i="0" kern="1200"/>
            <a:t>Sigmoid</a:t>
          </a:r>
          <a:endParaRPr lang="ko-KR" sz="1700" kern="1200"/>
        </a:p>
      </dsp:txBody>
      <dsp:txXfrm>
        <a:off x="1276609" y="1221671"/>
        <a:ext cx="1610780" cy="387097"/>
      </dsp:txXfrm>
    </dsp:sp>
    <dsp:sp modelId="{D70F94B6-5D30-475F-94D6-7E2E9051CDC4}">
      <dsp:nvSpPr>
        <dsp:cNvPr id="0" name=""/>
        <dsp:cNvSpPr/>
      </dsp:nvSpPr>
      <dsp:spPr>
        <a:xfrm>
          <a:off x="3265990" y="90739"/>
          <a:ext cx="1869301" cy="1381406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DAF22-54E4-4D90-B1D4-F1AFE4B7FD60}">
      <dsp:nvSpPr>
        <dsp:cNvPr id="0" name=""/>
        <dsp:cNvSpPr/>
      </dsp:nvSpPr>
      <dsp:spPr>
        <a:xfrm>
          <a:off x="3643828" y="1221671"/>
          <a:ext cx="1610780" cy="387097"/>
        </a:xfrm>
        <a:prstGeom prst="rect">
          <a:avLst/>
        </a:prstGeom>
        <a:solidFill>
          <a:srgbClr val="36739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700" b="0" i="0" kern="1200"/>
            <a:t>Tanh</a:t>
          </a:r>
          <a:endParaRPr lang="ko-KR" sz="1700" kern="1200"/>
        </a:p>
      </dsp:txBody>
      <dsp:txXfrm>
        <a:off x="3643828" y="1221671"/>
        <a:ext cx="1610780" cy="387097"/>
      </dsp:txXfrm>
    </dsp:sp>
    <dsp:sp modelId="{4B5501D7-06A7-47F4-8EC6-D5B16B6493D5}">
      <dsp:nvSpPr>
        <dsp:cNvPr id="0" name=""/>
        <dsp:cNvSpPr/>
      </dsp:nvSpPr>
      <dsp:spPr>
        <a:xfrm>
          <a:off x="5633210" y="90739"/>
          <a:ext cx="1869301" cy="1381406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E7165-4B56-49D0-9F0E-416EEA293550}">
      <dsp:nvSpPr>
        <dsp:cNvPr id="0" name=""/>
        <dsp:cNvSpPr/>
      </dsp:nvSpPr>
      <dsp:spPr>
        <a:xfrm>
          <a:off x="6011047" y="1221671"/>
          <a:ext cx="1610780" cy="387097"/>
        </a:xfrm>
        <a:prstGeom prst="rect">
          <a:avLst/>
        </a:prstGeom>
        <a:solidFill>
          <a:srgbClr val="36739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700" b="0" i="0" kern="1200"/>
            <a:t>ReLU</a:t>
          </a:r>
          <a:endParaRPr lang="ko-KR" sz="1700" kern="1200"/>
        </a:p>
      </dsp:txBody>
      <dsp:txXfrm>
        <a:off x="6011047" y="1221671"/>
        <a:ext cx="1610780" cy="387097"/>
      </dsp:txXfrm>
    </dsp:sp>
    <dsp:sp modelId="{45A305D8-508D-44E6-A599-778F5F083C37}">
      <dsp:nvSpPr>
        <dsp:cNvPr id="0" name=""/>
        <dsp:cNvSpPr/>
      </dsp:nvSpPr>
      <dsp:spPr>
        <a:xfrm>
          <a:off x="2082381" y="1807630"/>
          <a:ext cx="1869301" cy="1381406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t="-2000" b="-2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709BE-B6C0-47AB-9109-A80256FEFE54}">
      <dsp:nvSpPr>
        <dsp:cNvPr id="0" name=""/>
        <dsp:cNvSpPr/>
      </dsp:nvSpPr>
      <dsp:spPr>
        <a:xfrm>
          <a:off x="2460218" y="2938562"/>
          <a:ext cx="1610780" cy="387097"/>
        </a:xfrm>
        <a:prstGeom prst="rect">
          <a:avLst/>
        </a:prstGeom>
        <a:solidFill>
          <a:srgbClr val="36739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700" b="0" i="0" kern="1200" dirty="0"/>
            <a:t>Leaky</a:t>
          </a:r>
          <a:r>
            <a:rPr lang="ko-KR" sz="1700" b="0" i="0" kern="1200" dirty="0"/>
            <a:t> </a:t>
          </a:r>
          <a:r>
            <a:rPr lang="en-US" sz="1700" b="0" i="0" kern="1200" dirty="0" err="1"/>
            <a:t>ReLU</a:t>
          </a:r>
          <a:endParaRPr lang="ko-KR" sz="1700" kern="1200" dirty="0"/>
        </a:p>
      </dsp:txBody>
      <dsp:txXfrm>
        <a:off x="2460218" y="2938562"/>
        <a:ext cx="1610780" cy="387097"/>
      </dsp:txXfrm>
    </dsp:sp>
    <dsp:sp modelId="{C0D4325B-13BE-4C26-96F2-3917C32CFBF8}">
      <dsp:nvSpPr>
        <dsp:cNvPr id="0" name=""/>
        <dsp:cNvSpPr/>
      </dsp:nvSpPr>
      <dsp:spPr>
        <a:xfrm>
          <a:off x="4449600" y="1807630"/>
          <a:ext cx="1869301" cy="1381406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t="-1000" b="-1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5EFFA-C28C-4E03-8D8A-083471257B61}">
      <dsp:nvSpPr>
        <dsp:cNvPr id="0" name=""/>
        <dsp:cNvSpPr/>
      </dsp:nvSpPr>
      <dsp:spPr>
        <a:xfrm>
          <a:off x="4827437" y="2938562"/>
          <a:ext cx="1610780" cy="387097"/>
        </a:xfrm>
        <a:prstGeom prst="rect">
          <a:avLst/>
        </a:prstGeom>
        <a:solidFill>
          <a:srgbClr val="36739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700" b="0" i="0" kern="1200"/>
            <a:t>Exponential LU</a:t>
          </a:r>
          <a:endParaRPr lang="ko-KR" sz="1700" kern="1200"/>
        </a:p>
      </dsp:txBody>
      <dsp:txXfrm>
        <a:off x="4827437" y="2938562"/>
        <a:ext cx="1610780" cy="3870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E56524-29C7-4D9E-B300-5CF46DCFDA30}">
      <dsp:nvSpPr>
        <dsp:cNvPr id="0" name=""/>
        <dsp:cNvSpPr/>
      </dsp:nvSpPr>
      <dsp:spPr>
        <a:xfrm>
          <a:off x="127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3D255-5190-4766-9FB7-6D910861E114}">
      <dsp:nvSpPr>
        <dsp:cNvPr id="0" name=""/>
        <dsp:cNvSpPr/>
      </dsp:nvSpPr>
      <dsp:spPr>
        <a:xfrm>
          <a:off x="1273" y="2163942"/>
          <a:ext cx="2658573" cy="546890"/>
        </a:xfrm>
        <a:prstGeom prst="rect">
          <a:avLst/>
        </a:prstGeom>
        <a:solidFill>
          <a:srgbClr val="97734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b="0" i="0" kern="1200" dirty="0"/>
            <a:t>현재 칸 청소</a:t>
          </a:r>
          <a:endParaRPr lang="ko-KR" sz="2100" kern="1200" dirty="0"/>
        </a:p>
      </dsp:txBody>
      <dsp:txXfrm>
        <a:off x="1273" y="2163942"/>
        <a:ext cx="2658573" cy="546890"/>
      </dsp:txXfrm>
    </dsp:sp>
    <dsp:sp modelId="{F9C2B465-A22D-497A-AA17-9D53B884A85D}">
      <dsp:nvSpPr>
        <dsp:cNvPr id="0" name=""/>
        <dsp:cNvSpPr/>
      </dsp:nvSpPr>
      <dsp:spPr>
        <a:xfrm>
          <a:off x="293101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4A78C-4BA2-4B4D-9E06-A24C8DA0846F}">
      <dsp:nvSpPr>
        <dsp:cNvPr id="0" name=""/>
        <dsp:cNvSpPr/>
      </dsp:nvSpPr>
      <dsp:spPr>
        <a:xfrm>
          <a:off x="2931013" y="2163942"/>
          <a:ext cx="2658573" cy="546890"/>
        </a:xfrm>
        <a:prstGeom prst="rect">
          <a:avLst/>
        </a:prstGeom>
        <a:solidFill>
          <a:srgbClr val="C1A02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/>
            <a:t>주변 칸 상태</a:t>
          </a:r>
          <a:endParaRPr lang="ko-KR" sz="2100" kern="1200" dirty="0"/>
        </a:p>
      </dsp:txBody>
      <dsp:txXfrm>
        <a:off x="2931013" y="2163942"/>
        <a:ext cx="2658573" cy="546890"/>
      </dsp:txXfrm>
    </dsp:sp>
    <dsp:sp modelId="{CB1F2C79-9A2D-44CC-BD7D-AA1D80A3E765}">
      <dsp:nvSpPr>
        <dsp:cNvPr id="0" name=""/>
        <dsp:cNvSpPr/>
      </dsp:nvSpPr>
      <dsp:spPr>
        <a:xfrm>
          <a:off x="586075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2F8C5-7E58-4FE6-9F4D-D1D666D3AFDD}">
      <dsp:nvSpPr>
        <dsp:cNvPr id="0" name=""/>
        <dsp:cNvSpPr/>
      </dsp:nvSpPr>
      <dsp:spPr>
        <a:xfrm>
          <a:off x="5860753" y="2163942"/>
          <a:ext cx="2658573" cy="546890"/>
        </a:xfrm>
        <a:prstGeom prst="rect">
          <a:avLst/>
        </a:prstGeom>
        <a:solidFill>
          <a:srgbClr val="C5A48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b="0" i="0" kern="1200" dirty="0"/>
            <a:t>이동</a:t>
          </a:r>
          <a:endParaRPr lang="ko-KR" sz="2100" kern="1200" dirty="0"/>
        </a:p>
      </dsp:txBody>
      <dsp:txXfrm>
        <a:off x="5860753" y="2163942"/>
        <a:ext cx="2658573" cy="54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515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무료 이미지 : 휴대용 퍼스널 컴퓨터, 과학 기술, 간단한 기계 장치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00"/>
            <a:ext cx="9144003" cy="6094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/>
          <p:nvPr/>
        </p:nvSpPr>
        <p:spPr>
          <a:xfrm>
            <a:off x="-6600" y="-475500"/>
            <a:ext cx="9157200" cy="6094500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chemeClr val="lt1"/>
                </a:solidFill>
              </a:rPr>
              <a:t>13</a:t>
            </a:r>
            <a:r>
              <a:rPr lang="ko" dirty="0">
                <a:solidFill>
                  <a:schemeClr val="lt1"/>
                </a:solidFill>
              </a:rPr>
              <a:t>주차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30C6-C223-A2DD-E34C-ADB0548C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06060-062F-318B-A26B-81A920E9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활성함수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0C2232-22CB-E6C9-2864-525255480313}"/>
              </a:ext>
            </a:extLst>
          </p:cNvPr>
          <p:cNvGrpSpPr/>
          <p:nvPr/>
        </p:nvGrpSpPr>
        <p:grpSpPr>
          <a:xfrm>
            <a:off x="449635" y="1095432"/>
            <a:ext cx="8125412" cy="3812226"/>
            <a:chOff x="1210471" y="1243214"/>
            <a:chExt cx="6603740" cy="309829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8FA4FAD-FED1-2E51-2CF5-92F8460FABF1}"/>
                </a:ext>
              </a:extLst>
            </p:cNvPr>
            <p:cNvSpPr/>
            <p:nvPr/>
          </p:nvSpPr>
          <p:spPr>
            <a:xfrm>
              <a:off x="1210471" y="1243214"/>
              <a:ext cx="1869301" cy="1381406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1000" b="-1000"/>
              </a:stretch>
            </a:blip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4848C2-B48B-881B-16C3-64F0C82D1646}"/>
                </a:ext>
              </a:extLst>
            </p:cNvPr>
            <p:cNvSpPr/>
            <p:nvPr/>
          </p:nvSpPr>
          <p:spPr>
            <a:xfrm>
              <a:off x="3577690" y="1243214"/>
              <a:ext cx="1869301" cy="1381406"/>
            </a:xfrm>
            <a:prstGeom prst="rect">
              <a:avLst/>
            </a:prstGeom>
            <a:blipFill rotWithShape="1">
              <a:blip r:embed="rId3"/>
              <a:srcRect/>
              <a:stretch>
                <a:fillRect l="-2000" r="-2000"/>
              </a:stretch>
            </a:blip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F152544-130A-EC7F-41E4-3EB1FE32562D}"/>
                </a:ext>
              </a:extLst>
            </p:cNvPr>
            <p:cNvSpPr/>
            <p:nvPr/>
          </p:nvSpPr>
          <p:spPr>
            <a:xfrm>
              <a:off x="5944910" y="1243214"/>
              <a:ext cx="1869301" cy="1381406"/>
            </a:xfrm>
            <a:prstGeom prst="rect">
              <a:avLst/>
            </a:prstGeom>
            <a:blipFill rotWithShape="1">
              <a:blip r:embed="rId4"/>
              <a:srcRect/>
              <a:stretch>
                <a:fillRect t="-1000" b="-1000"/>
              </a:stretch>
            </a:blip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A963E70-42AD-67D3-5645-3BEA5385C4D5}"/>
                </a:ext>
              </a:extLst>
            </p:cNvPr>
            <p:cNvSpPr/>
            <p:nvPr/>
          </p:nvSpPr>
          <p:spPr>
            <a:xfrm>
              <a:off x="2394081" y="2960105"/>
              <a:ext cx="1869301" cy="1381406"/>
            </a:xfrm>
            <a:prstGeom prst="rect">
              <a:avLst/>
            </a:prstGeom>
            <a:blipFill rotWithShape="1">
              <a:blip r:embed="rId5"/>
              <a:srcRect/>
              <a:stretch>
                <a:fillRect t="-2000" b="-2000"/>
              </a:stretch>
            </a:blip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E0BB5B-5539-767F-8DD1-271E4C9D5B14}"/>
                </a:ext>
              </a:extLst>
            </p:cNvPr>
            <p:cNvSpPr/>
            <p:nvPr/>
          </p:nvSpPr>
          <p:spPr>
            <a:xfrm>
              <a:off x="4761300" y="2960105"/>
              <a:ext cx="1869301" cy="1381406"/>
            </a:xfrm>
            <a:prstGeom prst="rect">
              <a:avLst/>
            </a:prstGeom>
            <a:blipFill rotWithShape="1">
              <a:blip r:embed="rId6"/>
              <a:srcRect/>
              <a:stretch>
                <a:fillRect t="-1000" b="-1000"/>
              </a:stretch>
            </a:blip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342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9A5B-E3F3-B39E-F2E4-F4A31F79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9A69D-118F-C054-2A1F-7F40E2C9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활성함수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0A3E331C-3258-0DA9-44BC-095321FC4162}"/>
              </a:ext>
            </a:extLst>
          </p:cNvPr>
          <p:cNvGraphicFramePr/>
          <p:nvPr/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78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D6BD-C67F-7EC7-2C14-59274AE6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5B19A-878A-C034-67B6-89D2B64A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파라미터 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987D43-CB27-F244-CE82-40DAA0A1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971" y="1152476"/>
            <a:ext cx="5652058" cy="341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1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98C6E-7A27-8A6F-FAA8-95C02A15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A7D59-F1D2-45E4-E748-8B7ECB37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파라미터 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A28EB94-BF59-42CC-5A6C-777F18669F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ctr"/>
              <a:lstStyle/>
              <a:p>
                <a:pPr>
                  <a:lnSpc>
                    <a:spcPct val="300000"/>
                  </a:lnSpc>
                </a:pP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６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４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＋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６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＝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３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０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300000"/>
                  </a:lnSpc>
                </a:pP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４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６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＋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４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＝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８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300000"/>
                  </a:lnSpc>
                </a:pP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４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３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＋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３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＝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１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５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A28EB94-BF59-42CC-5A6C-777F18669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E0A8B80-1464-A6E2-EA1B-D6E5EB6C4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242" y="1152476"/>
            <a:ext cx="5652058" cy="341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9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E1E8-DCC6-2CDF-BEB5-FDCBEAA3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3365A-549F-399F-EFDE-F7FE37B5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혼돈행렬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006DFD-C254-18FC-BB27-7DB602F48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8396" y="1152475"/>
            <a:ext cx="3773904" cy="3416400"/>
          </a:xfrm>
        </p:spPr>
        <p:txBody>
          <a:bodyPr anchor="ctr"/>
          <a:lstStyle/>
          <a:p>
            <a:pPr algn="ctr"/>
            <a:r>
              <a:rPr lang="en-US" altLang="ko-KR" dirty="0"/>
              <a:t>F1 score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2E050F2-D929-EA1C-932F-9000479EE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686094"/>
              </p:ext>
            </p:extLst>
          </p:nvPr>
        </p:nvGraphicFramePr>
        <p:xfrm>
          <a:off x="311700" y="1405836"/>
          <a:ext cx="4746696" cy="2909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32020946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3869626592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794310711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3526816136"/>
                    </a:ext>
                  </a:extLst>
                </a:gridCol>
              </a:tblGrid>
              <a:tr h="346811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예측값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03539" marR="103539" marT="51769" marB="51769"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40485"/>
                  </a:ext>
                </a:extLst>
              </a:tr>
              <a:tr h="8541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악성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양성</a:t>
                      </a:r>
                    </a:p>
                  </a:txBody>
                  <a:tcPr marL="103539" marR="103539" marT="51769" marB="51769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137606"/>
                  </a:ext>
                </a:extLst>
              </a:tr>
              <a:tr h="8541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tx1"/>
                          </a:solidFill>
                        </a:rPr>
                        <a:t>실제값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악성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6483610"/>
                  </a:ext>
                </a:extLst>
              </a:tr>
              <a:tr h="8541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양성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103539" marR="103539" marT="51769" marB="51769" anchor="ctr"/>
                </a:tc>
                <a:extLst>
                  <a:ext uri="{0D108BD9-81ED-4DB2-BD59-A6C34878D82A}">
                    <a16:rowId xmlns:a16="http://schemas.microsoft.com/office/drawing/2014/main" val="267554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64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4830-1FCD-69E1-A917-2FD9E746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6B134-BA84-D2FF-114F-985F8875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혼돈행렬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1904B4-34DE-A7D8-03DC-3D880EB815C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58396" y="1152475"/>
                <a:ext cx="3773904" cy="3416400"/>
              </a:xfrm>
            </p:spPr>
            <p:txBody>
              <a:bodyPr anchor="ctr"/>
              <a:lstStyle/>
              <a:p>
                <a:pPr>
                  <a:lnSpc>
                    <a:spcPct val="20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altLang="ko-KR" dirty="0"/>
              </a:p>
              <a:p>
                <a:pPr>
                  <a:lnSpc>
                    <a:spcPct val="20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𝑅𝑒𝑐𝑎𝑙𝑙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=0.33</m:t>
                    </m:r>
                  </m:oMath>
                </a14:m>
                <a:endParaRPr lang="en-US" altLang="ko-KR" dirty="0"/>
              </a:p>
              <a:p>
                <a:pPr>
                  <a:lnSpc>
                    <a:spcPct val="20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𝑠𝑐𝑜𝑟𝑒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b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=0.28</m:t>
                    </m:r>
                  </m:oMath>
                </a14:m>
                <a:endParaRPr lang="en-US" altLang="ko-KR" dirty="0"/>
              </a:p>
              <a:p>
                <a:pPr algn="ctr"/>
                <a:endParaRPr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1904B4-34DE-A7D8-03DC-3D880EB81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58396" y="1152475"/>
                <a:ext cx="3773904" cy="341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1049869-6081-315B-1E75-330BEFC2A197}"/>
              </a:ext>
            </a:extLst>
          </p:cNvPr>
          <p:cNvGraphicFramePr>
            <a:graphicFrameLocks noGrp="1"/>
          </p:cNvGraphicFramePr>
          <p:nvPr/>
        </p:nvGraphicFramePr>
        <p:xfrm>
          <a:off x="311700" y="1405836"/>
          <a:ext cx="4746696" cy="2909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32020946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3869626592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794310711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val="3526816136"/>
                    </a:ext>
                  </a:extLst>
                </a:gridCol>
              </a:tblGrid>
              <a:tr h="346811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예측값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03539" marR="103539" marT="51769" marB="51769"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40485"/>
                  </a:ext>
                </a:extLst>
              </a:tr>
              <a:tr h="8541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악성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양성</a:t>
                      </a:r>
                    </a:p>
                  </a:txBody>
                  <a:tcPr marL="103539" marR="103539" marT="51769" marB="51769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137606"/>
                  </a:ext>
                </a:extLst>
              </a:tr>
              <a:tr h="8541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tx1"/>
                          </a:solidFill>
                        </a:rPr>
                        <a:t>실제값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악성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6483610"/>
                  </a:ext>
                </a:extLst>
              </a:tr>
              <a:tr h="8541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103539" marR="103539" marT="51769" marB="51769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양성</a:t>
                      </a:r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 marL="103539" marR="103539" marT="51769" marB="51769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103539" marR="103539" marT="51769" marB="51769" anchor="ctr"/>
                </a:tc>
                <a:extLst>
                  <a:ext uri="{0D108BD9-81ED-4DB2-BD59-A6C34878D82A}">
                    <a16:rowId xmlns:a16="http://schemas.microsoft.com/office/drawing/2014/main" val="267554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04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5C695-65E9-CF1D-82C1-C9A7EDE2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문제 분석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552DB6C6-A4E0-84EC-AA40-AD9E2546C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311056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18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97B67-B411-B79A-E246-ACFB6878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Robot </a:t>
            </a:r>
            <a:r>
              <a:rPr lang="ko-KR" altLang="en-US" dirty="0"/>
              <a:t>클래스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4C68D-E35B-40CE-9102-03074CC28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ko-KR" altLang="en-US" dirty="0"/>
              <a:t>현재 위치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방향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 err="1"/>
              <a:t>방항에</a:t>
            </a:r>
            <a:r>
              <a:rPr lang="ko-KR" altLang="en-US" dirty="0"/>
              <a:t> 따른 변화량 리스트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청소 회수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435907-6048-6DE5-76B9-266DC4FA2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697" y="1686478"/>
            <a:ext cx="4705603" cy="177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5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6CB0-1BE1-8DB3-2935-2CAAD29B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b="0" i="0" dirty="0"/>
              <a:t>현재 칸 청소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4D9A10-A1B2-5C9C-7118-A76264C3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50000"/>
              </a:lnSpc>
            </a:pPr>
            <a:r>
              <a:rPr lang="ko-KR" altLang="en-US" dirty="0"/>
              <a:t>현재 좌표가 </a:t>
            </a:r>
            <a:r>
              <a:rPr lang="en-US" altLang="ko-KR" dirty="0"/>
              <a:t>2</a:t>
            </a:r>
            <a:r>
              <a:rPr lang="ko-KR" altLang="en-US" dirty="0"/>
              <a:t>로 변경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en-US" altLang="ko-KR" dirty="0"/>
              <a:t>Count 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증가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FDA7CE-36F6-E71F-79F1-3E9CD806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515"/>
          <a:stretch/>
        </p:blipFill>
        <p:spPr>
          <a:xfrm>
            <a:off x="4974033" y="2030376"/>
            <a:ext cx="3974895" cy="10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0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7A16-6FB8-3958-05E5-0D6350D3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424CB-8BA1-FECD-0789-EEA9F52D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주변 칸 상태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4AE18C-03C2-C9CB-2C41-B7B94B8A1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50000"/>
              </a:lnSpc>
            </a:pPr>
            <a:r>
              <a:rPr lang="ko-KR" altLang="en-US" dirty="0"/>
              <a:t>모든 방향의 값을 곱함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이면 청소되지 않은 칸 존재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이 아니면 모든 칸 청소됨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D1DD57-73FB-E9CB-89A8-366E9408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34" y="1998074"/>
            <a:ext cx="4344466" cy="114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0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58701-0DE6-CBCE-CA7D-82BA3501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42B9617-C021-1995-EF42-BC3DAE3C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820" y="1458119"/>
            <a:ext cx="4659486" cy="22272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61762D0-8C8E-2F7C-C79C-433EA981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b="0" i="0" dirty="0"/>
              <a:t>이동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5E24AA-F4AA-9488-A894-E0B415644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50000"/>
              </a:lnSpc>
            </a:pPr>
            <a:r>
              <a:rPr lang="ko-KR" altLang="en-US" dirty="0"/>
              <a:t>주변 칸 상태가 </a:t>
            </a:r>
            <a:r>
              <a:rPr lang="en-US" altLang="ko-KR" dirty="0"/>
              <a:t>0</a:t>
            </a:r>
            <a:r>
              <a:rPr lang="ko-KR" altLang="en-US" dirty="0"/>
              <a:t>일 경우</a:t>
            </a:r>
            <a:r>
              <a:rPr lang="en-US" altLang="ko-KR" dirty="0"/>
              <a:t> </a:t>
            </a:r>
            <a:r>
              <a:rPr lang="ko-KR" altLang="en-US" dirty="0"/>
              <a:t>후진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위치에 </a:t>
            </a:r>
            <a:r>
              <a:rPr lang="ko-KR" altLang="en-US" dirty="0" err="1"/>
              <a:t>방항에</a:t>
            </a:r>
            <a:r>
              <a:rPr lang="ko-KR" altLang="en-US" dirty="0"/>
              <a:t> 따른 변화량 뺌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후진 위치에 벽이 있으면 종료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800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BDB4-A44E-DFBE-6216-0B907688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7DBFC-56FC-5283-19A5-A61A3AB0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b="0" i="0" dirty="0"/>
              <a:t>이동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3EE915-5ED0-F2FB-1CB0-C667DF2BB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50000"/>
              </a:lnSpc>
            </a:pPr>
            <a:r>
              <a:rPr lang="ko-KR" altLang="en-US" dirty="0"/>
              <a:t>주변 칸 상태가 </a:t>
            </a:r>
            <a:r>
              <a:rPr lang="en-US" altLang="ko-KR" dirty="0"/>
              <a:t>1</a:t>
            </a:r>
            <a:r>
              <a:rPr lang="ko-KR" altLang="en-US" dirty="0"/>
              <a:t>일 경우</a:t>
            </a:r>
            <a:r>
              <a:rPr lang="en-US" altLang="ko-KR" dirty="0"/>
              <a:t> </a:t>
            </a:r>
          </a:p>
          <a:p>
            <a:pPr>
              <a:lnSpc>
                <a:spcPct val="250000"/>
              </a:lnSpc>
            </a:pPr>
            <a:r>
              <a:rPr lang="ko-KR" altLang="en-US" dirty="0"/>
              <a:t>앞 칸의 상태가 </a:t>
            </a:r>
            <a:r>
              <a:rPr lang="en-US" altLang="ko-KR" dirty="0"/>
              <a:t>0</a:t>
            </a:r>
            <a:r>
              <a:rPr lang="ko-KR" altLang="en-US" dirty="0"/>
              <a:t>인 경우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전진 및 청소 후 </a:t>
            </a:r>
            <a:br>
              <a:rPr lang="en-US" altLang="ko-KR" dirty="0"/>
            </a:br>
            <a:r>
              <a:rPr lang="ko-KR" altLang="en-US" dirty="0"/>
              <a:t>반시계 반향 </a:t>
            </a:r>
            <a:r>
              <a:rPr lang="en-US" altLang="ko-KR" dirty="0"/>
              <a:t>90</a:t>
            </a:r>
            <a:r>
              <a:rPr lang="ko-KR" altLang="en-US" dirty="0"/>
              <a:t>도 회전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DC612B-A5F8-9584-5697-20A423083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96" y="1309511"/>
            <a:ext cx="3797004" cy="285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0968-DAA9-744E-008C-722351A4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E225D-4742-8953-13CE-67A250CE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en-US" altLang="ko-KR" dirty="0"/>
              <a:t>Main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0DF898-10F9-6262-6FC6-884C530EA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50000"/>
              </a:lnSpc>
            </a:pPr>
            <a:r>
              <a:rPr lang="ko-KR" altLang="en-US" dirty="0"/>
              <a:t>초기 위치 청소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en-US" altLang="ko-KR" dirty="0"/>
              <a:t>While </a:t>
            </a:r>
            <a:r>
              <a:rPr lang="ko-KR" altLang="en-US" dirty="0"/>
              <a:t>문 사용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en-US" altLang="ko-KR" dirty="0"/>
              <a:t>Loop</a:t>
            </a:r>
            <a:r>
              <a:rPr lang="ko-KR" altLang="en-US" dirty="0"/>
              <a:t>의 상태로 반복 여부 결정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en-US" altLang="ko-KR" dirty="0"/>
              <a:t>Bot</a:t>
            </a:r>
            <a:r>
              <a:rPr lang="ko-KR" altLang="en-US" dirty="0"/>
              <a:t>의 속성인 </a:t>
            </a:r>
            <a:r>
              <a:rPr lang="en-US" altLang="ko-KR" dirty="0"/>
              <a:t>count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353F39-0420-7AF6-D07A-2E6B82D6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02" y="1533565"/>
            <a:ext cx="3657598" cy="207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783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192</Words>
  <Application>Microsoft Office PowerPoint</Application>
  <PresentationFormat>화면 슬라이드 쇼(16:9)</PresentationFormat>
  <Paragraphs>68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Cambria Math</vt:lpstr>
      <vt:lpstr>Simple Light</vt:lpstr>
      <vt:lpstr>13주차</vt:lpstr>
      <vt:lpstr>활성함수</vt:lpstr>
      <vt:lpstr>활성함수</vt:lpstr>
      <vt:lpstr>파라미터 수</vt:lpstr>
      <vt:lpstr>파라미터 수</vt:lpstr>
      <vt:lpstr>혼돈행렬</vt:lpstr>
      <vt:lpstr>혼돈행렬</vt:lpstr>
      <vt:lpstr>문제 분석</vt:lpstr>
      <vt:lpstr>Robot 클래스</vt:lpstr>
      <vt:lpstr>현재 칸 청소</vt:lpstr>
      <vt:lpstr>주변 칸 상태</vt:lpstr>
      <vt:lpstr>이동</vt:lpstr>
      <vt:lpstr>이동</vt:lpstr>
      <vt:lpstr>Main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이진원</cp:lastModifiedBy>
  <cp:revision>30</cp:revision>
  <dcterms:modified xsi:type="dcterms:W3CDTF">2025-04-02T13:44:45Z</dcterms:modified>
</cp:coreProperties>
</file>