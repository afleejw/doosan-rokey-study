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62C2B-BA10-DE0C-24F5-42A2EF4D2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346028-230A-3F1D-60A1-BA941C39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4007A-4408-730D-2A99-F71B28E93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DA3BE-6F32-11AF-8BA4-B23204D9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F2B84-7E32-97FC-BA2E-EF3AF1F30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3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F5E17-205D-E3AA-3EB9-20B789B5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ED5896-6DC9-1E48-ECBD-03BA7551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8B6F4-FE1E-E9DF-CC2B-1D51C186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46A854-81A3-6069-CC07-E81FB3FE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93D35-82B2-0C31-9E04-688D8BF6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03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227FD-361A-2128-FD22-408215F9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3A6F9D-3D03-F243-960C-A0F1F0877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622AEF-A427-5ACF-DB5D-DC1F0210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17FF3-7A1C-23B6-B012-E54847606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E9A10-4338-20F2-4CB7-0C7FA8D3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3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5AA8B-E248-DAF3-9549-58C7223A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711BF-96D3-92E8-865F-12983409D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8A33CE-777A-FA0E-3010-E155B3F0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86C6DE-8E69-AD63-816C-2485B801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7DC125-DE9B-41D2-94B0-92C12E14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78DF9-9640-6B11-4188-F26F60C7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674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691E-1854-701F-2541-581DB261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D2B9BB-9331-DDE8-5F30-7492DB6FC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5D326E-D566-C8E9-2EAB-8461BFD12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DAFD65-BBA6-F770-5EE0-1F4078429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B15F8C1-5EDA-F236-AF50-84F3A4F3C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0AA451-1924-8AFB-2CEC-77B15A941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153B93-EE71-D809-5A7E-74B7F195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840C6A-04AC-2501-290B-16DC50C5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400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0C86D-A203-AFCF-0A36-C8934CF2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8BDF77-EE80-8520-75B4-B55BBDDA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74E220-B189-0789-2087-65C362EC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55C31-0E4E-504F-9CEE-D4A95F42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68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783CB3-7F34-3133-FB0A-E2FEFE90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5826B1-D653-0BB4-B221-5EF5A038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D0244F-7485-BD0F-13DA-8DC53678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06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6B74C-F941-0EE5-5287-1DFAAF3B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2DD551-7A96-2511-F05A-205EB2A87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FAC9E8-D333-4925-95A0-2B5C4A5C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A2B032-C618-56D9-C730-C6DCBB23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B12781-AAD3-5633-BA85-E8E2AD84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349AFE-A971-FFFA-93F7-386F4D5E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557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5BD0A-844B-115E-2BD5-285F0C13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9534FE-3A33-7096-4888-A373CD872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C8463D-E97F-861E-E120-AC59AE733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94A92-DFC8-159F-7CFB-CA91FFA8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3DA94-99C5-B0CB-6F02-15904A9D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FD7A4-8430-2BF7-B72D-B8622577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41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970E6-905A-2BC6-143E-DA550DB8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684FA5-86B6-4785-0FF6-BD7FD5D57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327550-241A-EB79-F997-E51EE981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DFABD-0593-7728-99CF-5557C34C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766509-BA3E-691C-63DC-29EAF2BEE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56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8FED66-1563-6D54-9646-B1EAAAABF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41F1AB-D85D-6A5A-2714-60507A9AB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93E14-089B-E37F-297D-E9304690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3D3A0-6601-C5CA-86EE-32C9E6D1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2F8FC-C102-CA16-8C5D-429C7C6D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065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DA15D2-527E-A229-71FE-4170074E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40C689-8567-93B3-B947-279A6F118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49B265-DD1F-C3F2-5E10-D89E661F4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2F4D8-6F66-4062-929C-8F5783ACD8A0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9A321-635F-2609-5D0B-DDE1B50E1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91CCE6-F1E2-A40C-15F9-50911B8ED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1C9DA-FAC0-4C10-88ED-5E87FBFDC7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79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13D9E-705E-32FD-0DF8-A0B7533EF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 err="1"/>
              <a:t>시험전</a:t>
            </a:r>
            <a:r>
              <a:rPr lang="ko-KR" altLang="en-US" dirty="0"/>
              <a:t> 이론 문제 정리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96AC08-1F8D-AE8B-2DF9-4D0E5091F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출처</a:t>
            </a:r>
            <a:r>
              <a:rPr lang="en-US" altLang="ko-KR" dirty="0"/>
              <a:t>: </a:t>
            </a:r>
            <a:r>
              <a:rPr lang="ko-KR" altLang="en-US" dirty="0"/>
              <a:t>일일과제 </a:t>
            </a:r>
          </a:p>
        </p:txBody>
      </p:sp>
    </p:spTree>
    <p:extLst>
      <p:ext uri="{BB962C8B-B14F-4D97-AF65-F5344CB8AC3E}">
        <p14:creationId xmlns:p14="http://schemas.microsoft.com/office/powerpoint/2010/main" val="350598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38E9D-3DF0-36FC-7920-3F0E21A5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문제는 일일과제를 바탕으로 </a:t>
            </a:r>
            <a:r>
              <a:rPr lang="en-US" altLang="ko-KR" dirty="0"/>
              <a:t>ppt</a:t>
            </a:r>
            <a:r>
              <a:rPr lang="ko-KR" altLang="en-US" dirty="0"/>
              <a:t>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7CA75-3FB8-E9DC-0D65-74813B0CB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시험에 대한 </a:t>
            </a:r>
            <a:r>
              <a:rPr lang="ko-KR" altLang="en-US" dirty="0" err="1"/>
              <a:t>모든정보를</a:t>
            </a:r>
            <a:r>
              <a:rPr lang="ko-KR" altLang="en-US" dirty="0"/>
              <a:t> 알 수 없으나</a:t>
            </a:r>
            <a:endParaRPr lang="en-US" altLang="ko-KR" dirty="0"/>
          </a:p>
          <a:p>
            <a:r>
              <a:rPr lang="ko-KR" altLang="en-US" dirty="0"/>
              <a:t>개인적인 생각으로 파이썬 문제와 난이도 비슷하다고 </a:t>
            </a:r>
            <a:r>
              <a:rPr lang="ko-KR" altLang="en-US" dirty="0" err="1"/>
              <a:t>판단하였을시</a:t>
            </a:r>
            <a:r>
              <a:rPr lang="ko-KR" altLang="en-US" dirty="0"/>
              <a:t> 헷갈리거나 </a:t>
            </a:r>
            <a:r>
              <a:rPr lang="ko-KR" altLang="en-US" dirty="0" err="1"/>
              <a:t>나올수도</a:t>
            </a:r>
            <a:r>
              <a:rPr lang="ko-KR" altLang="en-US" dirty="0"/>
              <a:t> 있겠다는 문제위주로 선정하여 정리</a:t>
            </a:r>
            <a:endParaRPr lang="en-US" altLang="ko-KR" dirty="0"/>
          </a:p>
          <a:p>
            <a:r>
              <a:rPr lang="ko-KR" altLang="en-US" dirty="0"/>
              <a:t>빠르게 </a:t>
            </a:r>
            <a:r>
              <a:rPr lang="ko-KR" altLang="en-US" dirty="0" err="1"/>
              <a:t>개념훑기</a:t>
            </a:r>
            <a:r>
              <a:rPr lang="ko-KR" altLang="en-US" dirty="0"/>
              <a:t> </a:t>
            </a:r>
            <a:r>
              <a:rPr lang="ko-KR" altLang="en-US" dirty="0" err="1"/>
              <a:t>좋을것같아</a:t>
            </a:r>
            <a:r>
              <a:rPr lang="ko-KR" altLang="en-US" dirty="0"/>
              <a:t> 제작</a:t>
            </a:r>
            <a:endParaRPr lang="en-US" altLang="ko-KR" dirty="0"/>
          </a:p>
          <a:p>
            <a:r>
              <a:rPr lang="en-US" altLang="ko-KR" dirty="0"/>
              <a:t>OPEN_CV</a:t>
            </a:r>
            <a:r>
              <a:rPr lang="ko-KR" altLang="en-US" dirty="0"/>
              <a:t>직전까지의 내용이므로 이 점 감안하여 </a:t>
            </a:r>
            <a:r>
              <a:rPr lang="ko-KR" altLang="en-US" dirty="0" err="1"/>
              <a:t>참고하시면될것같습니다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E5E77-3A80-E086-27C7-4A58FFC12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EAD4CA0-8C56-81F5-F0D1-7DF9D48A4F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5050"/>
            <a:ext cx="5181600" cy="3032488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2135F5FC-2B1A-930C-87BA-19C441AA5D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150879"/>
            <a:ext cx="5181600" cy="1700830"/>
          </a:xfrm>
        </p:spPr>
      </p:pic>
    </p:spTree>
    <p:extLst>
      <p:ext uri="{BB962C8B-B14F-4D97-AF65-F5344CB8AC3E}">
        <p14:creationId xmlns:p14="http://schemas.microsoft.com/office/powerpoint/2010/main" val="2379099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9217B-7EFD-9502-CCE4-1AA24BE88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10C29D7-45F6-86D8-3172-1D70BB2DC6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68703"/>
            <a:ext cx="5181600" cy="1665182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B91ECCF-DC61-36EA-7B5D-5978CACDE2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547686"/>
            <a:ext cx="5181600" cy="907216"/>
          </a:xfrm>
        </p:spPr>
      </p:pic>
    </p:spTree>
    <p:extLst>
      <p:ext uri="{BB962C8B-B14F-4D97-AF65-F5344CB8AC3E}">
        <p14:creationId xmlns:p14="http://schemas.microsoft.com/office/powerpoint/2010/main" val="55909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8F80F-4E53-5189-4155-A0F3442B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C5DB07B-58BF-4BDC-B4F9-CD045E66BD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20574"/>
            <a:ext cx="5181600" cy="216143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97432A2-390F-B6B3-25CF-2CBA2ACBFE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07190"/>
            <a:ext cx="5181600" cy="2188207"/>
          </a:xfrm>
        </p:spPr>
      </p:pic>
    </p:spTree>
    <p:extLst>
      <p:ext uri="{BB962C8B-B14F-4D97-AF65-F5344CB8AC3E}">
        <p14:creationId xmlns:p14="http://schemas.microsoft.com/office/powerpoint/2010/main" val="262099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20BB2-C689-F1AC-FDBC-E5928006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217D53A-4A25-3B03-A905-BA91C2A8E9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0012"/>
            <a:ext cx="5181600" cy="1862564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39C7AD6F-9DBB-A928-B86E-24E06D5AF5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209819"/>
            <a:ext cx="5181600" cy="1582950"/>
          </a:xfrm>
        </p:spPr>
      </p:pic>
    </p:spTree>
    <p:extLst>
      <p:ext uri="{BB962C8B-B14F-4D97-AF65-F5344CB8AC3E}">
        <p14:creationId xmlns:p14="http://schemas.microsoft.com/office/powerpoint/2010/main" val="3137711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D7172-08E6-86CB-E624-0C0A6F79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426201F-DFCB-5086-D3C9-0331BA13F3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05777"/>
            <a:ext cx="5181600" cy="2391034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395718F-B538-63A4-4C12-E2EA35740C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148" y="1825625"/>
            <a:ext cx="4255704" cy="4351338"/>
          </a:xfrm>
        </p:spPr>
      </p:pic>
    </p:spTree>
    <p:extLst>
      <p:ext uri="{BB962C8B-B14F-4D97-AF65-F5344CB8AC3E}">
        <p14:creationId xmlns:p14="http://schemas.microsoft.com/office/powerpoint/2010/main" val="394207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0EDF01-6FA6-39FB-7B38-AE296714E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7746CEE-FED7-6627-C09F-49EBFB45C2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74206"/>
            <a:ext cx="5181600" cy="2254176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D54535A0-9AB3-8056-8449-8CE189C925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218767"/>
            <a:ext cx="5181600" cy="1565054"/>
          </a:xfrm>
        </p:spPr>
      </p:pic>
    </p:spTree>
    <p:extLst>
      <p:ext uri="{BB962C8B-B14F-4D97-AF65-F5344CB8AC3E}">
        <p14:creationId xmlns:p14="http://schemas.microsoft.com/office/powerpoint/2010/main" val="1019382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AA1CB-98CE-ACFD-8172-046ABC35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D4DC1B4-EFED-E506-5584-E369674F2A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1747"/>
            <a:ext cx="5181600" cy="2519093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4E44A4D-9E40-5100-FD37-A8E06F766F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936545"/>
            <a:ext cx="5181600" cy="2129498"/>
          </a:xfrm>
        </p:spPr>
      </p:pic>
    </p:spTree>
    <p:extLst>
      <p:ext uri="{BB962C8B-B14F-4D97-AF65-F5344CB8AC3E}">
        <p14:creationId xmlns:p14="http://schemas.microsoft.com/office/powerpoint/2010/main" val="1082667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54CCB-D012-C9F1-4587-A014A03F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33C9EC5-F8C7-9A23-69D4-42D7E877C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80944"/>
            <a:ext cx="5181600" cy="1640700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8F616BD-5448-F9BF-3EE0-AE0004A8F6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28747"/>
            <a:ext cx="5181600" cy="2345093"/>
          </a:xfrm>
        </p:spPr>
      </p:pic>
    </p:spTree>
    <p:extLst>
      <p:ext uri="{BB962C8B-B14F-4D97-AF65-F5344CB8AC3E}">
        <p14:creationId xmlns:p14="http://schemas.microsoft.com/office/powerpoint/2010/main" val="376166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37F77-459A-8394-6F8C-3DF6F5177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77A9F9C-8F1E-1E90-A590-769C2F067A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81571"/>
            <a:ext cx="5181600" cy="1839446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C6ACF63-273D-C6A1-E386-8AEBA727D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71169"/>
            <a:ext cx="5181600" cy="2260249"/>
          </a:xfrm>
        </p:spPr>
      </p:pic>
    </p:spTree>
    <p:extLst>
      <p:ext uri="{BB962C8B-B14F-4D97-AF65-F5344CB8AC3E}">
        <p14:creationId xmlns:p14="http://schemas.microsoft.com/office/powerpoint/2010/main" val="569457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8027B-4E19-F180-3E69-C95E3A71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D45BCE5-BFF3-89FA-17B8-A38FBAFF54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2684"/>
            <a:ext cx="5181600" cy="393721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6E384A4-4EBF-E25A-69AD-FF206F3546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94023"/>
            <a:ext cx="5181600" cy="2814541"/>
          </a:xfrm>
        </p:spPr>
      </p:pic>
    </p:spTree>
    <p:extLst>
      <p:ext uri="{BB962C8B-B14F-4D97-AF65-F5344CB8AC3E}">
        <p14:creationId xmlns:p14="http://schemas.microsoft.com/office/powerpoint/2010/main" val="21915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F2D56-FFF3-6742-2CDC-8C88A45B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4253AD-305F-C21E-487B-CEFD277A4B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89497"/>
            <a:ext cx="5181600" cy="2623594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AB02CF6A-FF39-3520-BA60-128DB60EB2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99352"/>
            <a:ext cx="5181600" cy="2603884"/>
          </a:xfrm>
        </p:spPr>
      </p:pic>
    </p:spTree>
    <p:extLst>
      <p:ext uri="{BB962C8B-B14F-4D97-AF65-F5344CB8AC3E}">
        <p14:creationId xmlns:p14="http://schemas.microsoft.com/office/powerpoint/2010/main" val="3538125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F23B1-59E3-5722-F91B-A1A8957BD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F4E327B-FC8C-BFC2-6C84-6C954A227C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4522"/>
            <a:ext cx="5181600" cy="3493543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F7B44F5-4DCD-B722-2C0B-33F710F9BB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2" y="2254522"/>
            <a:ext cx="5181600" cy="553195"/>
          </a:xfrm>
        </p:spPr>
      </p:pic>
    </p:spTree>
    <p:extLst>
      <p:ext uri="{BB962C8B-B14F-4D97-AF65-F5344CB8AC3E}">
        <p14:creationId xmlns:p14="http://schemas.microsoft.com/office/powerpoint/2010/main" val="5091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745C7-206C-1A5A-DA9F-6DECBA7A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 err="1"/>
              <a:t>파이썬시험바탕으로</a:t>
            </a:r>
            <a:r>
              <a:rPr lang="ko-KR" altLang="en-US" sz="2000" dirty="0"/>
              <a:t> </a:t>
            </a:r>
            <a:r>
              <a:rPr lang="ko-KR" altLang="en-US" sz="2000" dirty="0" err="1"/>
              <a:t>고려했을때</a:t>
            </a:r>
            <a:r>
              <a:rPr lang="ko-KR" altLang="en-US" sz="2000" dirty="0"/>
              <a:t> </a:t>
            </a:r>
            <a:r>
              <a:rPr lang="en-US" altLang="ko-KR" sz="2000" dirty="0"/>
              <a:t>9</a:t>
            </a:r>
            <a:r>
              <a:rPr lang="ko-KR" altLang="en-US" sz="2000" dirty="0"/>
              <a:t>번가능성 </a:t>
            </a:r>
            <a:r>
              <a:rPr lang="ko-KR" altLang="en-US" sz="2000" dirty="0" err="1"/>
              <a:t>있어보여서</a:t>
            </a:r>
            <a:r>
              <a:rPr lang="ko-KR" altLang="en-US" sz="2000" dirty="0"/>
              <a:t> 첨부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00AF79F-4EA2-7563-2C3E-C5ACD938BD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8519"/>
            <a:ext cx="5181600" cy="274554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049031E2-0381-1B5E-B894-689DCBD246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159" y="1825625"/>
            <a:ext cx="4923682" cy="4351338"/>
          </a:xfrm>
        </p:spPr>
      </p:pic>
    </p:spTree>
    <p:extLst>
      <p:ext uri="{BB962C8B-B14F-4D97-AF65-F5344CB8AC3E}">
        <p14:creationId xmlns:p14="http://schemas.microsoft.com/office/powerpoint/2010/main" val="1778189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91A95-F93D-D6D9-7FA7-FFB5D0C1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8B8BD36-904E-EB59-52ED-04D043950F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08149"/>
            <a:ext cx="5181600" cy="278628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7F01F940-4D8C-6511-E389-6E68CD94A1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95929"/>
            <a:ext cx="5181600" cy="3010730"/>
          </a:xfrm>
        </p:spPr>
      </p:pic>
    </p:spTree>
    <p:extLst>
      <p:ext uri="{BB962C8B-B14F-4D97-AF65-F5344CB8AC3E}">
        <p14:creationId xmlns:p14="http://schemas.microsoft.com/office/powerpoint/2010/main" val="1137760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28437-45C1-0557-FA18-DB84022C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17818DC-0F5C-8155-5548-95932DBE64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61032"/>
            <a:ext cx="5181600" cy="2680524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A9328D-8668-6AD6-6A18-CD55C4E7B1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84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와이드스크린</PresentationFormat>
  <Paragraphs>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AI시험전 이론 문제 정리</vt:lpstr>
      <vt:lpstr>문제는 일일과제를 바탕으로 ppt제작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파이썬시험바탕으로 고려했을때 9번가능성 있어보여서 첨부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진규 홍</dc:creator>
  <cp:lastModifiedBy>진규 홍</cp:lastModifiedBy>
  <cp:revision>1</cp:revision>
  <dcterms:created xsi:type="dcterms:W3CDTF">2025-04-03T03:13:10Z</dcterms:created>
  <dcterms:modified xsi:type="dcterms:W3CDTF">2025-04-03T03:13:46Z</dcterms:modified>
</cp:coreProperties>
</file>