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78" r:id="rId3"/>
    <p:sldId id="297" r:id="rId4"/>
    <p:sldId id="296" r:id="rId5"/>
    <p:sldId id="295" r:id="rId6"/>
    <p:sldId id="288" r:id="rId7"/>
    <p:sldId id="289" r:id="rId8"/>
    <p:sldId id="290" r:id="rId9"/>
    <p:sldId id="292" r:id="rId10"/>
    <p:sldId id="29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60BD7A26-066B-4B3D-9AAD-BC859025958D}">
          <p14:sldIdLst>
            <p14:sldId id="256"/>
            <p14:sldId id="278"/>
          </p14:sldIdLst>
        </p14:section>
        <p14:section name="Action" id="{A761719D-E890-45CE-95EF-E37113FC10D7}">
          <p14:sldIdLst>
            <p14:sldId id="297"/>
          </p14:sldIdLst>
        </p14:section>
        <p14:section name="Parameter" id="{2BE6637E-0F30-4BCA-8DAF-2B0418029649}">
          <p14:sldIdLst/>
        </p14:section>
        <p14:section name="Launch" id="{6D90AE2C-E872-4982-99E2-C9537628A7E9}">
          <p14:sldIdLst/>
        </p14:section>
        <p14:section name="미사용" id="{9832681D-AC6A-4742-85FE-8610D36038B2}">
          <p14:sldIdLst>
            <p14:sldId id="296"/>
            <p14:sldId id="295"/>
            <p14:sldId id="288"/>
            <p14:sldId id="289"/>
            <p14:sldId id="290"/>
            <p14:sldId id="292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05B"/>
    <a:srgbClr val="1F2532"/>
    <a:srgbClr val="5B513F"/>
    <a:srgbClr val="A87F52"/>
    <a:srgbClr val="B9956F"/>
    <a:srgbClr val="FFAB40"/>
    <a:srgbClr val="BAAD99"/>
    <a:srgbClr val="E0DCD4"/>
    <a:srgbClr val="C6C6C8"/>
    <a:srgbClr val="E8E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7C4755-B8A3-499C-8FA4-AB7DD2FEA74F}" type="doc">
      <dgm:prSet loTypeId="urn:microsoft.com/office/officeart/2008/layout/BendingPictureSemiTransparentTex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E8B2B9AF-DE3C-4347-8F31-429D0027D6AD}">
      <dgm:prSet/>
      <dgm:spPr>
        <a:solidFill>
          <a:srgbClr val="A87F52"/>
        </a:solidFill>
      </dgm:spPr>
      <dgm:t>
        <a:bodyPr/>
        <a:lstStyle/>
        <a:p>
          <a:pPr latinLnBrk="1"/>
          <a:r>
            <a:rPr lang="en-US" altLang="ko-KR" dirty="0"/>
            <a:t>Action</a:t>
          </a:r>
          <a:endParaRPr lang="ko-KR" dirty="0"/>
        </a:p>
      </dgm:t>
    </dgm:pt>
    <dgm:pt modelId="{20855080-963A-4321-8302-1B78DE496AE6}" type="parTrans" cxnId="{E78C1269-869E-4BA7-B6E6-EE8400FB59EC}">
      <dgm:prSet/>
      <dgm:spPr/>
      <dgm:t>
        <a:bodyPr/>
        <a:lstStyle/>
        <a:p>
          <a:pPr latinLnBrk="1"/>
          <a:endParaRPr lang="ko-KR" altLang="en-US"/>
        </a:p>
      </dgm:t>
    </dgm:pt>
    <dgm:pt modelId="{A6685A5E-2987-4355-8327-AAEC38C8BFC1}" type="sibTrans" cxnId="{E78C1269-869E-4BA7-B6E6-EE8400FB59EC}">
      <dgm:prSet/>
      <dgm:spPr/>
      <dgm:t>
        <a:bodyPr/>
        <a:lstStyle/>
        <a:p>
          <a:pPr latinLnBrk="1"/>
          <a:endParaRPr lang="ko-KR" altLang="en-US"/>
        </a:p>
      </dgm:t>
    </dgm:pt>
    <dgm:pt modelId="{ED9A961E-5C3D-4D6A-B472-D805D605CB56}">
      <dgm:prSet/>
      <dgm:spPr>
        <a:solidFill>
          <a:srgbClr val="5B513F"/>
        </a:solidFill>
      </dgm:spPr>
      <dgm:t>
        <a:bodyPr/>
        <a:lstStyle/>
        <a:p>
          <a:pPr latinLnBrk="1"/>
          <a:r>
            <a:rPr lang="en-US" altLang="ko-KR" b="0" i="0" dirty="0"/>
            <a:t>Parameter</a:t>
          </a:r>
          <a:endParaRPr lang="ko-KR" dirty="0"/>
        </a:p>
      </dgm:t>
    </dgm:pt>
    <dgm:pt modelId="{C99D6F59-7592-435C-BF10-953FF36CA3A7}" type="parTrans" cxnId="{C242D0E7-3CF9-48C0-91C3-E494931E0E19}">
      <dgm:prSet/>
      <dgm:spPr/>
      <dgm:t>
        <a:bodyPr/>
        <a:lstStyle/>
        <a:p>
          <a:pPr latinLnBrk="1"/>
          <a:endParaRPr lang="ko-KR" altLang="en-US"/>
        </a:p>
      </dgm:t>
    </dgm:pt>
    <dgm:pt modelId="{88D373FE-E9EE-4FB8-B8E6-1E5F576D87D0}" type="sibTrans" cxnId="{C242D0E7-3CF9-48C0-91C3-E494931E0E19}">
      <dgm:prSet/>
      <dgm:spPr/>
      <dgm:t>
        <a:bodyPr/>
        <a:lstStyle/>
        <a:p>
          <a:pPr latinLnBrk="1"/>
          <a:endParaRPr lang="ko-KR" altLang="en-US"/>
        </a:p>
      </dgm:t>
    </dgm:pt>
    <dgm:pt modelId="{A31B847C-402E-4ACC-93FE-362F2CBBCDF0}">
      <dgm:prSet/>
      <dgm:spPr>
        <a:solidFill>
          <a:srgbClr val="1E505B"/>
        </a:solidFill>
      </dgm:spPr>
      <dgm:t>
        <a:bodyPr/>
        <a:lstStyle/>
        <a:p>
          <a:pPr latinLnBrk="1"/>
          <a:r>
            <a:rPr lang="en-US" altLang="ko-KR" b="0" i="0" dirty="0"/>
            <a:t>Launch </a:t>
          </a:r>
          <a:endParaRPr lang="ko-KR" dirty="0"/>
        </a:p>
      </dgm:t>
    </dgm:pt>
    <dgm:pt modelId="{B312E2F2-A6DE-47CF-98F0-AD850AA47486}" type="parTrans" cxnId="{03C5FA16-E56E-48D2-8F8C-124BE942C380}">
      <dgm:prSet/>
      <dgm:spPr/>
      <dgm:t>
        <a:bodyPr/>
        <a:lstStyle/>
        <a:p>
          <a:pPr latinLnBrk="1"/>
          <a:endParaRPr lang="ko-KR" altLang="en-US"/>
        </a:p>
      </dgm:t>
    </dgm:pt>
    <dgm:pt modelId="{BA27CE5F-E9AD-456D-8F32-787F4B418BB9}" type="sibTrans" cxnId="{03C5FA16-E56E-48D2-8F8C-124BE942C380}">
      <dgm:prSet/>
      <dgm:spPr/>
      <dgm:t>
        <a:bodyPr/>
        <a:lstStyle/>
        <a:p>
          <a:pPr latinLnBrk="1"/>
          <a:endParaRPr lang="ko-KR" altLang="en-US"/>
        </a:p>
      </dgm:t>
    </dgm:pt>
    <dgm:pt modelId="{3D7C8D65-B270-4B46-9F90-83D5F40F1BC6}" type="pres">
      <dgm:prSet presAssocID="{AA7C4755-B8A3-499C-8FA4-AB7DD2FEA74F}" presName="Name0" presStyleCnt="0">
        <dgm:presLayoutVars>
          <dgm:dir/>
          <dgm:resizeHandles val="exact"/>
        </dgm:presLayoutVars>
      </dgm:prSet>
      <dgm:spPr/>
    </dgm:pt>
    <dgm:pt modelId="{72E0DA08-5951-4722-A071-AFC19E2F8ED9}" type="pres">
      <dgm:prSet presAssocID="{E8B2B9AF-DE3C-4347-8F31-429D0027D6AD}" presName="composite" presStyleCnt="0"/>
      <dgm:spPr/>
    </dgm:pt>
    <dgm:pt modelId="{30E56524-29C7-4D9E-B300-5CF46DCFDA30}" type="pres">
      <dgm:prSet presAssocID="{E8B2B9AF-DE3C-4347-8F31-429D0027D6AD}" presName="rect1" presStyleLbl="bgShp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장난감 로봇"/>
        </a:ext>
      </dgm:extLst>
    </dgm:pt>
    <dgm:pt modelId="{8D63D255-5190-4766-9FB7-6D910861E114}" type="pres">
      <dgm:prSet presAssocID="{E8B2B9AF-DE3C-4347-8F31-429D0027D6AD}" presName="rect2" presStyleLbl="trBgShp" presStyleIdx="0" presStyleCnt="3">
        <dgm:presLayoutVars>
          <dgm:bulletEnabled val="1"/>
        </dgm:presLayoutVars>
      </dgm:prSet>
      <dgm:spPr/>
    </dgm:pt>
    <dgm:pt modelId="{421B1FA0-C4B5-40F5-8E18-7C114276D35C}" type="pres">
      <dgm:prSet presAssocID="{A6685A5E-2987-4355-8327-AAEC38C8BFC1}" presName="sibTrans" presStyleCnt="0"/>
      <dgm:spPr/>
    </dgm:pt>
    <dgm:pt modelId="{CAC10BBC-603C-4EDB-A634-50E45D728638}" type="pres">
      <dgm:prSet presAssocID="{ED9A961E-5C3D-4D6A-B472-D805D605CB56}" presName="composite" presStyleCnt="0"/>
      <dgm:spPr/>
    </dgm:pt>
    <dgm:pt modelId="{F9C2B465-A22D-497A-AA17-9D53B884A85D}" type="pres">
      <dgm:prSet presAssocID="{ED9A961E-5C3D-4D6A-B472-D805D605CB56}" presName="rect1" presStyleLbl="bgShp" presStyleIdx="1" presStyleCnt="3"/>
      <dgm:spPr>
        <a:blipFill>
          <a:blip xmlns:r="http://schemas.openxmlformats.org/officeDocument/2006/relationships" r:embed="rId2"/>
          <a:srcRect/>
          <a:stretch>
            <a:fillRect l="-14000" r="-14000"/>
          </a:stretch>
        </a:blipFill>
      </dgm:spPr>
      <dgm:extLst>
        <a:ext uri="{E40237B7-FDA0-4F09-8148-C483321AD2D9}">
          <dgm14:cNvPr xmlns:dgm14="http://schemas.microsoft.com/office/drawing/2010/diagram" id="0" name="" descr="증폭기 다이얼 클로즈업"/>
        </a:ext>
      </dgm:extLst>
    </dgm:pt>
    <dgm:pt modelId="{4124A78C-4BA2-4B4D-9E06-A24C8DA0846F}" type="pres">
      <dgm:prSet presAssocID="{ED9A961E-5C3D-4D6A-B472-D805D605CB56}" presName="rect2" presStyleLbl="trBgShp" presStyleIdx="1" presStyleCnt="3">
        <dgm:presLayoutVars>
          <dgm:bulletEnabled val="1"/>
        </dgm:presLayoutVars>
      </dgm:prSet>
      <dgm:spPr/>
    </dgm:pt>
    <dgm:pt modelId="{5ED9A7B2-CEEE-437C-8315-6F1638F57FBE}" type="pres">
      <dgm:prSet presAssocID="{88D373FE-E9EE-4FB8-B8E6-1E5F576D87D0}" presName="sibTrans" presStyleCnt="0"/>
      <dgm:spPr/>
    </dgm:pt>
    <dgm:pt modelId="{9C48EE6F-1BBB-4FE5-AAA1-7860840FB1A8}" type="pres">
      <dgm:prSet presAssocID="{A31B847C-402E-4ACC-93FE-362F2CBBCDF0}" presName="composite" presStyleCnt="0"/>
      <dgm:spPr/>
    </dgm:pt>
    <dgm:pt modelId="{CB1F2C79-9A2D-44CC-BD7D-AA1D80A3E765}" type="pres">
      <dgm:prSet presAssocID="{A31B847C-402E-4ACC-93FE-362F2CBBCDF0}" presName="rect1" presStyleLbl="bgShp" presStyleIdx="2" presStyleCnt="3"/>
      <dgm:spPr>
        <a:blipFill>
          <a:blip xmlns:r="http://schemas.openxmlformats.org/officeDocument/2006/relationships" r:embed="rId3"/>
          <a:srcRect/>
          <a:stretch>
            <a:fillRect l="-19000" r="-19000"/>
          </a:stretch>
        </a:blipFill>
      </dgm:spPr>
      <dgm:extLst>
        <a:ext uri="{E40237B7-FDA0-4F09-8148-C483321AD2D9}">
          <dgm14:cNvPr xmlns:dgm14="http://schemas.microsoft.com/office/drawing/2010/diagram" id="0" name="" descr="3D 코드 배경"/>
        </a:ext>
      </dgm:extLst>
    </dgm:pt>
    <dgm:pt modelId="{1F62F8C5-7E58-4FE6-9F4D-D1D666D3AFDD}" type="pres">
      <dgm:prSet presAssocID="{A31B847C-402E-4ACC-93FE-362F2CBBCDF0}" presName="rect2" presStyleLbl="trBgShp" presStyleIdx="2" presStyleCnt="3">
        <dgm:presLayoutVars>
          <dgm:bulletEnabled val="1"/>
        </dgm:presLayoutVars>
      </dgm:prSet>
      <dgm:spPr/>
    </dgm:pt>
  </dgm:ptLst>
  <dgm:cxnLst>
    <dgm:cxn modelId="{03C5FA16-E56E-48D2-8F8C-124BE942C380}" srcId="{AA7C4755-B8A3-499C-8FA4-AB7DD2FEA74F}" destId="{A31B847C-402E-4ACC-93FE-362F2CBBCDF0}" srcOrd="2" destOrd="0" parTransId="{B312E2F2-A6DE-47CF-98F0-AD850AA47486}" sibTransId="{BA27CE5F-E9AD-456D-8F32-787F4B418BB9}"/>
    <dgm:cxn modelId="{BBFA153B-A573-4903-AA23-2027EEB53A25}" type="presOf" srcId="{AA7C4755-B8A3-499C-8FA4-AB7DD2FEA74F}" destId="{3D7C8D65-B270-4B46-9F90-83D5F40F1BC6}" srcOrd="0" destOrd="0" presId="urn:microsoft.com/office/officeart/2008/layout/BendingPictureSemiTransparentText"/>
    <dgm:cxn modelId="{E78C1269-869E-4BA7-B6E6-EE8400FB59EC}" srcId="{AA7C4755-B8A3-499C-8FA4-AB7DD2FEA74F}" destId="{E8B2B9AF-DE3C-4347-8F31-429D0027D6AD}" srcOrd="0" destOrd="0" parTransId="{20855080-963A-4321-8302-1B78DE496AE6}" sibTransId="{A6685A5E-2987-4355-8327-AAEC38C8BFC1}"/>
    <dgm:cxn modelId="{CEAE7B8B-0CEB-44C3-B6F5-1843B0DF2A4F}" type="presOf" srcId="{ED9A961E-5C3D-4D6A-B472-D805D605CB56}" destId="{4124A78C-4BA2-4B4D-9E06-A24C8DA0846F}" srcOrd="0" destOrd="0" presId="urn:microsoft.com/office/officeart/2008/layout/BendingPictureSemiTransparentText"/>
    <dgm:cxn modelId="{DD9C69B9-9A9E-4EEF-9DB3-1D7806008F74}" type="presOf" srcId="{A31B847C-402E-4ACC-93FE-362F2CBBCDF0}" destId="{1F62F8C5-7E58-4FE6-9F4D-D1D666D3AFDD}" srcOrd="0" destOrd="0" presId="urn:microsoft.com/office/officeart/2008/layout/BendingPictureSemiTransparentText"/>
    <dgm:cxn modelId="{C242D0E7-3CF9-48C0-91C3-E494931E0E19}" srcId="{AA7C4755-B8A3-499C-8FA4-AB7DD2FEA74F}" destId="{ED9A961E-5C3D-4D6A-B472-D805D605CB56}" srcOrd="1" destOrd="0" parTransId="{C99D6F59-7592-435C-BF10-953FF36CA3A7}" sibTransId="{88D373FE-E9EE-4FB8-B8E6-1E5F576D87D0}"/>
    <dgm:cxn modelId="{3C353EEE-93F8-42CE-9ED4-26385FB22B52}" type="presOf" srcId="{E8B2B9AF-DE3C-4347-8F31-429D0027D6AD}" destId="{8D63D255-5190-4766-9FB7-6D910861E114}" srcOrd="0" destOrd="0" presId="urn:microsoft.com/office/officeart/2008/layout/BendingPictureSemiTransparentText"/>
    <dgm:cxn modelId="{56478D2B-09E0-4B79-8406-E3EA82890285}" type="presParOf" srcId="{3D7C8D65-B270-4B46-9F90-83D5F40F1BC6}" destId="{72E0DA08-5951-4722-A071-AFC19E2F8ED9}" srcOrd="0" destOrd="0" presId="urn:microsoft.com/office/officeart/2008/layout/BendingPictureSemiTransparentText"/>
    <dgm:cxn modelId="{1E176356-5A6B-4E6C-9D69-93CA901CC0AA}" type="presParOf" srcId="{72E0DA08-5951-4722-A071-AFC19E2F8ED9}" destId="{30E56524-29C7-4D9E-B300-5CF46DCFDA30}" srcOrd="0" destOrd="0" presId="urn:microsoft.com/office/officeart/2008/layout/BendingPictureSemiTransparentText"/>
    <dgm:cxn modelId="{BAA8BEC0-8F05-494C-AF64-5B60BE1B4316}" type="presParOf" srcId="{72E0DA08-5951-4722-A071-AFC19E2F8ED9}" destId="{8D63D255-5190-4766-9FB7-6D910861E114}" srcOrd="1" destOrd="0" presId="urn:microsoft.com/office/officeart/2008/layout/BendingPictureSemiTransparentText"/>
    <dgm:cxn modelId="{B59F7F74-0F12-46B0-A660-445C3D4B8105}" type="presParOf" srcId="{3D7C8D65-B270-4B46-9F90-83D5F40F1BC6}" destId="{421B1FA0-C4B5-40F5-8E18-7C114276D35C}" srcOrd="1" destOrd="0" presId="urn:microsoft.com/office/officeart/2008/layout/BendingPictureSemiTransparentText"/>
    <dgm:cxn modelId="{7DD116E5-66CD-4352-AC72-9007421275CA}" type="presParOf" srcId="{3D7C8D65-B270-4B46-9F90-83D5F40F1BC6}" destId="{CAC10BBC-603C-4EDB-A634-50E45D728638}" srcOrd="2" destOrd="0" presId="urn:microsoft.com/office/officeart/2008/layout/BendingPictureSemiTransparentText"/>
    <dgm:cxn modelId="{623B18F2-ABC8-466B-8751-8B936FA7129F}" type="presParOf" srcId="{CAC10BBC-603C-4EDB-A634-50E45D728638}" destId="{F9C2B465-A22D-497A-AA17-9D53B884A85D}" srcOrd="0" destOrd="0" presId="urn:microsoft.com/office/officeart/2008/layout/BendingPictureSemiTransparentText"/>
    <dgm:cxn modelId="{C691BB3B-0903-45DE-A2C9-FF56924D59CB}" type="presParOf" srcId="{CAC10BBC-603C-4EDB-A634-50E45D728638}" destId="{4124A78C-4BA2-4B4D-9E06-A24C8DA0846F}" srcOrd="1" destOrd="0" presId="urn:microsoft.com/office/officeart/2008/layout/BendingPictureSemiTransparentText"/>
    <dgm:cxn modelId="{0DAB2C31-F5FB-4DFF-AD0D-18CFEB17B106}" type="presParOf" srcId="{3D7C8D65-B270-4B46-9F90-83D5F40F1BC6}" destId="{5ED9A7B2-CEEE-437C-8315-6F1638F57FBE}" srcOrd="3" destOrd="0" presId="urn:microsoft.com/office/officeart/2008/layout/BendingPictureSemiTransparentText"/>
    <dgm:cxn modelId="{4492A04E-CD26-4DD9-951B-0CC83D9FAFEA}" type="presParOf" srcId="{3D7C8D65-B270-4B46-9F90-83D5F40F1BC6}" destId="{9C48EE6F-1BBB-4FE5-AAA1-7860840FB1A8}" srcOrd="4" destOrd="0" presId="urn:microsoft.com/office/officeart/2008/layout/BendingPictureSemiTransparentText"/>
    <dgm:cxn modelId="{ADB59CEA-9482-45A2-AC86-722410A463E4}" type="presParOf" srcId="{9C48EE6F-1BBB-4FE5-AAA1-7860840FB1A8}" destId="{CB1F2C79-9A2D-44CC-BD7D-AA1D80A3E765}" srcOrd="0" destOrd="0" presId="urn:microsoft.com/office/officeart/2008/layout/BendingPictureSemiTransparentText"/>
    <dgm:cxn modelId="{8942E0D9-3F1D-4C8A-93EE-EAB5270D37DC}" type="presParOf" srcId="{9C48EE6F-1BBB-4FE5-AAA1-7860840FB1A8}" destId="{1F62F8C5-7E58-4FE6-9F4D-D1D666D3AFDD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E56524-29C7-4D9E-B300-5CF46DCFDA30}">
      <dsp:nvSpPr>
        <dsp:cNvPr id="0" name=""/>
        <dsp:cNvSpPr/>
      </dsp:nvSpPr>
      <dsp:spPr>
        <a:xfrm>
          <a:off x="127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63D255-5190-4766-9FB7-6D910861E114}">
      <dsp:nvSpPr>
        <dsp:cNvPr id="0" name=""/>
        <dsp:cNvSpPr/>
      </dsp:nvSpPr>
      <dsp:spPr>
        <a:xfrm>
          <a:off x="1273" y="2163942"/>
          <a:ext cx="2658573" cy="546890"/>
        </a:xfrm>
        <a:prstGeom prst="rect">
          <a:avLst/>
        </a:prstGeom>
        <a:solidFill>
          <a:srgbClr val="A87F5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kern="1200" dirty="0"/>
            <a:t>Action</a:t>
          </a:r>
          <a:endParaRPr lang="ko-KR" sz="3000" kern="1200" dirty="0"/>
        </a:p>
      </dsp:txBody>
      <dsp:txXfrm>
        <a:off x="1273" y="2163942"/>
        <a:ext cx="2658573" cy="546890"/>
      </dsp:txXfrm>
    </dsp:sp>
    <dsp:sp modelId="{F9C2B465-A22D-497A-AA17-9D53B884A85D}">
      <dsp:nvSpPr>
        <dsp:cNvPr id="0" name=""/>
        <dsp:cNvSpPr/>
      </dsp:nvSpPr>
      <dsp:spPr>
        <a:xfrm>
          <a:off x="293101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4000" r="-14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4A78C-4BA2-4B4D-9E06-A24C8DA0846F}">
      <dsp:nvSpPr>
        <dsp:cNvPr id="0" name=""/>
        <dsp:cNvSpPr/>
      </dsp:nvSpPr>
      <dsp:spPr>
        <a:xfrm>
          <a:off x="2931013" y="2163942"/>
          <a:ext cx="2658573" cy="546890"/>
        </a:xfrm>
        <a:prstGeom prst="rect">
          <a:avLst/>
        </a:prstGeom>
        <a:solidFill>
          <a:srgbClr val="5B513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b="0" i="0" kern="1200" dirty="0"/>
            <a:t>Parameter</a:t>
          </a:r>
          <a:endParaRPr lang="ko-KR" sz="3000" kern="1200" dirty="0"/>
        </a:p>
      </dsp:txBody>
      <dsp:txXfrm>
        <a:off x="2931013" y="2163942"/>
        <a:ext cx="2658573" cy="546890"/>
      </dsp:txXfrm>
    </dsp:sp>
    <dsp:sp modelId="{CB1F2C79-9A2D-44CC-BD7D-AA1D80A3E765}">
      <dsp:nvSpPr>
        <dsp:cNvPr id="0" name=""/>
        <dsp:cNvSpPr/>
      </dsp:nvSpPr>
      <dsp:spPr>
        <a:xfrm>
          <a:off x="5860753" y="568843"/>
          <a:ext cx="2658573" cy="227871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9000" r="-19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2F8C5-7E58-4FE6-9F4D-D1D666D3AFDD}">
      <dsp:nvSpPr>
        <dsp:cNvPr id="0" name=""/>
        <dsp:cNvSpPr/>
      </dsp:nvSpPr>
      <dsp:spPr>
        <a:xfrm>
          <a:off x="5860753" y="2163942"/>
          <a:ext cx="2658573" cy="546890"/>
        </a:xfrm>
        <a:prstGeom prst="rect">
          <a:avLst/>
        </a:prstGeom>
        <a:solidFill>
          <a:srgbClr val="1E505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b="0" i="0" kern="1200" dirty="0"/>
            <a:t>Launch </a:t>
          </a:r>
          <a:endParaRPr lang="ko-KR" sz="3000" kern="1200" dirty="0"/>
        </a:p>
      </dsp:txBody>
      <dsp:txXfrm>
        <a:off x="5860753" y="2163942"/>
        <a:ext cx="2658573" cy="5468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42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descr="무료 이미지 : 휴대용 퍼스널 컴퓨터, 과학 기술, 간단한 기계 장치 ..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475500"/>
            <a:ext cx="9144003" cy="60945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5" name="Google Shape;55;p13"/>
          <p:cNvSpPr/>
          <p:nvPr/>
        </p:nvSpPr>
        <p:spPr>
          <a:xfrm>
            <a:off x="-6600" y="-475500"/>
            <a:ext cx="9157200" cy="6094500"/>
          </a:xfrm>
          <a:prstGeom prst="rect">
            <a:avLst/>
          </a:prstGeom>
          <a:solidFill>
            <a:srgbClr val="000000">
              <a:alpha val="5000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dirty="0">
                <a:solidFill>
                  <a:schemeClr val="lt1"/>
                </a:solidFill>
              </a:rPr>
              <a:t>12</a:t>
            </a:r>
            <a:r>
              <a:rPr lang="ko" dirty="0">
                <a:solidFill>
                  <a:schemeClr val="lt1"/>
                </a:solidFill>
              </a:rPr>
              <a:t>주차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5C695-65E9-CF1D-82C1-C9A7EDE2F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프로그래밍</a:t>
            </a:r>
            <a:endParaRPr lang="en-US" altLang="ko-KR" dirty="0"/>
          </a:p>
        </p:txBody>
      </p:sp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552DB6C6-A4E0-84EC-AA40-AD9E2546C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554026"/>
              </p:ext>
            </p:extLst>
          </p:nvPr>
        </p:nvGraphicFramePr>
        <p:xfrm>
          <a:off x="311700" y="1152475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818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D2540-7685-0B55-E71A-B4C2735B1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4FD9C9-0DA0-3939-2123-CB12B5BAD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5700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51C20A-C86C-F2C4-4CA2-CF981BE5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047BB-910F-20E5-FA68-07BAFACD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7E9779-09F3-73BF-8B6D-47DB41CCD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개요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저장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Map </a:t>
            </a:r>
            <a:r>
              <a:rPr lang="ko-KR" altLang="en-US" dirty="0"/>
              <a:t>데이터로 표지판 개수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제한 범위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계산된 개수에 차이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B81ABC-49F4-1B50-EF02-502AB91BD6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8" b="47615"/>
          <a:stretch/>
        </p:blipFill>
        <p:spPr>
          <a:xfrm>
            <a:off x="4332671" y="0"/>
            <a:ext cx="48113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36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51C20A-C86C-F2C4-4CA2-CF981BE5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047BB-910F-20E5-FA68-07BAFACDA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7E9779-09F3-73BF-8B6D-47DB41CCD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개요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저장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Map </a:t>
            </a:r>
            <a:r>
              <a:rPr lang="ko-KR" altLang="en-US" dirty="0"/>
              <a:t>데이터로 표지판 개수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제한 범위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ko-KR" altLang="en-US" dirty="0"/>
              <a:t>계산된 개수에 차이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B81ABC-49F4-1B50-EF02-502AB91BD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85" t="50000"/>
          <a:stretch/>
        </p:blipFill>
        <p:spPr>
          <a:xfrm>
            <a:off x="4242816" y="0"/>
            <a:ext cx="49011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46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390BCD-BB6F-DC24-6B46-DC3E486F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0C534-E151-1287-58B1-5867FB0A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D8F27B-2B0C-311F-535F-928A25127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Map</a:t>
            </a:r>
            <a:r>
              <a:rPr lang="ko-KR" altLang="en-US" dirty="0"/>
              <a:t>을 </a:t>
            </a:r>
            <a:r>
              <a:rPr lang="en-US" altLang="ko-KR" dirty="0"/>
              <a:t>45</a:t>
            </a:r>
            <a:r>
              <a:rPr lang="ko-KR" altLang="en-US" dirty="0"/>
              <a:t>도 기울여 계산</a:t>
            </a:r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79A00D0-5D54-757A-7320-8FB0612BA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018120"/>
              </p:ext>
            </p:extLst>
          </p:nvPr>
        </p:nvGraphicFramePr>
        <p:xfrm>
          <a:off x="780288" y="234383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0E5561-0F67-866E-F7AF-DF71D4660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21111"/>
              </p:ext>
            </p:extLst>
          </p:nvPr>
        </p:nvGraphicFramePr>
        <p:xfrm>
          <a:off x="4666690" y="982886"/>
          <a:ext cx="416561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205910733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49211190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346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309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4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390BCD-BB6F-DC24-6B46-DC3E486F0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80C534-E151-1287-58B1-5867FB0AC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D8F27B-2B0C-311F-535F-928A25127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표지판 계산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90E5561-0F67-866E-F7AF-DF71D4660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392300"/>
              </p:ext>
            </p:extLst>
          </p:nvPr>
        </p:nvGraphicFramePr>
        <p:xfrm>
          <a:off x="5471362" y="1933575"/>
          <a:ext cx="20828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264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3475EC9-FC17-B1A9-F78D-1D21567E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129CA-9817-BA0C-902A-A1CECFD97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7D2FDC-7144-E728-9A20-B96CF0CF0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ko-KR" altLang="en-US" dirty="0"/>
              <a:t>제한 범위 계산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X’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x – y + m</a:t>
            </a:r>
          </a:p>
          <a:p>
            <a:pPr lvl="1">
              <a:lnSpc>
                <a:spcPct val="200000"/>
              </a:lnSpc>
            </a:pPr>
            <a:r>
              <a:rPr lang="en-US" altLang="ko-KR" dirty="0"/>
              <a:t>Y’ = x + y</a:t>
            </a:r>
          </a:p>
          <a:p>
            <a:pPr lvl="1">
              <a:lnSpc>
                <a:spcPct val="200000"/>
              </a:lnSpc>
            </a:pPr>
            <a:endParaRPr lang="en-US" altLang="ko-KR" dirty="0"/>
          </a:p>
          <a:p>
            <a:pPr>
              <a:lnSpc>
                <a:spcPct val="200000"/>
              </a:lnSpc>
            </a:pPr>
            <a:r>
              <a:rPr lang="ko-KR" altLang="en-US" dirty="0"/>
              <a:t>연립 방정식</a:t>
            </a:r>
            <a:endParaRPr lang="en-US" altLang="ko-KR" dirty="0"/>
          </a:p>
          <a:p>
            <a:pPr lvl="1">
              <a:lnSpc>
                <a:spcPct val="200000"/>
              </a:lnSpc>
            </a:pPr>
            <a:r>
              <a:rPr lang="en-US" altLang="ko-KR" dirty="0"/>
              <a:t>2x = X’ + Y’ – m</a:t>
            </a:r>
          </a:p>
          <a:p>
            <a:pPr lvl="1">
              <a:lnSpc>
                <a:spcPct val="200000"/>
              </a:lnSpc>
            </a:pPr>
            <a:r>
              <a:rPr lang="en-US" altLang="ko-KR" dirty="0"/>
              <a:t>2y = Y’ – X’ + 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794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FCA755-B07C-3040-E4C5-DBA6DFA39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8A5AA-13C7-3797-ADF2-DCE231D3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FDF788-CABF-5A97-BDCB-EA4AF522C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36D7B1F-7155-5396-90B8-5717EB614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06180"/>
              </p:ext>
            </p:extLst>
          </p:nvPr>
        </p:nvGraphicFramePr>
        <p:xfrm>
          <a:off x="5581090" y="2529255"/>
          <a:ext cx="20828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CC463A6-1BAE-2C9D-8038-195F2AAE9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1359"/>
              </p:ext>
            </p:extLst>
          </p:nvPr>
        </p:nvGraphicFramePr>
        <p:xfrm>
          <a:off x="780288" y="234383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507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C4656D-6F8D-2916-DEE7-BB36D86F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5F641-CF74-E163-820E-038D7A27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latinLnBrk="1"/>
            <a:r>
              <a:rPr lang="ko-KR" altLang="en-US" dirty="0"/>
              <a:t>다른 사람 풀이</a:t>
            </a:r>
            <a:endParaRPr lang="ko-KR" altLang="ko-KR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24001E0-A1FA-BA46-5F29-7F109C09C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</p:spPr>
        <p:txBody>
          <a:bodyPr numCol="2"/>
          <a:lstStyle/>
          <a:p>
            <a:pPr>
              <a:lnSpc>
                <a:spcPct val="200000"/>
              </a:lnSpc>
            </a:pPr>
            <a:r>
              <a:rPr lang="en-US" altLang="ko-KR" dirty="0"/>
              <a:t>Flag 0</a:t>
            </a:r>
            <a:r>
              <a:rPr lang="ko-KR" altLang="en-US" dirty="0"/>
              <a:t>인 데이터로 </a:t>
            </a:r>
            <a:r>
              <a:rPr lang="en-US" altLang="ko-KR" dirty="0"/>
              <a:t>map </a:t>
            </a:r>
            <a:r>
              <a:rPr lang="ko-KR" altLang="en-US" dirty="0"/>
              <a:t>데이터 계산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B56856B-2A6C-B18C-1631-71B267B01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800975"/>
              </p:ext>
            </p:extLst>
          </p:nvPr>
        </p:nvGraphicFramePr>
        <p:xfrm>
          <a:off x="5581090" y="2529255"/>
          <a:ext cx="208280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561">
                  <a:extLst>
                    <a:ext uri="{9D8B030D-6E8A-4147-A177-3AD203B41FA5}">
                      <a16:colId xmlns:a16="http://schemas.microsoft.com/office/drawing/2014/main" val="1816820695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2386907239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094852354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4012890957"/>
                    </a:ext>
                  </a:extLst>
                </a:gridCol>
                <a:gridCol w="416561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8417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3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18C8E85-EA85-0FA5-3681-AB10469FE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495329"/>
              </p:ext>
            </p:extLst>
          </p:nvPr>
        </p:nvGraphicFramePr>
        <p:xfrm>
          <a:off x="780288" y="2343835"/>
          <a:ext cx="304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150488484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7243287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1688025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652571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437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415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70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5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5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343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1013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227</Words>
  <Application>Microsoft Office PowerPoint</Application>
  <PresentationFormat>화면 슬라이드 쇼(16:9)</PresentationFormat>
  <Paragraphs>124</Paragraphs>
  <Slides>10</Slides>
  <Notes>2</Notes>
  <HiddenSlides>7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12주차</vt:lpstr>
      <vt:lpstr>프로그래밍</vt:lpstr>
      <vt:lpstr>PowerPoint 프레젠테이션</vt:lpstr>
      <vt:lpstr>다른 사람 풀이</vt:lpstr>
      <vt:lpstr>다른 사람 풀이</vt:lpstr>
      <vt:lpstr>다른 사람 풀이</vt:lpstr>
      <vt:lpstr>다른 사람 풀이</vt:lpstr>
      <vt:lpstr>다른 사람 풀이</vt:lpstr>
      <vt:lpstr>다른 사람 풀이</vt:lpstr>
      <vt:lpstr>다른 사람 풀이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이진원</cp:lastModifiedBy>
  <cp:revision>11</cp:revision>
  <dcterms:modified xsi:type="dcterms:W3CDTF">2025-04-14T15:48:49Z</dcterms:modified>
</cp:coreProperties>
</file>